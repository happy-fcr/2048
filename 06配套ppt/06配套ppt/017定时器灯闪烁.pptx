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61" r:id="rId3"/>
  </p:sldMasterIdLst>
  <p:notesMasterIdLst>
    <p:notesMasterId r:id="rId5"/>
  </p:notesMasterIdLst>
  <p:handoutMasterIdLst>
    <p:handoutMasterId r:id="rId24"/>
  </p:handoutMasterIdLst>
  <p:sldIdLst>
    <p:sldId id="409" r:id="rId4"/>
    <p:sldId id="497" r:id="rId6"/>
    <p:sldId id="720" r:id="rId7"/>
    <p:sldId id="722" r:id="rId8"/>
    <p:sldId id="754" r:id="rId9"/>
    <p:sldId id="732" r:id="rId10"/>
    <p:sldId id="755" r:id="rId11"/>
    <p:sldId id="756" r:id="rId12"/>
    <p:sldId id="733" r:id="rId13"/>
    <p:sldId id="743" r:id="rId14"/>
    <p:sldId id="716" r:id="rId15"/>
    <p:sldId id="734" r:id="rId16"/>
    <p:sldId id="746" r:id="rId17"/>
    <p:sldId id="739" r:id="rId18"/>
    <p:sldId id="717" r:id="rId19"/>
    <p:sldId id="735" r:id="rId20"/>
    <p:sldId id="757" r:id="rId21"/>
    <p:sldId id="758" r:id="rId22"/>
    <p:sldId id="427" r:id="rId23"/>
  </p:sldIdLst>
  <p:sldSz cx="12192000" cy="6858000"/>
  <p:notesSz cx="6858000" cy="9144000"/>
  <p:embeddedFontLst>
    <p:embeddedFont>
      <p:font typeface="微软雅黑" panose="020B0503020204020204" pitchFamily="34" charset="-122"/>
      <p:regular r:id="rId29"/>
    </p:embeddedFont>
    <p:embeddedFont>
      <p:font typeface="Calibri" panose="020F0502020204030204" charset="0"/>
      <p:regular r:id="rId30"/>
      <p:bold r:id="rId31"/>
      <p:italic r:id="rId32"/>
      <p:boldItalic r:id="rId33"/>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 id="1" name="幸全" initials="幸全" lastIdx="1" clrIdx="0"/>
  <p:cmAuthor id="3" name="Author" initials="A" lastIdx="0" clrIdx="2"/>
  <p:cmAuthor id="4" name="USER" initials="U" lastIdx="2" clrIdx="3"/>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58B6E5"/>
    <a:srgbClr val="F18870"/>
    <a:srgbClr val="FFBA55"/>
    <a:srgbClr val="56CA95"/>
    <a:srgbClr val="6096E6"/>
    <a:srgbClr val="4691C0"/>
    <a:srgbClr val="70AACE"/>
    <a:srgbClr val="79C5D9"/>
    <a:srgbClr val="35729C"/>
    <a:srgbClr val="174A3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p:cViewPr varScale="1">
        <p:scale>
          <a:sx n="99" d="100"/>
          <a:sy n="99" d="100"/>
        </p:scale>
        <p:origin x="84" y="582"/>
      </p:cViewPr>
      <p:guideLst>
        <p:guide orient="horz" pos="2464"/>
        <p:guide pos="392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3" Type="http://schemas.openxmlformats.org/officeDocument/2006/relationships/font" Target="fonts/font5.fntdata"/><Relationship Id="rId32" Type="http://schemas.openxmlformats.org/officeDocument/2006/relationships/font" Target="fonts/font4.fntdata"/><Relationship Id="rId31" Type="http://schemas.openxmlformats.org/officeDocument/2006/relationships/font" Target="fonts/font3.fntdata"/><Relationship Id="rId30" Type="http://schemas.openxmlformats.org/officeDocument/2006/relationships/font" Target="fonts/font2.fntdata"/><Relationship Id="rId3" Type="http://schemas.openxmlformats.org/officeDocument/2006/relationships/slideMaster" Target="slideMasters/slideMaster2.xml"/><Relationship Id="rId29" Type="http://schemas.openxmlformats.org/officeDocument/2006/relationships/font" Target="fonts/font1.fntdata"/><Relationship Id="rId28" Type="http://schemas.openxmlformats.org/officeDocument/2006/relationships/commentAuthors" Target="commentAuthors.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handoutMaster" Target="handoutMasters/handoutMaster1.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sym typeface="+mn-ea"/>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sym typeface="+mn-ea"/>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sym typeface="+mn-ea"/>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sym typeface="+mn-ea"/>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sym typeface="+mn-ea"/>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sym typeface="+mn-ea"/>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sym typeface="+mn-ea"/>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sym typeface="+mn-ea"/>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sym typeface="+mn-ea"/>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sym typeface="+mn-ea"/>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sym typeface="+mn-ea"/>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sym typeface="+mn-ea"/>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9" Type="http://schemas.openxmlformats.org/officeDocument/2006/relationships/tags" Target="../tags/tag24.xml"/><Relationship Id="rId8" Type="http://schemas.openxmlformats.org/officeDocument/2006/relationships/tags" Target="../tags/tag23.xml"/><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tags" Target="../tags/tag17.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5" Type="http://schemas.openxmlformats.org/officeDocument/2006/relationships/tags" Target="../tags/tag28.xml"/><Relationship Id="rId4" Type="http://schemas.openxmlformats.org/officeDocument/2006/relationships/tags" Target="../tags/tag27.xml"/><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4" Type="http://schemas.openxmlformats.org/officeDocument/2006/relationships/tags" Target="../tags/tag31.xml"/><Relationship Id="rId3" Type="http://schemas.openxmlformats.org/officeDocument/2006/relationships/tags" Target="../tags/tag30.xml"/><Relationship Id="rId2" Type="http://schemas.openxmlformats.org/officeDocument/2006/relationships/tags" Target="../tags/tag29.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7" Type="http://schemas.openxmlformats.org/officeDocument/2006/relationships/tags" Target="../tags/tag37.xml"/><Relationship Id="rId6" Type="http://schemas.openxmlformats.org/officeDocument/2006/relationships/tags" Target="../tags/tag36.xml"/><Relationship Id="rId5" Type="http://schemas.openxmlformats.org/officeDocument/2006/relationships/tags" Target="../tags/tag35.xml"/><Relationship Id="rId4" Type="http://schemas.openxmlformats.org/officeDocument/2006/relationships/tags" Target="../tags/tag34.xml"/><Relationship Id="rId3" Type="http://schemas.openxmlformats.org/officeDocument/2006/relationships/tags" Target="../tags/tag33.xml"/><Relationship Id="rId2" Type="http://schemas.openxmlformats.org/officeDocument/2006/relationships/tags" Target="../tags/tag32.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6" Type="http://schemas.openxmlformats.org/officeDocument/2006/relationships/tags" Target="../tags/tag42.xml"/><Relationship Id="rId5" Type="http://schemas.openxmlformats.org/officeDocument/2006/relationships/tags" Target="../tags/tag41.xml"/><Relationship Id="rId4" Type="http://schemas.openxmlformats.org/officeDocument/2006/relationships/tags" Target="../tags/tag40.xml"/><Relationship Id="rId3" Type="http://schemas.openxmlformats.org/officeDocument/2006/relationships/tags" Target="../tags/tag39.xml"/><Relationship Id="rId2" Type="http://schemas.openxmlformats.org/officeDocument/2006/relationships/tags" Target="../tags/tag3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6" Type="http://schemas.openxmlformats.org/officeDocument/2006/relationships/tags" Target="../tags/tag51.xml"/><Relationship Id="rId5" Type="http://schemas.openxmlformats.org/officeDocument/2006/relationships/tags" Target="../tags/tag50.xml"/><Relationship Id="rId4" Type="http://schemas.openxmlformats.org/officeDocument/2006/relationships/tags" Target="../tags/tag49.xml"/><Relationship Id="rId3" Type="http://schemas.openxmlformats.org/officeDocument/2006/relationships/tags" Target="../tags/tag48.xml"/><Relationship Id="rId2" Type="http://schemas.openxmlformats.org/officeDocument/2006/relationships/tags" Target="../tags/tag47.xm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6" Type="http://schemas.openxmlformats.org/officeDocument/2006/relationships/tags" Target="../tags/tag62.xml"/><Relationship Id="rId5" Type="http://schemas.openxmlformats.org/officeDocument/2006/relationships/tags" Target="../tags/tag61.xml"/><Relationship Id="rId4" Type="http://schemas.openxmlformats.org/officeDocument/2006/relationships/tags" Target="../tags/tag60.xml"/><Relationship Id="rId3" Type="http://schemas.openxmlformats.org/officeDocument/2006/relationships/tags" Target="../tags/tag59.xml"/><Relationship Id="rId2" Type="http://schemas.openxmlformats.org/officeDocument/2006/relationships/tags" Target="../tags/tag58.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6" Type="http://schemas.openxmlformats.org/officeDocument/2006/relationships/tags" Target="../tags/tag67.xml"/><Relationship Id="rId5" Type="http://schemas.openxmlformats.org/officeDocument/2006/relationships/tags" Target="../tags/tag66.xml"/><Relationship Id="rId4" Type="http://schemas.openxmlformats.org/officeDocument/2006/relationships/tags" Target="../tags/tag65.xml"/><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7" Type="http://schemas.openxmlformats.org/officeDocument/2006/relationships/tags" Target="../tags/tag73.xml"/><Relationship Id="rId6" Type="http://schemas.openxmlformats.org/officeDocument/2006/relationships/tags" Target="../tags/tag72.xml"/><Relationship Id="rId5" Type="http://schemas.openxmlformats.org/officeDocument/2006/relationships/tags" Target="../tags/tag71.xml"/><Relationship Id="rId4" Type="http://schemas.openxmlformats.org/officeDocument/2006/relationships/tags" Target="../tags/tag70.xml"/><Relationship Id="rId3" Type="http://schemas.openxmlformats.org/officeDocument/2006/relationships/tags" Target="../tags/tag69.xml"/><Relationship Id="rId2" Type="http://schemas.openxmlformats.org/officeDocument/2006/relationships/tags" Target="../tags/tag68.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9" Type="http://schemas.openxmlformats.org/officeDocument/2006/relationships/tags" Target="../tags/tag81.xml"/><Relationship Id="rId8" Type="http://schemas.openxmlformats.org/officeDocument/2006/relationships/tags" Target="../tags/tag80.xml"/><Relationship Id="rId7" Type="http://schemas.openxmlformats.org/officeDocument/2006/relationships/tags" Target="../tags/tag79.xml"/><Relationship Id="rId6" Type="http://schemas.openxmlformats.org/officeDocument/2006/relationships/tags" Target="../tags/tag78.xml"/><Relationship Id="rId5" Type="http://schemas.openxmlformats.org/officeDocument/2006/relationships/tags" Target="../tags/tag77.xml"/><Relationship Id="rId4" Type="http://schemas.openxmlformats.org/officeDocument/2006/relationships/tags" Target="../tags/tag76.xml"/><Relationship Id="rId3" Type="http://schemas.openxmlformats.org/officeDocument/2006/relationships/tags" Target="../tags/tag75.xml"/><Relationship Id="rId2" Type="http://schemas.openxmlformats.org/officeDocument/2006/relationships/tags" Target="../tags/tag74.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5" Type="http://schemas.openxmlformats.org/officeDocument/2006/relationships/tags" Target="../tags/tag85.xml"/><Relationship Id="rId4" Type="http://schemas.openxmlformats.org/officeDocument/2006/relationships/tags" Target="../tags/tag84.xml"/><Relationship Id="rId3" Type="http://schemas.openxmlformats.org/officeDocument/2006/relationships/tags" Target="../tags/tag83.xml"/><Relationship Id="rId2" Type="http://schemas.openxmlformats.org/officeDocument/2006/relationships/tags" Target="../tags/tag82.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4" Type="http://schemas.openxmlformats.org/officeDocument/2006/relationships/tags" Target="../tags/tag88.xml"/><Relationship Id="rId3" Type="http://schemas.openxmlformats.org/officeDocument/2006/relationships/tags" Target="../tags/tag87.xml"/><Relationship Id="rId2" Type="http://schemas.openxmlformats.org/officeDocument/2006/relationships/tags" Target="../tags/tag86.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7" Type="http://schemas.openxmlformats.org/officeDocument/2006/relationships/tags" Target="../tags/tag94.xml"/><Relationship Id="rId6" Type="http://schemas.openxmlformats.org/officeDocument/2006/relationships/tags" Target="../tags/tag93.xml"/><Relationship Id="rId5" Type="http://schemas.openxmlformats.org/officeDocument/2006/relationships/tags" Target="../tags/tag92.xml"/><Relationship Id="rId4" Type="http://schemas.openxmlformats.org/officeDocument/2006/relationships/tags" Target="../tags/tag91.xml"/><Relationship Id="rId3" Type="http://schemas.openxmlformats.org/officeDocument/2006/relationships/tags" Target="../tags/tag90.xml"/><Relationship Id="rId2" Type="http://schemas.openxmlformats.org/officeDocument/2006/relationships/tags" Target="../tags/tag89.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6" Type="http://schemas.openxmlformats.org/officeDocument/2006/relationships/tags" Target="../tags/tag99.xml"/><Relationship Id="rId5" Type="http://schemas.openxmlformats.org/officeDocument/2006/relationships/tags" Target="../tags/tag98.xml"/><Relationship Id="rId4" Type="http://schemas.openxmlformats.org/officeDocument/2006/relationships/tags" Target="../tags/tag97.xml"/><Relationship Id="rId3" Type="http://schemas.openxmlformats.org/officeDocument/2006/relationships/tags" Target="../tags/tag96.xml"/><Relationship Id="rId2" Type="http://schemas.openxmlformats.org/officeDocument/2006/relationships/tags" Target="../tags/tag95.xml"/><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5" Type="http://schemas.openxmlformats.org/officeDocument/2006/relationships/tags" Target="../tags/tag103.xml"/><Relationship Id="rId4" Type="http://schemas.openxmlformats.org/officeDocument/2006/relationships/tags" Target="../tags/tag102.xml"/><Relationship Id="rId3" Type="http://schemas.openxmlformats.org/officeDocument/2006/relationships/tags" Target="../tags/tag101.xml"/><Relationship Id="rId2" Type="http://schemas.openxmlformats.org/officeDocument/2006/relationships/tags" Target="../tags/tag100.xml"/><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6" Type="http://schemas.openxmlformats.org/officeDocument/2006/relationships/tags" Target="../tags/tag108.xml"/><Relationship Id="rId5" Type="http://schemas.openxmlformats.org/officeDocument/2006/relationships/tags" Target="../tags/tag107.xml"/><Relationship Id="rId4" Type="http://schemas.openxmlformats.org/officeDocument/2006/relationships/tags" Target="../tags/tag106.xml"/><Relationship Id="rId3" Type="http://schemas.openxmlformats.org/officeDocument/2006/relationships/tags" Target="../tags/tag105.xml"/><Relationship Id="rId2" Type="http://schemas.openxmlformats.org/officeDocument/2006/relationships/tags" Target="../tags/tag104.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14" name="图片 13" descr="资源 3"/>
          <p:cNvPicPr>
            <a:picLocks noChangeAspect="1"/>
          </p:cNvPicPr>
          <p:nvPr userDrawn="1"/>
        </p:nvPicPr>
        <p:blipFill>
          <a:blip r:embed="rId2"/>
          <a:srcRect l="15332" b="25762"/>
          <a:stretch>
            <a:fillRect/>
          </a:stretch>
        </p:blipFill>
        <p:spPr>
          <a:xfrm flipV="1">
            <a:off x="0" y="-635"/>
            <a:ext cx="12192635" cy="6858635"/>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2_标题和内容">
    <p:spTree>
      <p:nvGrpSpPr>
        <p:cNvPr id="1" name=""/>
        <p:cNvGrpSpPr/>
        <p:nvPr/>
      </p:nvGrpSpPr>
      <p:grpSpPr>
        <a:xfrm>
          <a:off x="0" y="0"/>
          <a:ext cx="0" cy="0"/>
          <a:chOff x="0" y="0"/>
          <a:chExt cx="0" cy="0"/>
        </a:xfrm>
      </p:grpSpPr>
      <p:pic>
        <p:nvPicPr>
          <p:cNvPr id="14" name="图片 13" descr="资源 3"/>
          <p:cNvPicPr>
            <a:picLocks noChangeAspect="1"/>
          </p:cNvPicPr>
          <p:nvPr userDrawn="1"/>
        </p:nvPicPr>
        <p:blipFill>
          <a:blip r:embed="rId2"/>
          <a:srcRect l="15332" b="25762"/>
          <a:stretch>
            <a:fillRect/>
          </a:stretch>
        </p:blipFill>
        <p:spPr>
          <a:xfrm flipV="1">
            <a:off x="0" y="-635"/>
            <a:ext cx="12192635" cy="6858635"/>
          </a:xfrm>
          <a:prstGeom prst="rect">
            <a:avLst/>
          </a:prstGeom>
        </p:spPr>
      </p:pic>
      <p:sp>
        <p:nvSpPr>
          <p:cNvPr id="2" name="矩形 1"/>
          <p:cNvSpPr/>
          <p:nvPr userDrawn="1"/>
        </p:nvSpPr>
        <p:spPr>
          <a:xfrm>
            <a:off x="255270" y="253365"/>
            <a:ext cx="11682095" cy="6351270"/>
          </a:xfrm>
          <a:prstGeom prst="rect">
            <a:avLst/>
          </a:prstGeom>
          <a:solidFill>
            <a:schemeClr val="bg1"/>
          </a:solidFill>
          <a:ln>
            <a:noFill/>
          </a:ln>
          <a:effectLst>
            <a:outerShdw blurRad="63500" algn="ctr" rotWithShape="0">
              <a:schemeClr val="tx1">
                <a:lumMod val="75000"/>
                <a:lumOff val="25000"/>
                <a:alpha val="6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b="1" i="0" spc="300" baseline="0">
                <a:solidFill>
                  <a:schemeClr val="tx1">
                    <a:lumMod val="85000"/>
                    <a:lumOff val="15000"/>
                  </a:schemeClr>
                </a:solidFill>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eaLnBrk="1" fontAlgn="auto" latinLnBrk="0" hangingPunct="1">
              <a:lnSpc>
                <a:spcPct val="110000"/>
              </a:lnSpc>
              <a:buNone/>
              <a:defRPr sz="2400" u="none" strike="noStrike" kern="1200" cap="none" spc="200" normalizeH="0" baseline="0">
                <a:solidFill>
                  <a:schemeClr val="tx1">
                    <a:lumMod val="65000"/>
                    <a:lumOff val="3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b="1" i="0" u="none" strike="noStrike" kern="1200" cap="none" spc="300" normalizeH="0" baseline="0">
                <a:solidFill>
                  <a:schemeClr val="tx1">
                    <a:lumMod val="85000"/>
                    <a:lumOff val="15000"/>
                  </a:schemeClr>
                </a:solidFill>
                <a:effectLst/>
                <a:uFillTx/>
              </a:defRPr>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eaLnBrk="1" fontAlgn="auto" latinLnBrk="0" hangingPunct="1">
              <a:lnSpc>
                <a:spcPct val="130000"/>
              </a:lnSpc>
              <a:buNone/>
              <a:defRPr kumimoji="0" lang="zh-CN" altLang="en-US" sz="1800" b="0" i="0" u="none" strike="noStrike" kern="1200" cap="none" spc="150" normalizeH="0" baseline="0" noProof="1">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lvl1pPr marL="228600" indent="-228600" eaLnBrk="1" fontAlgn="auto" latinLnBrk="0" hangingPunct="1">
              <a:lnSpc>
                <a:spcPct val="130000"/>
              </a:lnSpc>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2pPr>
            <a:lvl3pPr marL="1143000" indent="-228600" eaLnBrk="1" fontAlgn="auto" latinLnBrk="0" hangingPunct="1">
              <a:lnSpc>
                <a:spcPct val="120000"/>
              </a:lnSpc>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3pPr>
            <a:lvl4pPr marL="1600200" indent="-228600" eaLnBrk="1" fontAlgn="auto" latinLnBrk="0" hangingPunct="1">
              <a:lnSpc>
                <a:spcPct val="120000"/>
              </a:lnSpc>
              <a:buFont typeface="Wingdings" panose="05000000000000000000" charset="0"/>
              <a:buChar char=""/>
              <a:defRPr sz="14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4pPr>
            <a:lvl5pPr eaLnBrk="1" fontAlgn="auto" latinLnBrk="0" hangingPunct="1">
              <a:lnSpc>
                <a:spcPct val="120000"/>
              </a:lnSpc>
              <a:defRPr sz="1400" u="none" strike="noStrike" kern="1200" cap="none" spc="150" normalizeH="0">
                <a:solidFill>
                  <a:schemeClr val="tx1">
                    <a:lumMod val="65000"/>
                    <a:lumOff val="35000"/>
                  </a:schemeClr>
                </a:solidFill>
                <a:latin typeface="Arial" panose="020B060402020202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lumMod val="75000"/>
                    <a:lumOff val="25000"/>
                  </a:schemeClr>
                </a:solidFill>
                <a:uFillTx/>
                <a:latin typeface="Arial" panose="020B060402020202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6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defTabSz="914400" eaLnBrk="1" fontAlgn="auto" latinLnBrk="0" hangingPunct="1">
              <a:buFont typeface="Arial" panose="020B0604020202020204" pitchFamily="34" charset="0"/>
              <a:buNone/>
              <a:tabLst>
                <a:tab pos="1609725" algn="l"/>
                <a:tab pos="1609725" algn="l"/>
                <a:tab pos="1609725" algn="l"/>
                <a:tab pos="1609725" algn="l"/>
              </a:tabLst>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2pPr>
            <a:lvl3pPr eaLnBrk="1" fontAlgn="auto" latinLnBrk="0" hangingPunct="1">
              <a:buFont typeface="Arial" panose="020B0604020202020204" pitchFamily="34" charset="0"/>
              <a:buChar char="●"/>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3pPr>
            <a:lvl4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4pPr>
            <a:lvl5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5pPr>
          </a:lstStyle>
          <a:p>
            <a:pPr lvl="0"/>
            <a:r>
              <a:rPr dirty="0">
                <a:sym typeface="+mn-ea"/>
              </a:rPr>
              <a:t>单击此处编辑母版文本样式</a:t>
            </a:r>
            <a:endParaRPr dirty="0">
              <a:sym typeface="+mn-ea"/>
            </a:endParaRP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lvl1pPr>
              <a:defRPr baseline="0"/>
            </a:lvl1pPr>
          </a:lstStyle>
          <a:p>
            <a:r>
              <a:rPr lang="zh-CN" altLang="en-US"/>
              <a:t>单击此处编辑母版标题样式</a:t>
            </a:r>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marL="0" marR="0" lvl="0" algn="l" defTabSz="914400" rtl="0" eaLnBrk="1" fontAlgn="auto" latinLnBrk="0" hangingPunct="1">
              <a:lnSpc>
                <a:spcPct val="100000"/>
              </a:lnSpc>
              <a:spcAft>
                <a:spcPts val="0"/>
              </a:spcAft>
              <a:buNone/>
              <a:defRPr kumimoji="0" lang="zh-CN" altLang="en-US" sz="28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单击此处编辑标题</a:t>
            </a:r>
            <a:endParaRPr dirty="0">
              <a:sym typeface="+mn-ea"/>
            </a:endParaRPr>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eaLnBrk="1" fontAlgn="auto" latinLnBrk="0" hangingPunct="1">
              <a:lnSpc>
                <a:spcPct val="130000"/>
              </a:lnSpc>
              <a:spcAft>
                <a:spcPts val="1000"/>
              </a:spcAft>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spcAft>
                <a:spcPts val="600"/>
              </a:spcAft>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spcAft>
                <a:spcPts val="600"/>
              </a:spcAft>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spcAft>
                <a:spcPts val="300"/>
              </a:spcAft>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spcAft>
                <a:spcPts val="300"/>
              </a:spcAft>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lvl1pPr marL="228600" indent="-228600" eaLnBrk="1" fontAlgn="auto" latinLnBrk="0" hangingPunct="1">
              <a:lnSpc>
                <a:spcPct val="130000"/>
              </a:lnSpc>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marL="0" marR="0" algn="ctr" defTabSz="914400" rtl="0" eaLnBrk="1" fontAlgn="auto" latinLnBrk="0" hangingPunct="1">
              <a:lnSpc>
                <a:spcPct val="100000"/>
              </a:lnSpc>
              <a:buNone/>
              <a:defRPr kumimoji="0" lang="zh-CN" altLang="en-US" sz="6000" b="1" i="0" u="none" strike="noStrike" kern="1200" cap="none" spc="300" normalizeH="0" baseline="0" noProof="1" dirty="0">
                <a:solidFill>
                  <a:schemeClr val="tx1">
                    <a:lumMod val="85000"/>
                    <a:lumOff val="15000"/>
                  </a:schemeClr>
                </a:solidFill>
                <a:effectLst/>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单击此处编辑标题</a:t>
            </a:r>
            <a:endParaRPr>
              <a:sym typeface="+mn-ea"/>
            </a:endParaRPr>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marL="0" indent="0" algn="ctr">
              <a:lnSpc>
                <a:spcPct val="110000"/>
              </a:lnSpc>
              <a:buNone/>
              <a:defRPr sz="2400" spc="200" baseline="0">
                <a:solidFill>
                  <a:schemeClr val="tx1">
                    <a:lumMod val="65000"/>
                    <a:lumOff val="35000"/>
                  </a:schemeClr>
                </a:solidFill>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14" name="图片 13" descr="资源 3"/>
          <p:cNvPicPr>
            <a:picLocks noChangeAspect="1"/>
          </p:cNvPicPr>
          <p:nvPr userDrawn="1"/>
        </p:nvPicPr>
        <p:blipFill>
          <a:blip r:embed="rId2"/>
          <a:srcRect l="15332" b="25762"/>
          <a:stretch>
            <a:fillRect/>
          </a:stretch>
        </p:blipFill>
        <p:spPr>
          <a:xfrm flipV="1">
            <a:off x="0" y="-635"/>
            <a:ext cx="12192635" cy="6858635"/>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1_标题和内容">
    <p:spTree>
      <p:nvGrpSpPr>
        <p:cNvPr id="1" name=""/>
        <p:cNvGrpSpPr/>
        <p:nvPr/>
      </p:nvGrpSpPr>
      <p:grpSpPr>
        <a:xfrm>
          <a:off x="0" y="0"/>
          <a:ext cx="0" cy="0"/>
          <a:chOff x="0" y="0"/>
          <a:chExt cx="0" cy="0"/>
        </a:xfrm>
      </p:grpSpPr>
      <p:pic>
        <p:nvPicPr>
          <p:cNvPr id="14" name="图片 13" descr="资源 3"/>
          <p:cNvPicPr>
            <a:picLocks noChangeAspect="1"/>
          </p:cNvPicPr>
          <p:nvPr userDrawn="1"/>
        </p:nvPicPr>
        <p:blipFill>
          <a:blip r:embed="rId2"/>
          <a:srcRect l="15332" b="25762"/>
          <a:stretch>
            <a:fillRect/>
          </a:stretch>
        </p:blipFill>
        <p:spPr>
          <a:xfrm flipV="1">
            <a:off x="0" y="-635"/>
            <a:ext cx="12192635" cy="6858635"/>
          </a:xfrm>
          <a:prstGeom prst="rect">
            <a:avLst/>
          </a:prstGeom>
        </p:spPr>
      </p:pic>
      <p:sp>
        <p:nvSpPr>
          <p:cNvPr id="2" name="矩形 1"/>
          <p:cNvSpPr/>
          <p:nvPr userDrawn="1"/>
        </p:nvSpPr>
        <p:spPr>
          <a:xfrm>
            <a:off x="654050" y="640715"/>
            <a:ext cx="10884535" cy="5576570"/>
          </a:xfrm>
          <a:prstGeom prst="rect">
            <a:avLst/>
          </a:prstGeom>
          <a:solidFill>
            <a:schemeClr val="bg1"/>
          </a:solidFill>
          <a:ln>
            <a:noFill/>
          </a:ln>
          <a:effectLst>
            <a:outerShdw blurRad="127000" algn="ctr" rotWithShape="0">
              <a:schemeClr val="tx1">
                <a:lumMod val="75000"/>
                <a:lumOff val="25000"/>
                <a:alpha val="7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2_标题和内容">
    <p:spTree>
      <p:nvGrpSpPr>
        <p:cNvPr id="1" name=""/>
        <p:cNvGrpSpPr/>
        <p:nvPr/>
      </p:nvGrpSpPr>
      <p:grpSpPr>
        <a:xfrm>
          <a:off x="0" y="0"/>
          <a:ext cx="0" cy="0"/>
          <a:chOff x="0" y="0"/>
          <a:chExt cx="0" cy="0"/>
        </a:xfrm>
      </p:grpSpPr>
      <p:pic>
        <p:nvPicPr>
          <p:cNvPr id="14" name="图片 13" descr="资源 3"/>
          <p:cNvPicPr>
            <a:picLocks noChangeAspect="1"/>
          </p:cNvPicPr>
          <p:nvPr userDrawn="1"/>
        </p:nvPicPr>
        <p:blipFill>
          <a:blip r:embed="rId2"/>
          <a:srcRect l="15332" b="25762"/>
          <a:stretch>
            <a:fillRect/>
          </a:stretch>
        </p:blipFill>
        <p:spPr>
          <a:xfrm flipV="1">
            <a:off x="0" y="-635"/>
            <a:ext cx="12192635" cy="6858635"/>
          </a:xfrm>
          <a:prstGeom prst="rect">
            <a:avLst/>
          </a:prstGeom>
        </p:spPr>
      </p:pic>
      <p:sp>
        <p:nvSpPr>
          <p:cNvPr id="2" name="矩形 1"/>
          <p:cNvSpPr/>
          <p:nvPr userDrawn="1"/>
        </p:nvSpPr>
        <p:spPr>
          <a:xfrm>
            <a:off x="255270" y="253365"/>
            <a:ext cx="11682095" cy="6351270"/>
          </a:xfrm>
          <a:prstGeom prst="rect">
            <a:avLst/>
          </a:prstGeom>
          <a:solidFill>
            <a:schemeClr val="bg1"/>
          </a:solidFill>
          <a:ln>
            <a:noFill/>
          </a:ln>
          <a:effectLst>
            <a:outerShdw blurRad="76200" algn="ctr" rotWithShape="0">
              <a:schemeClr val="tx1">
                <a:lumMod val="75000"/>
                <a:lumOff val="25000"/>
                <a:alpha val="4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b="1" i="0" spc="300" baseline="0">
                <a:solidFill>
                  <a:schemeClr val="tx1">
                    <a:lumMod val="85000"/>
                    <a:lumOff val="15000"/>
                  </a:schemeClr>
                </a:solidFill>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eaLnBrk="1" fontAlgn="auto" latinLnBrk="0" hangingPunct="1">
              <a:lnSpc>
                <a:spcPct val="110000"/>
              </a:lnSpc>
              <a:buNone/>
              <a:defRPr sz="2400" u="none" strike="noStrike" kern="1200" cap="none" spc="200" normalizeH="0" baseline="0">
                <a:solidFill>
                  <a:schemeClr val="tx1">
                    <a:lumMod val="65000"/>
                    <a:lumOff val="3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b="1" i="0" u="none" strike="noStrike" kern="1200" cap="none" spc="300" normalizeH="0" baseline="0">
                <a:solidFill>
                  <a:schemeClr val="tx1">
                    <a:lumMod val="85000"/>
                    <a:lumOff val="15000"/>
                  </a:schemeClr>
                </a:solidFill>
                <a:effectLst/>
                <a:uFillTx/>
              </a:defRPr>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eaLnBrk="1" fontAlgn="auto" latinLnBrk="0" hangingPunct="1">
              <a:lnSpc>
                <a:spcPct val="130000"/>
              </a:lnSpc>
              <a:buNone/>
              <a:defRPr kumimoji="0" lang="zh-CN" altLang="en-US" sz="1800" b="0" i="0" u="none" strike="noStrike" kern="1200" cap="none" spc="150" normalizeH="0" baseline="0" noProof="1">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lvl1pPr marL="228600" indent="-228600" eaLnBrk="1" fontAlgn="auto" latinLnBrk="0" hangingPunct="1">
              <a:lnSpc>
                <a:spcPct val="130000"/>
              </a:lnSpc>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2pPr>
            <a:lvl3pPr marL="1143000" indent="-228600" eaLnBrk="1" fontAlgn="auto" latinLnBrk="0" hangingPunct="1">
              <a:lnSpc>
                <a:spcPct val="120000"/>
              </a:lnSpc>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3pPr>
            <a:lvl4pPr marL="1600200" indent="-228600" eaLnBrk="1" fontAlgn="auto" latinLnBrk="0" hangingPunct="1">
              <a:lnSpc>
                <a:spcPct val="120000"/>
              </a:lnSpc>
              <a:buFont typeface="Wingdings" panose="05000000000000000000" charset="0"/>
              <a:buChar char=""/>
              <a:defRPr sz="14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4pPr>
            <a:lvl5pPr eaLnBrk="1" fontAlgn="auto" latinLnBrk="0" hangingPunct="1">
              <a:lnSpc>
                <a:spcPct val="120000"/>
              </a:lnSpc>
              <a:defRPr sz="1400" u="none" strike="noStrike" kern="1200" cap="none" spc="150" normalizeH="0">
                <a:solidFill>
                  <a:schemeClr val="tx1">
                    <a:lumMod val="65000"/>
                    <a:lumOff val="35000"/>
                  </a:schemeClr>
                </a:solidFill>
                <a:latin typeface="Arial" panose="020B060402020202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lumMod val="75000"/>
                    <a:lumOff val="25000"/>
                  </a:schemeClr>
                </a:solidFill>
                <a:uFillTx/>
                <a:latin typeface="Arial" panose="020B060402020202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6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defTabSz="914400" eaLnBrk="1" fontAlgn="auto" latinLnBrk="0" hangingPunct="1">
              <a:buFont typeface="Arial" panose="020B0604020202020204" pitchFamily="34" charset="0"/>
              <a:buNone/>
              <a:tabLst>
                <a:tab pos="1609725" algn="l"/>
                <a:tab pos="1609725" algn="l"/>
                <a:tab pos="1609725" algn="l"/>
                <a:tab pos="1609725" algn="l"/>
              </a:tabLst>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2pPr>
            <a:lvl3pPr eaLnBrk="1" fontAlgn="auto" latinLnBrk="0" hangingPunct="1">
              <a:buFont typeface="Arial" panose="020B0604020202020204" pitchFamily="34" charset="0"/>
              <a:buChar char="●"/>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3pPr>
            <a:lvl4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4pPr>
            <a:lvl5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5pPr>
          </a:lstStyle>
          <a:p>
            <a:pPr lvl="0"/>
            <a:r>
              <a:rPr dirty="0">
                <a:sym typeface="+mn-ea"/>
              </a:rPr>
              <a:t>单击此处编辑母版文本样式</a:t>
            </a:r>
            <a:endParaRPr dirty="0">
              <a:sym typeface="+mn-ea"/>
            </a:endParaRP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lvl1pPr>
              <a:defRPr baseline="0"/>
            </a:lvl1pPr>
          </a:lstStyle>
          <a:p>
            <a:r>
              <a:rPr lang="zh-CN" altLang="en-US"/>
              <a:t>单击此处编辑母版标题样式</a:t>
            </a:r>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marL="0" marR="0" lvl="0" algn="l" defTabSz="914400" rtl="0" eaLnBrk="1" fontAlgn="auto" latinLnBrk="0" hangingPunct="1">
              <a:lnSpc>
                <a:spcPct val="100000"/>
              </a:lnSpc>
              <a:spcAft>
                <a:spcPts val="0"/>
              </a:spcAft>
              <a:buNone/>
              <a:defRPr kumimoji="0" lang="zh-CN" altLang="en-US" sz="28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单击此处编辑标题</a:t>
            </a:r>
            <a:endParaRPr dirty="0">
              <a:sym typeface="+mn-ea"/>
            </a:endParaRPr>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eaLnBrk="1" fontAlgn="auto" latinLnBrk="0" hangingPunct="1">
              <a:lnSpc>
                <a:spcPct val="130000"/>
              </a:lnSpc>
              <a:spcAft>
                <a:spcPts val="1000"/>
              </a:spcAft>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spcAft>
                <a:spcPts val="600"/>
              </a:spcAft>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spcAft>
                <a:spcPts val="600"/>
              </a:spcAft>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spcAft>
                <a:spcPts val="300"/>
              </a:spcAft>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spcAft>
                <a:spcPts val="300"/>
              </a:spcAft>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lvl1pPr marL="228600" indent="-228600" eaLnBrk="1" fontAlgn="auto" latinLnBrk="0" hangingPunct="1">
              <a:lnSpc>
                <a:spcPct val="130000"/>
              </a:lnSpc>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marL="0" marR="0" algn="ctr" defTabSz="914400" rtl="0" eaLnBrk="1" fontAlgn="auto" latinLnBrk="0" hangingPunct="1">
              <a:lnSpc>
                <a:spcPct val="100000"/>
              </a:lnSpc>
              <a:buNone/>
              <a:defRPr kumimoji="0" lang="zh-CN" altLang="en-US" sz="6000" b="1" i="0" u="none" strike="noStrike" kern="1200" cap="none" spc="300" normalizeH="0" baseline="0" noProof="1" dirty="0">
                <a:solidFill>
                  <a:schemeClr val="tx1">
                    <a:lumMod val="85000"/>
                    <a:lumOff val="15000"/>
                  </a:schemeClr>
                </a:solidFill>
                <a:effectLst/>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单击此处编辑标题</a:t>
            </a:r>
            <a:endParaRPr>
              <a:sym typeface="+mn-ea"/>
            </a:endParaRPr>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marL="0" indent="0" algn="ctr">
              <a:lnSpc>
                <a:spcPct val="110000"/>
              </a:lnSpc>
              <a:buNone/>
              <a:defRPr sz="2400" spc="200" baseline="0">
                <a:solidFill>
                  <a:schemeClr val="tx1">
                    <a:lumMod val="65000"/>
                    <a:lumOff val="35000"/>
                  </a:schemeClr>
                </a:solidFill>
              </a:defRPr>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9" Type="http://schemas.openxmlformats.org/officeDocument/2006/relationships/theme" Target="../theme/theme1.xml"/><Relationship Id="rId18" Type="http://schemas.openxmlformats.org/officeDocument/2006/relationships/tags" Target="../tags/tag57.xml"/><Relationship Id="rId17" Type="http://schemas.openxmlformats.org/officeDocument/2006/relationships/tags" Target="../tags/tag56.xml"/><Relationship Id="rId16" Type="http://schemas.openxmlformats.org/officeDocument/2006/relationships/tags" Target="../tags/tag55.xml"/><Relationship Id="rId15" Type="http://schemas.openxmlformats.org/officeDocument/2006/relationships/tags" Target="../tags/tag54.xml"/><Relationship Id="rId14" Type="http://schemas.openxmlformats.org/officeDocument/2006/relationships/tags" Target="../tags/tag53.xml"/><Relationship Id="rId13" Type="http://schemas.openxmlformats.org/officeDocument/2006/relationships/tags" Target="../tags/tag52.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0" Type="http://schemas.openxmlformats.org/officeDocument/2006/relationships/theme" Target="../theme/theme2.xml"/><Relationship Id="rId2" Type="http://schemas.openxmlformats.org/officeDocument/2006/relationships/slideLayout" Target="../slideLayouts/slideLayout14.xml"/><Relationship Id="rId19" Type="http://schemas.openxmlformats.org/officeDocument/2006/relationships/tags" Target="../tags/tag114.xml"/><Relationship Id="rId18" Type="http://schemas.openxmlformats.org/officeDocument/2006/relationships/tags" Target="../tags/tag113.xml"/><Relationship Id="rId17" Type="http://schemas.openxmlformats.org/officeDocument/2006/relationships/tags" Target="../tags/tag112.xml"/><Relationship Id="rId16" Type="http://schemas.openxmlformats.org/officeDocument/2006/relationships/tags" Target="../tags/tag111.xml"/><Relationship Id="rId15" Type="http://schemas.openxmlformats.org/officeDocument/2006/relationships/tags" Target="../tags/tag110.xml"/><Relationship Id="rId14" Type="http://schemas.openxmlformats.org/officeDocument/2006/relationships/tags" Target="../tags/tag109.xml"/><Relationship Id="rId13" Type="http://schemas.openxmlformats.org/officeDocument/2006/relationships/slideLayout" Target="../slideLayouts/slideLayout25.xml"/><Relationship Id="rId12" Type="http://schemas.openxmlformats.org/officeDocument/2006/relationships/slideLayout" Target="../slideLayouts/slideLayout24.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40000"/>
            <a:lumOff val="60000"/>
            <a:alpha val="51000"/>
          </a:schemeClr>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3"/>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4"/>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5"/>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Arial" panose="020B0604020202020204" pitchFamily="34" charset="0"/>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6"/>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Arial" panose="020B0604020202020204" pitchFamily="34" charset="0"/>
                <a:ea typeface="微软雅黑" panose="020B0503020204020204" pitchFamily="34" charset="-122"/>
              </a:defRPr>
            </a:lvl1pPr>
          </a:lstStyle>
          <a:p>
            <a:endParaRPr lang="zh-CN" altLang="en-US" dirty="0"/>
          </a:p>
        </p:txBody>
      </p:sp>
      <p:sp>
        <p:nvSpPr>
          <p:cNvPr id="6" name="灯片编号占位符 5"/>
          <p:cNvSpPr>
            <a:spLocks noGrp="1"/>
          </p:cNvSpPr>
          <p:nvPr>
            <p:ph type="sldNum" sz="quarter" idx="4"/>
            <p:custDataLst>
              <p:tags r:id="rId17"/>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Arial" panose="020B0604020202020204" pitchFamily="34" charset="0"/>
                <a:ea typeface="微软雅黑" panose="020B0503020204020204" pitchFamily="34" charset="-122"/>
              </a:defRPr>
            </a:lvl1pPr>
          </a:lstStyle>
          <a:p>
            <a:fld id="{49AE70B2-8BF9-45C0-BB95-33D1B9D3A854}" type="slidenum">
              <a:rPr lang="zh-CN" altLang="en-US" smtClean="0"/>
            </a:fld>
            <a:endParaRPr lang="zh-CN" altLang="en-US" dirty="0"/>
          </a:p>
        </p:txBody>
      </p:sp>
    </p:spTree>
    <p:custDataLst>
      <p:tags r:id="rId18"/>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accent2">
            <a:lumMod val="40000"/>
            <a:lumOff val="60000"/>
            <a:alpha val="51000"/>
          </a:schemeClr>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Arial" panose="020B0604020202020204" pitchFamily="34" charset="0"/>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Arial" panose="020B0604020202020204" pitchFamily="34" charset="0"/>
                <a:ea typeface="微软雅黑" panose="020B0503020204020204" pitchFamily="34" charset="-122"/>
              </a:defRPr>
            </a:lvl1pPr>
          </a:lstStyle>
          <a:p>
            <a:endParaRPr lang="zh-CN" altLang="en-US" dirty="0"/>
          </a:p>
        </p:txBody>
      </p:sp>
      <p:sp>
        <p:nvSpPr>
          <p:cNvPr id="6" name="灯片编号占位符 5"/>
          <p:cNvSpPr>
            <a:spLocks noGrp="1"/>
          </p:cNvSpPr>
          <p:nvPr>
            <p:ph type="sldNum" sz="quarter" idx="4"/>
            <p:custDataLst>
              <p:tags r:id="rId1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Arial" panose="020B0604020202020204" pitchFamily="34" charset="0"/>
                <a:ea typeface="微软雅黑" panose="020B0503020204020204" pitchFamily="34" charset="-122"/>
              </a:defRPr>
            </a:lvl1pPr>
          </a:lstStyle>
          <a:p>
            <a:fld id="{49AE70B2-8BF9-45C0-BB95-33D1B9D3A854}" type="slidenum">
              <a:rPr lang="zh-CN" altLang="en-US" smtClean="0"/>
            </a:fld>
            <a:endParaRPr lang="zh-CN" altLang="en-US" dirty="0"/>
          </a:p>
        </p:txBody>
      </p:sp>
    </p:spTree>
    <p:custDataLst>
      <p:tags r:id="rId19"/>
    </p:custData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tags" Target="../tags/tag115.xml"/><Relationship Id="rId2" Type="http://schemas.openxmlformats.org/officeDocument/2006/relationships/image" Target="../media/image3.png"/><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slideLayout" Target="../slideLayouts/slideLayout8.xml"/><Relationship Id="rId5" Type="http://schemas.openxmlformats.org/officeDocument/2006/relationships/tags" Target="../tags/tag120.xml"/><Relationship Id="rId4" Type="http://schemas.openxmlformats.org/officeDocument/2006/relationships/tags" Target="../tags/tag119.xml"/><Relationship Id="rId3" Type="http://schemas.openxmlformats.org/officeDocument/2006/relationships/tags" Target="../tags/tag118.xml"/><Relationship Id="rId2" Type="http://schemas.openxmlformats.org/officeDocument/2006/relationships/tags" Target="../tags/tag117.xml"/><Relationship Id="rId1" Type="http://schemas.openxmlformats.org/officeDocument/2006/relationships/tags" Target="../tags/tag116.xml"/></Relationships>
</file>

<file path=ppt/slides/_rels/slide3.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slideLayout" Target="../slideLayouts/slideLayout1.xml"/><Relationship Id="rId5" Type="http://schemas.openxmlformats.org/officeDocument/2006/relationships/tags" Target="../tags/tag124.xml"/><Relationship Id="rId4" Type="http://schemas.openxmlformats.org/officeDocument/2006/relationships/image" Target="../media/image3.png"/><Relationship Id="rId3" Type="http://schemas.openxmlformats.org/officeDocument/2006/relationships/tags" Target="../tags/tag123.xml"/><Relationship Id="rId2" Type="http://schemas.openxmlformats.org/officeDocument/2006/relationships/tags" Target="../tags/tag122.xml"/><Relationship Id="rId1" Type="http://schemas.openxmlformats.org/officeDocument/2006/relationships/tags" Target="../tags/tag121.xml"/></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15.xml"/><Relationship Id="rId4" Type="http://schemas.openxmlformats.org/officeDocument/2006/relationships/tags" Target="../tags/tag125.xml"/><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15.xml"/><Relationship Id="rId3" Type="http://schemas.openxmlformats.org/officeDocument/2006/relationships/tags" Target="../tags/tag126.xml"/><Relationship Id="rId2" Type="http://schemas.openxmlformats.org/officeDocument/2006/relationships/image" Target="../media/image3.png"/><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15.xml"/><Relationship Id="rId4" Type="http://schemas.openxmlformats.org/officeDocument/2006/relationships/tags" Target="../tags/tag127.xml"/><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15.xml"/><Relationship Id="rId4" Type="http://schemas.openxmlformats.org/officeDocument/2006/relationships/tags" Target="../tags/tag129.xml"/><Relationship Id="rId3" Type="http://schemas.openxmlformats.org/officeDocument/2006/relationships/tags" Target="../tags/tag128.xml"/><Relationship Id="rId2" Type="http://schemas.openxmlformats.org/officeDocument/2006/relationships/image" Target="../media/image3.png"/><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15.xml"/><Relationship Id="rId4" Type="http://schemas.openxmlformats.org/officeDocument/2006/relationships/tags" Target="../tags/tag131.xml"/><Relationship Id="rId3" Type="http://schemas.openxmlformats.org/officeDocument/2006/relationships/tags" Target="../tags/tag130.xml"/><Relationship Id="rId2" Type="http://schemas.openxmlformats.org/officeDocument/2006/relationships/image" Target="../media/image3.png"/><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15.xml"/><Relationship Id="rId3" Type="http://schemas.openxmlformats.org/officeDocument/2006/relationships/tags" Target="../tags/tag132.xml"/><Relationship Id="rId2" Type="http://schemas.openxmlformats.org/officeDocument/2006/relationships/image" Target="../media/image3.png"/><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15.xml"/><Relationship Id="rId3" Type="http://schemas.openxmlformats.org/officeDocument/2006/relationships/tags" Target="../tags/tag133.xml"/><Relationship Id="rId2" Type="http://schemas.openxmlformats.org/officeDocument/2006/relationships/image" Target="../media/image3.png"/><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7" Type="http://schemas.openxmlformats.org/officeDocument/2006/relationships/notesSlide" Target="../notesSlides/notesSlide11.xml"/><Relationship Id="rId6" Type="http://schemas.openxmlformats.org/officeDocument/2006/relationships/slideLayout" Target="../slideLayouts/slideLayout1.xml"/><Relationship Id="rId5" Type="http://schemas.openxmlformats.org/officeDocument/2006/relationships/tags" Target="../tags/tag137.xml"/><Relationship Id="rId4" Type="http://schemas.openxmlformats.org/officeDocument/2006/relationships/image" Target="../media/image3.png"/><Relationship Id="rId3" Type="http://schemas.openxmlformats.org/officeDocument/2006/relationships/tags" Target="../tags/tag136.xml"/><Relationship Id="rId2" Type="http://schemas.openxmlformats.org/officeDocument/2006/relationships/tags" Target="../tags/tag135.xml"/><Relationship Id="rId1" Type="http://schemas.openxmlformats.org/officeDocument/2006/relationships/tags" Target="../tags/tag134.xml"/></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15.xml"/><Relationship Id="rId3" Type="http://schemas.openxmlformats.org/officeDocument/2006/relationships/tags" Target="../tags/tag138.xml"/><Relationship Id="rId2" Type="http://schemas.openxmlformats.org/officeDocument/2006/relationships/image" Target="../media/image3.png"/><Relationship Id="rId1" Type="http://schemas.openxmlformats.org/officeDocument/2006/relationships/image" Target="../media/image4.png"/></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15.xml"/><Relationship Id="rId3" Type="http://schemas.openxmlformats.org/officeDocument/2006/relationships/tags" Target="../tags/tag139.xml"/><Relationship Id="rId2" Type="http://schemas.openxmlformats.org/officeDocument/2006/relationships/image" Target="../media/image3.png"/><Relationship Id="rId1" Type="http://schemas.openxmlformats.org/officeDocument/2006/relationships/image" Target="../media/image4.png"/></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15.xml"/><Relationship Id="rId3" Type="http://schemas.openxmlformats.org/officeDocument/2006/relationships/tags" Target="../tags/tag140.xml"/><Relationship Id="rId2" Type="http://schemas.openxmlformats.org/officeDocument/2006/relationships/image" Target="../media/image3.png"/><Relationship Id="rId1" Type="http://schemas.openxmlformats.org/officeDocument/2006/relationships/image" Target="../media/image4.png"/></Relationships>
</file>

<file path=ppt/slides/_rels/slide15.xml.rels><?xml version="1.0" encoding="UTF-8" standalone="yes"?>
<Relationships xmlns="http://schemas.openxmlformats.org/package/2006/relationships"><Relationship Id="rId7" Type="http://schemas.openxmlformats.org/officeDocument/2006/relationships/notesSlide" Target="../notesSlides/notesSlide15.xml"/><Relationship Id="rId6" Type="http://schemas.openxmlformats.org/officeDocument/2006/relationships/slideLayout" Target="../slideLayouts/slideLayout1.xml"/><Relationship Id="rId5" Type="http://schemas.openxmlformats.org/officeDocument/2006/relationships/tags" Target="../tags/tag144.xml"/><Relationship Id="rId4" Type="http://schemas.openxmlformats.org/officeDocument/2006/relationships/image" Target="../media/image3.png"/><Relationship Id="rId3" Type="http://schemas.openxmlformats.org/officeDocument/2006/relationships/tags" Target="../tags/tag143.xml"/><Relationship Id="rId2" Type="http://schemas.openxmlformats.org/officeDocument/2006/relationships/tags" Target="../tags/tag142.xml"/><Relationship Id="rId1" Type="http://schemas.openxmlformats.org/officeDocument/2006/relationships/tags" Target="../tags/tag141.xml"/></Relationships>
</file>

<file path=ppt/slides/_rels/slide16.xml.rels><?xml version="1.0" encoding="UTF-8" standalone="yes"?>
<Relationships xmlns="http://schemas.openxmlformats.org/package/2006/relationships"><Relationship Id="rId6" Type="http://schemas.openxmlformats.org/officeDocument/2006/relationships/notesSlide" Target="../notesSlides/notesSlide16.xml"/><Relationship Id="rId5" Type="http://schemas.openxmlformats.org/officeDocument/2006/relationships/slideLayout" Target="../slideLayouts/slideLayout15.xml"/><Relationship Id="rId4" Type="http://schemas.openxmlformats.org/officeDocument/2006/relationships/tags" Target="../tags/tag145.xml"/><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image" Target="../media/image4.png"/></Relationships>
</file>

<file path=ppt/slides/_rels/slide17.xml.rels><?xml version="1.0" encoding="UTF-8" standalone="yes"?>
<Relationships xmlns="http://schemas.openxmlformats.org/package/2006/relationships"><Relationship Id="rId7" Type="http://schemas.openxmlformats.org/officeDocument/2006/relationships/notesSlide" Target="../notesSlides/notesSlide17.xml"/><Relationship Id="rId6" Type="http://schemas.openxmlformats.org/officeDocument/2006/relationships/slideLayout" Target="../slideLayouts/slideLayout1.xml"/><Relationship Id="rId5" Type="http://schemas.openxmlformats.org/officeDocument/2006/relationships/tags" Target="../tags/tag149.xml"/><Relationship Id="rId4" Type="http://schemas.openxmlformats.org/officeDocument/2006/relationships/image" Target="../media/image3.png"/><Relationship Id="rId3" Type="http://schemas.openxmlformats.org/officeDocument/2006/relationships/tags" Target="../tags/tag148.xml"/><Relationship Id="rId2" Type="http://schemas.openxmlformats.org/officeDocument/2006/relationships/tags" Target="../tags/tag147.xml"/><Relationship Id="rId1" Type="http://schemas.openxmlformats.org/officeDocument/2006/relationships/tags" Target="../tags/tag146.xml"/></Relationships>
</file>

<file path=ppt/slides/_rels/slide18.xml.rels><?xml version="1.0" encoding="UTF-8" standalone="yes"?>
<Relationships xmlns="http://schemas.openxmlformats.org/package/2006/relationships"><Relationship Id="rId5" Type="http://schemas.openxmlformats.org/officeDocument/2006/relationships/notesSlide" Target="../notesSlides/notesSlide18.xml"/><Relationship Id="rId4" Type="http://schemas.openxmlformats.org/officeDocument/2006/relationships/slideLayout" Target="../slideLayouts/slideLayout15.xml"/><Relationship Id="rId3" Type="http://schemas.openxmlformats.org/officeDocument/2006/relationships/tags" Target="../tags/tag150.xml"/><Relationship Id="rId2" Type="http://schemas.openxmlformats.org/officeDocument/2006/relationships/image" Target="../media/image3.png"/><Relationship Id="rId1"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151.xml"/><Relationship Id="rId1"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文本框 57"/>
          <p:cNvSpPr txBox="1"/>
          <p:nvPr/>
        </p:nvSpPr>
        <p:spPr>
          <a:xfrm>
            <a:off x="5227955" y="2529205"/>
            <a:ext cx="5897245" cy="922020"/>
          </a:xfrm>
          <a:prstGeom prst="rect">
            <a:avLst/>
          </a:prstGeom>
          <a:noFill/>
        </p:spPr>
        <p:txBody>
          <a:bodyPr wrap="square" rtlCol="0">
            <a:spAutoFit/>
          </a:bodyPr>
          <a:p>
            <a:r>
              <a:rPr lang="zh-CN" altLang="en-US" sz="54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定时器灯闪烁</a:t>
            </a:r>
            <a:endParaRPr lang="en-US" altLang="zh-CN" sz="54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6" name="图片 5" descr="专业版03"/>
          <p:cNvPicPr>
            <a:picLocks noChangeAspect="1"/>
          </p:cNvPicPr>
          <p:nvPr/>
        </p:nvPicPr>
        <p:blipFill>
          <a:blip r:embed="rId1"/>
          <a:stretch>
            <a:fillRect/>
          </a:stretch>
        </p:blipFill>
        <p:spPr>
          <a:xfrm>
            <a:off x="306705" y="1143000"/>
            <a:ext cx="4572000" cy="4572000"/>
          </a:xfrm>
          <a:prstGeom prst="rect">
            <a:avLst/>
          </a:prstGeom>
        </p:spPr>
      </p:pic>
      <p:pic>
        <p:nvPicPr>
          <p:cNvPr id="102" name="图片 101"/>
          <p:cNvPicPr>
            <a:picLocks noChangeAspect="1"/>
          </p:cNvPicPr>
          <p:nvPr/>
        </p:nvPicPr>
        <p:blipFill>
          <a:blip r:embed="rId2"/>
          <a:stretch>
            <a:fillRect/>
          </a:stretch>
        </p:blipFill>
        <p:spPr>
          <a:xfrm>
            <a:off x="306705" y="187325"/>
            <a:ext cx="2322830" cy="872490"/>
          </a:xfrm>
          <a:prstGeom prst="rect">
            <a:avLst/>
          </a:prstGeom>
          <a:noFill/>
          <a:ln w="9525">
            <a:noFill/>
          </a:ln>
        </p:spPr>
      </p:pic>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 name="文本框 56"/>
          <p:cNvSpPr txBox="1"/>
          <p:nvPr>
            <p:custDataLst>
              <p:tags r:id="rId1"/>
            </p:custDataLst>
          </p:nvPr>
        </p:nvSpPr>
        <p:spPr>
          <a:xfrm>
            <a:off x="3502660" y="3761105"/>
            <a:ext cx="2828925" cy="1116965"/>
          </a:xfrm>
          <a:prstGeom prst="rect">
            <a:avLst/>
          </a:prstGeom>
          <a:noFill/>
        </p:spPr>
        <p:txBody>
          <a:bodyPr wrap="square" lIns="90000" tIns="46800" rIns="90000" bIns="46800" anchor="t" anchorCtr="0">
            <a:norm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algn="ctr">
              <a:lnSpc>
                <a:spcPct val="110000"/>
              </a:lnSpc>
            </a:pPr>
            <a:r>
              <a:rPr lang="zh-CN" altLang="en-US" sz="2400" b="1" spc="300">
                <a:solidFill>
                  <a:schemeClr val="tx1">
                    <a:lumMod val="65000"/>
                    <a:lumOff val="35000"/>
                  </a:schemeClr>
                </a:solidFill>
                <a:latin typeface="Arial" panose="020B0604020202020204" pitchFamily="34" charset="0"/>
                <a:ea typeface="微软雅黑" panose="020B0503020204020204" pitchFamily="34" charset="-122"/>
                <a:cs typeface="+mj-cs"/>
                <a:sym typeface="Arial" panose="020B0604020202020204" pitchFamily="34" charset="0"/>
              </a:rPr>
              <a:t>中断服务函数</a:t>
            </a:r>
            <a:endParaRPr lang="zh-CN" altLang="en-US" sz="2400" b="1" spc="300">
              <a:solidFill>
                <a:schemeClr val="tx1">
                  <a:lumMod val="65000"/>
                  <a:lumOff val="35000"/>
                </a:schemeClr>
              </a:solidFill>
              <a:latin typeface="Arial" panose="020B0604020202020204" pitchFamily="34" charset="0"/>
              <a:ea typeface="微软雅黑" panose="020B0503020204020204" pitchFamily="34" charset="-122"/>
              <a:cs typeface="+mj-cs"/>
              <a:sym typeface="Arial" panose="020B0604020202020204" pitchFamily="34" charset="0"/>
            </a:endParaRPr>
          </a:p>
        </p:txBody>
      </p:sp>
      <p:sp>
        <p:nvSpPr>
          <p:cNvPr id="8" name="文本框 7"/>
          <p:cNvSpPr txBox="1"/>
          <p:nvPr>
            <p:custDataLst>
              <p:tags r:id="rId2"/>
            </p:custDataLst>
          </p:nvPr>
        </p:nvSpPr>
        <p:spPr>
          <a:xfrm>
            <a:off x="6824345" y="3761105"/>
            <a:ext cx="1613535" cy="1116965"/>
          </a:xfrm>
          <a:prstGeom prst="rect">
            <a:avLst/>
          </a:prstGeom>
          <a:noFill/>
        </p:spPr>
        <p:txBody>
          <a:bodyPr wrap="square" lIns="90000" tIns="46800" rIns="90000" bIns="46800" anchor="t" anchorCtr="0">
            <a:norm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algn="r">
              <a:lnSpc>
                <a:spcPct val="110000"/>
              </a:lnSpc>
            </a:pPr>
            <a:r>
              <a:rPr lang="zh-CN" altLang="en-US" sz="2400" b="1" spc="300">
                <a:solidFill>
                  <a:schemeClr val="tx1">
                    <a:lumMod val="65000"/>
                    <a:lumOff val="35000"/>
                  </a:schemeClr>
                </a:solidFill>
                <a:latin typeface="Arial" panose="020B0604020202020204" pitchFamily="34" charset="0"/>
                <a:ea typeface="微软雅黑" panose="020B0503020204020204" pitchFamily="34" charset="-122"/>
                <a:cs typeface="+mj-cs"/>
                <a:sym typeface="Arial" panose="020B0604020202020204" pitchFamily="34" charset="0"/>
              </a:rPr>
              <a:t>实验效果</a:t>
            </a:r>
            <a:endParaRPr lang="zh-CN" altLang="en-US" sz="2400" b="1" spc="300">
              <a:solidFill>
                <a:schemeClr val="tx1">
                  <a:lumMod val="65000"/>
                  <a:lumOff val="35000"/>
                </a:schemeClr>
              </a:solidFill>
              <a:latin typeface="Arial" panose="020B0604020202020204" pitchFamily="34" charset="0"/>
              <a:ea typeface="微软雅黑" panose="020B0503020204020204" pitchFamily="34" charset="-122"/>
              <a:cs typeface="+mj-cs"/>
              <a:sym typeface="Arial" panose="020B0604020202020204" pitchFamily="34" charset="0"/>
            </a:endParaRPr>
          </a:p>
        </p:txBody>
      </p:sp>
      <p:sp>
        <p:nvSpPr>
          <p:cNvPr id="13" name="任意多边形 12"/>
          <p:cNvSpPr/>
          <p:nvPr/>
        </p:nvSpPr>
        <p:spPr>
          <a:xfrm>
            <a:off x="6538110" y="1558925"/>
            <a:ext cx="1825625" cy="1099185"/>
          </a:xfrm>
          <a:custGeom>
            <a:avLst/>
            <a:gdLst/>
            <a:ahLst/>
            <a:cxnLst>
              <a:cxn ang="3">
                <a:pos x="hc" y="t"/>
              </a:cxn>
              <a:cxn ang="cd2">
                <a:pos x="l" y="vc"/>
              </a:cxn>
              <a:cxn ang="cd4">
                <a:pos x="hc" y="b"/>
              </a:cxn>
              <a:cxn ang="0">
                <a:pos x="r" y="vc"/>
              </a:cxn>
            </a:cxnLst>
            <a:rect l="l" t="t" r="r" b="b"/>
            <a:pathLst>
              <a:path w="4904" h="2292">
                <a:moveTo>
                  <a:pt x="3741" y="0"/>
                </a:moveTo>
                <a:cubicBezTo>
                  <a:pt x="4063" y="0"/>
                  <a:pt x="4321" y="103"/>
                  <a:pt x="4516" y="308"/>
                </a:cubicBezTo>
                <a:cubicBezTo>
                  <a:pt x="4676" y="476"/>
                  <a:pt x="4756" y="666"/>
                  <a:pt x="4756" y="878"/>
                </a:cubicBezTo>
                <a:cubicBezTo>
                  <a:pt x="4756" y="1178"/>
                  <a:pt x="4592" y="1418"/>
                  <a:pt x="4264" y="1596"/>
                </a:cubicBezTo>
                <a:cubicBezTo>
                  <a:pt x="4460" y="1638"/>
                  <a:pt x="4617" y="1733"/>
                  <a:pt x="4734" y="1879"/>
                </a:cubicBezTo>
                <a:cubicBezTo>
                  <a:pt x="4822" y="1989"/>
                  <a:pt x="4877" y="2115"/>
                  <a:pt x="4899" y="2259"/>
                </a:cubicBezTo>
                <a:lnTo>
                  <a:pt x="4904" y="2292"/>
                </a:lnTo>
                <a:lnTo>
                  <a:pt x="4233" y="2292"/>
                </a:lnTo>
                <a:lnTo>
                  <a:pt x="4233" y="2291"/>
                </a:lnTo>
                <a:cubicBezTo>
                  <a:pt x="4220" y="2168"/>
                  <a:pt x="4177" y="2067"/>
                  <a:pt x="4105" y="1989"/>
                </a:cubicBezTo>
                <a:cubicBezTo>
                  <a:pt x="4016" y="1892"/>
                  <a:pt x="3908" y="1844"/>
                  <a:pt x="3781" y="1844"/>
                </a:cubicBezTo>
                <a:cubicBezTo>
                  <a:pt x="3697" y="1844"/>
                  <a:pt x="3596" y="1860"/>
                  <a:pt x="3480" y="1893"/>
                </a:cubicBezTo>
                <a:lnTo>
                  <a:pt x="3552" y="1358"/>
                </a:lnTo>
                <a:cubicBezTo>
                  <a:pt x="3729" y="1363"/>
                  <a:pt x="3865" y="1325"/>
                  <a:pt x="3958" y="1243"/>
                </a:cubicBezTo>
                <a:cubicBezTo>
                  <a:pt x="4051" y="1161"/>
                  <a:pt x="4098" y="1053"/>
                  <a:pt x="4098" y="917"/>
                </a:cubicBezTo>
                <a:cubicBezTo>
                  <a:pt x="4098" y="802"/>
                  <a:pt x="4064" y="710"/>
                  <a:pt x="3995" y="642"/>
                </a:cubicBezTo>
                <a:cubicBezTo>
                  <a:pt x="3927" y="573"/>
                  <a:pt x="3836" y="539"/>
                  <a:pt x="3722" y="539"/>
                </a:cubicBezTo>
                <a:cubicBezTo>
                  <a:pt x="3610" y="539"/>
                  <a:pt x="3515" y="578"/>
                  <a:pt x="3435" y="656"/>
                </a:cubicBezTo>
                <a:cubicBezTo>
                  <a:pt x="3356" y="734"/>
                  <a:pt x="3308" y="847"/>
                  <a:pt x="3291" y="997"/>
                </a:cubicBezTo>
                <a:lnTo>
                  <a:pt x="2686" y="894"/>
                </a:lnTo>
                <a:cubicBezTo>
                  <a:pt x="2728" y="687"/>
                  <a:pt x="2791" y="522"/>
                  <a:pt x="2876" y="398"/>
                </a:cubicBezTo>
                <a:cubicBezTo>
                  <a:pt x="2961" y="274"/>
                  <a:pt x="3079" y="177"/>
                  <a:pt x="3231" y="106"/>
                </a:cubicBezTo>
                <a:cubicBezTo>
                  <a:pt x="3383" y="35"/>
                  <a:pt x="3553" y="0"/>
                  <a:pt x="3741" y="0"/>
                </a:cubicBezTo>
                <a:close/>
                <a:moveTo>
                  <a:pt x="1111" y="0"/>
                </a:moveTo>
                <a:cubicBezTo>
                  <a:pt x="1442" y="0"/>
                  <a:pt x="1701" y="118"/>
                  <a:pt x="1888" y="355"/>
                </a:cubicBezTo>
                <a:cubicBezTo>
                  <a:pt x="2111" y="635"/>
                  <a:pt x="2222" y="1099"/>
                  <a:pt x="2222" y="1748"/>
                </a:cubicBezTo>
                <a:cubicBezTo>
                  <a:pt x="2222" y="1930"/>
                  <a:pt x="2213" y="2098"/>
                  <a:pt x="2195" y="2251"/>
                </a:cubicBezTo>
                <a:lnTo>
                  <a:pt x="2190" y="2292"/>
                </a:lnTo>
                <a:lnTo>
                  <a:pt x="1516" y="2292"/>
                </a:lnTo>
                <a:lnTo>
                  <a:pt x="1517" y="2289"/>
                </a:lnTo>
                <a:cubicBezTo>
                  <a:pt x="1529" y="2142"/>
                  <a:pt x="1536" y="1961"/>
                  <a:pt x="1536" y="1748"/>
                </a:cubicBezTo>
                <a:cubicBezTo>
                  <a:pt x="1536" y="1347"/>
                  <a:pt x="1516" y="1071"/>
                  <a:pt x="1475" y="921"/>
                </a:cubicBezTo>
                <a:cubicBezTo>
                  <a:pt x="1435" y="771"/>
                  <a:pt x="1384" y="670"/>
                  <a:pt x="1322" y="620"/>
                </a:cubicBezTo>
                <a:cubicBezTo>
                  <a:pt x="1261" y="569"/>
                  <a:pt x="1190" y="544"/>
                  <a:pt x="1111" y="544"/>
                </a:cubicBezTo>
                <a:cubicBezTo>
                  <a:pt x="1032" y="544"/>
                  <a:pt x="961" y="569"/>
                  <a:pt x="899" y="620"/>
                </a:cubicBezTo>
                <a:cubicBezTo>
                  <a:pt x="836" y="670"/>
                  <a:pt x="788" y="761"/>
                  <a:pt x="754" y="892"/>
                </a:cubicBezTo>
                <a:cubicBezTo>
                  <a:pt x="709" y="1061"/>
                  <a:pt x="686" y="1347"/>
                  <a:pt x="686" y="1748"/>
                </a:cubicBezTo>
                <a:cubicBezTo>
                  <a:pt x="686" y="1961"/>
                  <a:pt x="692" y="2139"/>
                  <a:pt x="703" y="2282"/>
                </a:cubicBezTo>
                <a:lnTo>
                  <a:pt x="704" y="2292"/>
                </a:lnTo>
                <a:lnTo>
                  <a:pt x="29" y="2292"/>
                </a:lnTo>
                <a:lnTo>
                  <a:pt x="24" y="2248"/>
                </a:lnTo>
                <a:cubicBezTo>
                  <a:pt x="8" y="2095"/>
                  <a:pt x="0" y="1926"/>
                  <a:pt x="0" y="1741"/>
                </a:cubicBezTo>
                <a:cubicBezTo>
                  <a:pt x="0" y="1097"/>
                  <a:pt x="112" y="633"/>
                  <a:pt x="336" y="350"/>
                </a:cubicBezTo>
                <a:cubicBezTo>
                  <a:pt x="521" y="117"/>
                  <a:pt x="780" y="0"/>
                  <a:pt x="1111" y="0"/>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14" name="任意多边形 13"/>
          <p:cNvSpPr/>
          <p:nvPr/>
        </p:nvSpPr>
        <p:spPr>
          <a:xfrm>
            <a:off x="1028640" y="1558925"/>
            <a:ext cx="1825200" cy="1098000"/>
          </a:xfrm>
          <a:custGeom>
            <a:avLst/>
            <a:gdLst/>
            <a:ahLst/>
            <a:cxnLst>
              <a:cxn ang="3">
                <a:pos x="hc" y="t"/>
              </a:cxn>
              <a:cxn ang="cd2">
                <a:pos x="l" y="vc"/>
              </a:cxn>
              <a:cxn ang="cd4">
                <a:pos x="hc" y="b"/>
              </a:cxn>
              <a:cxn ang="0">
                <a:pos x="r" y="vc"/>
              </a:cxn>
            </a:cxnLst>
            <a:rect l="l" t="t" r="r" b="b"/>
            <a:pathLst>
              <a:path w="2505" h="1365">
                <a:moveTo>
                  <a:pt x="2198" y="0"/>
                </a:moveTo>
                <a:lnTo>
                  <a:pt x="2505" y="0"/>
                </a:lnTo>
                <a:lnTo>
                  <a:pt x="2505" y="1365"/>
                </a:lnTo>
                <a:lnTo>
                  <a:pt x="2127" y="1365"/>
                </a:lnTo>
                <a:lnTo>
                  <a:pt x="2127" y="557"/>
                </a:lnTo>
                <a:cubicBezTo>
                  <a:pt x="1988" y="686"/>
                  <a:pt x="1825" y="782"/>
                  <a:pt x="1637" y="844"/>
                </a:cubicBezTo>
                <a:lnTo>
                  <a:pt x="1637" y="500"/>
                </a:lnTo>
                <a:cubicBezTo>
                  <a:pt x="1736" y="468"/>
                  <a:pt x="1844" y="406"/>
                  <a:pt x="1960" y="316"/>
                </a:cubicBezTo>
                <a:cubicBezTo>
                  <a:pt x="2075" y="226"/>
                  <a:pt x="2155" y="120"/>
                  <a:pt x="2198" y="0"/>
                </a:cubicBezTo>
                <a:close/>
                <a:moveTo>
                  <a:pt x="641" y="0"/>
                </a:moveTo>
                <a:cubicBezTo>
                  <a:pt x="833" y="0"/>
                  <a:pt x="982" y="68"/>
                  <a:pt x="1090" y="205"/>
                </a:cubicBezTo>
                <a:cubicBezTo>
                  <a:pt x="1219" y="367"/>
                  <a:pt x="1283" y="635"/>
                  <a:pt x="1283" y="1009"/>
                </a:cubicBezTo>
                <a:cubicBezTo>
                  <a:pt x="1283" y="1138"/>
                  <a:pt x="1275" y="1254"/>
                  <a:pt x="1260" y="1358"/>
                </a:cubicBezTo>
                <a:lnTo>
                  <a:pt x="1259" y="1365"/>
                </a:lnTo>
                <a:lnTo>
                  <a:pt x="872" y="1365"/>
                </a:lnTo>
                <a:lnTo>
                  <a:pt x="873" y="1351"/>
                </a:lnTo>
                <a:cubicBezTo>
                  <a:pt x="882" y="1261"/>
                  <a:pt x="887" y="1147"/>
                  <a:pt x="887" y="1009"/>
                </a:cubicBezTo>
                <a:cubicBezTo>
                  <a:pt x="887" y="778"/>
                  <a:pt x="875" y="618"/>
                  <a:pt x="852" y="532"/>
                </a:cubicBezTo>
                <a:cubicBezTo>
                  <a:pt x="828" y="445"/>
                  <a:pt x="799" y="387"/>
                  <a:pt x="763" y="358"/>
                </a:cubicBezTo>
                <a:cubicBezTo>
                  <a:pt x="728" y="329"/>
                  <a:pt x="687" y="314"/>
                  <a:pt x="641" y="314"/>
                </a:cubicBezTo>
                <a:cubicBezTo>
                  <a:pt x="596" y="314"/>
                  <a:pt x="555" y="329"/>
                  <a:pt x="519" y="358"/>
                </a:cubicBezTo>
                <a:cubicBezTo>
                  <a:pt x="483" y="387"/>
                  <a:pt x="455" y="439"/>
                  <a:pt x="435" y="515"/>
                </a:cubicBezTo>
                <a:cubicBezTo>
                  <a:pt x="409" y="613"/>
                  <a:pt x="396" y="778"/>
                  <a:pt x="396" y="1009"/>
                </a:cubicBezTo>
                <a:cubicBezTo>
                  <a:pt x="396" y="1154"/>
                  <a:pt x="401" y="1271"/>
                  <a:pt x="410" y="1359"/>
                </a:cubicBezTo>
                <a:lnTo>
                  <a:pt x="411" y="1365"/>
                </a:lnTo>
                <a:lnTo>
                  <a:pt x="22" y="1365"/>
                </a:lnTo>
                <a:lnTo>
                  <a:pt x="21" y="1355"/>
                </a:lnTo>
                <a:cubicBezTo>
                  <a:pt x="7" y="1252"/>
                  <a:pt x="0" y="1136"/>
                  <a:pt x="0" y="1005"/>
                </a:cubicBezTo>
                <a:cubicBezTo>
                  <a:pt x="0" y="633"/>
                  <a:pt x="65" y="366"/>
                  <a:pt x="194" y="202"/>
                </a:cubicBezTo>
                <a:cubicBezTo>
                  <a:pt x="301" y="67"/>
                  <a:pt x="450" y="0"/>
                  <a:pt x="641" y="0"/>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2" name="文本框 1"/>
          <p:cNvSpPr txBox="1"/>
          <p:nvPr>
            <p:custDataLst>
              <p:tags r:id="rId3"/>
            </p:custDataLst>
          </p:nvPr>
        </p:nvSpPr>
        <p:spPr>
          <a:xfrm>
            <a:off x="657225" y="3761105"/>
            <a:ext cx="2756535" cy="1116965"/>
          </a:xfrm>
          <a:prstGeom prst="rect">
            <a:avLst/>
          </a:prstGeom>
          <a:noFill/>
        </p:spPr>
        <p:txBody>
          <a:bodyPr wrap="square" lIns="90000" tIns="46800" rIns="90000" bIns="46800" anchor="t" anchorCtr="0">
            <a:norm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algn="r">
              <a:lnSpc>
                <a:spcPct val="110000"/>
              </a:lnSpc>
            </a:pPr>
            <a:r>
              <a:rPr lang="zh-CN" sz="2400" b="1" spc="300">
                <a:solidFill>
                  <a:schemeClr val="tx1">
                    <a:lumMod val="65000"/>
                    <a:lumOff val="35000"/>
                  </a:schemeClr>
                </a:solidFill>
                <a:latin typeface="Arial" panose="020B0604020202020204" pitchFamily="34" charset="0"/>
                <a:ea typeface="微软雅黑" panose="020B0503020204020204" pitchFamily="34" charset="-122"/>
                <a:cs typeface="+mj-cs"/>
                <a:sym typeface="Arial" panose="020B0604020202020204" pitchFamily="34" charset="0"/>
              </a:rPr>
              <a:t>配置定时器流程</a:t>
            </a:r>
            <a:endParaRPr lang="zh-CN" sz="2400" b="1" spc="300">
              <a:solidFill>
                <a:schemeClr val="tx1">
                  <a:lumMod val="65000"/>
                  <a:lumOff val="35000"/>
                </a:schemeClr>
              </a:solidFill>
              <a:latin typeface="Arial" panose="020B0604020202020204" pitchFamily="34" charset="0"/>
              <a:ea typeface="微软雅黑" panose="020B0503020204020204" pitchFamily="34" charset="-122"/>
              <a:cs typeface="+mj-cs"/>
              <a:sym typeface="Arial" panose="020B0604020202020204" pitchFamily="34" charset="0"/>
            </a:endParaRPr>
          </a:p>
        </p:txBody>
      </p:sp>
      <p:sp>
        <p:nvSpPr>
          <p:cNvPr id="4" name="任意多边形 3"/>
          <p:cNvSpPr/>
          <p:nvPr/>
        </p:nvSpPr>
        <p:spPr>
          <a:xfrm>
            <a:off x="9231630" y="1558925"/>
            <a:ext cx="1673860" cy="1099185"/>
          </a:xfrm>
          <a:custGeom>
            <a:avLst/>
            <a:gdLst/>
            <a:ahLst/>
            <a:cxnLst>
              <a:cxn ang="3">
                <a:pos x="hc" y="t"/>
              </a:cxn>
              <a:cxn ang="cd2">
                <a:pos x="l" y="vc"/>
              </a:cxn>
              <a:cxn ang="cd4">
                <a:pos x="hc" y="b"/>
              </a:cxn>
              <a:cxn ang="0">
                <a:pos x="r" y="vc"/>
              </a:cxn>
            </a:cxnLst>
            <a:rect l="l" t="t" r="r" b="b"/>
            <a:pathLst>
              <a:path w="2409" h="1274">
                <a:moveTo>
                  <a:pt x="1899" y="482"/>
                </a:moveTo>
                <a:lnTo>
                  <a:pt x="1520" y="1044"/>
                </a:lnTo>
                <a:lnTo>
                  <a:pt x="1899" y="1044"/>
                </a:lnTo>
                <a:lnTo>
                  <a:pt x="1899" y="482"/>
                </a:lnTo>
                <a:close/>
                <a:moveTo>
                  <a:pt x="1939" y="0"/>
                </a:moveTo>
                <a:lnTo>
                  <a:pt x="2204" y="0"/>
                </a:lnTo>
                <a:lnTo>
                  <a:pt x="2204" y="1044"/>
                </a:lnTo>
                <a:lnTo>
                  <a:pt x="2409" y="1044"/>
                </a:lnTo>
                <a:lnTo>
                  <a:pt x="2409" y="1274"/>
                </a:lnTo>
                <a:lnTo>
                  <a:pt x="1225" y="1274"/>
                </a:lnTo>
                <a:lnTo>
                  <a:pt x="1225" y="1046"/>
                </a:lnTo>
                <a:lnTo>
                  <a:pt x="1939" y="0"/>
                </a:lnTo>
                <a:close/>
                <a:moveTo>
                  <a:pt x="535" y="0"/>
                </a:moveTo>
                <a:cubicBezTo>
                  <a:pt x="694" y="0"/>
                  <a:pt x="819" y="57"/>
                  <a:pt x="909" y="171"/>
                </a:cubicBezTo>
                <a:cubicBezTo>
                  <a:pt x="1016" y="305"/>
                  <a:pt x="1069" y="529"/>
                  <a:pt x="1069" y="841"/>
                </a:cubicBezTo>
                <a:cubicBezTo>
                  <a:pt x="1069" y="1007"/>
                  <a:pt x="1054" y="1147"/>
                  <a:pt x="1023" y="1263"/>
                </a:cubicBezTo>
                <a:lnTo>
                  <a:pt x="1021" y="1274"/>
                </a:lnTo>
                <a:lnTo>
                  <a:pt x="700" y="1274"/>
                </a:lnTo>
                <a:lnTo>
                  <a:pt x="703" y="1264"/>
                </a:lnTo>
                <a:cubicBezTo>
                  <a:pt x="704" y="1260"/>
                  <a:pt x="705" y="1256"/>
                  <a:pt x="706" y="1252"/>
                </a:cubicBezTo>
                <a:cubicBezTo>
                  <a:pt x="728" y="1171"/>
                  <a:pt x="739" y="1034"/>
                  <a:pt x="739" y="841"/>
                </a:cubicBezTo>
                <a:cubicBezTo>
                  <a:pt x="739" y="648"/>
                  <a:pt x="729" y="515"/>
                  <a:pt x="710" y="443"/>
                </a:cubicBezTo>
                <a:cubicBezTo>
                  <a:pt x="690" y="371"/>
                  <a:pt x="666" y="323"/>
                  <a:pt x="636" y="298"/>
                </a:cubicBezTo>
                <a:cubicBezTo>
                  <a:pt x="607" y="274"/>
                  <a:pt x="573" y="262"/>
                  <a:pt x="535" y="262"/>
                </a:cubicBezTo>
                <a:cubicBezTo>
                  <a:pt x="496" y="262"/>
                  <a:pt x="462" y="274"/>
                  <a:pt x="432" y="298"/>
                </a:cubicBezTo>
                <a:cubicBezTo>
                  <a:pt x="402" y="323"/>
                  <a:pt x="379" y="366"/>
                  <a:pt x="363" y="429"/>
                </a:cubicBezTo>
                <a:cubicBezTo>
                  <a:pt x="341" y="511"/>
                  <a:pt x="330" y="648"/>
                  <a:pt x="330" y="841"/>
                </a:cubicBezTo>
                <a:cubicBezTo>
                  <a:pt x="330" y="1034"/>
                  <a:pt x="340" y="1167"/>
                  <a:pt x="359" y="1239"/>
                </a:cubicBezTo>
                <a:cubicBezTo>
                  <a:pt x="362" y="1248"/>
                  <a:pt x="364" y="1257"/>
                  <a:pt x="367" y="1265"/>
                </a:cubicBezTo>
                <a:lnTo>
                  <a:pt x="370" y="1274"/>
                </a:lnTo>
                <a:lnTo>
                  <a:pt x="45" y="1274"/>
                </a:lnTo>
                <a:lnTo>
                  <a:pt x="42" y="1260"/>
                </a:lnTo>
                <a:cubicBezTo>
                  <a:pt x="14" y="1146"/>
                  <a:pt x="0" y="1006"/>
                  <a:pt x="0" y="838"/>
                </a:cubicBezTo>
                <a:cubicBezTo>
                  <a:pt x="0" y="528"/>
                  <a:pt x="54" y="305"/>
                  <a:pt x="162" y="168"/>
                </a:cubicBezTo>
                <a:cubicBezTo>
                  <a:pt x="251" y="56"/>
                  <a:pt x="375" y="0"/>
                  <a:pt x="535" y="0"/>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6" name="任意多边形 5"/>
          <p:cNvSpPr/>
          <p:nvPr/>
        </p:nvSpPr>
        <p:spPr>
          <a:xfrm>
            <a:off x="3780940" y="1546860"/>
            <a:ext cx="1948180" cy="1109980"/>
          </a:xfrm>
          <a:custGeom>
            <a:avLst/>
            <a:gdLst/>
            <a:ahLst/>
            <a:cxnLst>
              <a:cxn ang="3">
                <a:pos x="hc" y="t"/>
              </a:cxn>
              <a:cxn ang="cd2">
                <a:pos x="l" y="vc"/>
              </a:cxn>
              <a:cxn ang="cd4">
                <a:pos x="hc" y="b"/>
              </a:cxn>
              <a:cxn ang="0">
                <a:pos x="r" y="vc"/>
              </a:cxn>
            </a:cxnLst>
            <a:rect l="l" t="t" r="r" b="b"/>
            <a:pathLst>
              <a:path w="2815" h="1477">
                <a:moveTo>
                  <a:pt x="2189" y="0"/>
                </a:moveTo>
                <a:cubicBezTo>
                  <a:pt x="2384" y="0"/>
                  <a:pt x="2537" y="53"/>
                  <a:pt x="2648" y="158"/>
                </a:cubicBezTo>
                <a:cubicBezTo>
                  <a:pt x="2760" y="263"/>
                  <a:pt x="2815" y="394"/>
                  <a:pt x="2815" y="550"/>
                </a:cubicBezTo>
                <a:cubicBezTo>
                  <a:pt x="2815" y="639"/>
                  <a:pt x="2799" y="723"/>
                  <a:pt x="2767" y="804"/>
                </a:cubicBezTo>
                <a:cubicBezTo>
                  <a:pt x="2736" y="884"/>
                  <a:pt x="2685" y="969"/>
                  <a:pt x="2616" y="1057"/>
                </a:cubicBezTo>
                <a:cubicBezTo>
                  <a:pt x="2570" y="1115"/>
                  <a:pt x="2487" y="1199"/>
                  <a:pt x="2368" y="1309"/>
                </a:cubicBezTo>
                <a:cubicBezTo>
                  <a:pt x="2293" y="1377"/>
                  <a:pt x="2236" y="1431"/>
                  <a:pt x="2195" y="1471"/>
                </a:cubicBezTo>
                <a:lnTo>
                  <a:pt x="2189" y="1477"/>
                </a:lnTo>
                <a:lnTo>
                  <a:pt x="1710" y="1477"/>
                </a:lnTo>
                <a:lnTo>
                  <a:pt x="1716" y="1469"/>
                </a:lnTo>
                <a:cubicBezTo>
                  <a:pt x="1795" y="1374"/>
                  <a:pt x="1904" y="1261"/>
                  <a:pt x="2043" y="1132"/>
                </a:cubicBezTo>
                <a:cubicBezTo>
                  <a:pt x="2214" y="973"/>
                  <a:pt x="2318" y="865"/>
                  <a:pt x="2357" y="809"/>
                </a:cubicBezTo>
                <a:cubicBezTo>
                  <a:pt x="2409" y="730"/>
                  <a:pt x="2435" y="653"/>
                  <a:pt x="2435" y="577"/>
                </a:cubicBezTo>
                <a:cubicBezTo>
                  <a:pt x="2435" y="492"/>
                  <a:pt x="2413" y="427"/>
                  <a:pt x="2367" y="382"/>
                </a:cubicBezTo>
                <a:cubicBezTo>
                  <a:pt x="2322" y="337"/>
                  <a:pt x="2259" y="314"/>
                  <a:pt x="2179" y="314"/>
                </a:cubicBezTo>
                <a:cubicBezTo>
                  <a:pt x="2100" y="314"/>
                  <a:pt x="2037" y="338"/>
                  <a:pt x="1991" y="385"/>
                </a:cubicBezTo>
                <a:cubicBezTo>
                  <a:pt x="1944" y="433"/>
                  <a:pt x="1917" y="512"/>
                  <a:pt x="1910" y="623"/>
                </a:cubicBezTo>
                <a:lnTo>
                  <a:pt x="1532" y="585"/>
                </a:lnTo>
                <a:cubicBezTo>
                  <a:pt x="1555" y="376"/>
                  <a:pt x="1625" y="227"/>
                  <a:pt x="1744" y="136"/>
                </a:cubicBezTo>
                <a:cubicBezTo>
                  <a:pt x="1862" y="45"/>
                  <a:pt x="2011" y="0"/>
                  <a:pt x="2189" y="0"/>
                </a:cubicBezTo>
                <a:close/>
                <a:moveTo>
                  <a:pt x="641" y="0"/>
                </a:moveTo>
                <a:cubicBezTo>
                  <a:pt x="833" y="0"/>
                  <a:pt x="982" y="68"/>
                  <a:pt x="1090" y="205"/>
                </a:cubicBezTo>
                <a:cubicBezTo>
                  <a:pt x="1219" y="367"/>
                  <a:pt x="1283" y="635"/>
                  <a:pt x="1283" y="1009"/>
                </a:cubicBezTo>
                <a:cubicBezTo>
                  <a:pt x="1283" y="1185"/>
                  <a:pt x="1269" y="1337"/>
                  <a:pt x="1240" y="1466"/>
                </a:cubicBezTo>
                <a:lnTo>
                  <a:pt x="1238" y="1477"/>
                </a:lnTo>
                <a:lnTo>
                  <a:pt x="854" y="1477"/>
                </a:lnTo>
                <a:lnTo>
                  <a:pt x="855" y="1474"/>
                </a:lnTo>
                <a:cubicBezTo>
                  <a:pt x="876" y="1374"/>
                  <a:pt x="887" y="1219"/>
                  <a:pt x="887" y="1009"/>
                </a:cubicBezTo>
                <a:cubicBezTo>
                  <a:pt x="887" y="778"/>
                  <a:pt x="875" y="618"/>
                  <a:pt x="852" y="532"/>
                </a:cubicBezTo>
                <a:cubicBezTo>
                  <a:pt x="828" y="445"/>
                  <a:pt x="799" y="387"/>
                  <a:pt x="763" y="358"/>
                </a:cubicBezTo>
                <a:cubicBezTo>
                  <a:pt x="728" y="329"/>
                  <a:pt x="687" y="314"/>
                  <a:pt x="641" y="314"/>
                </a:cubicBezTo>
                <a:cubicBezTo>
                  <a:pt x="596" y="314"/>
                  <a:pt x="555" y="329"/>
                  <a:pt x="519" y="358"/>
                </a:cubicBezTo>
                <a:cubicBezTo>
                  <a:pt x="483" y="387"/>
                  <a:pt x="455" y="439"/>
                  <a:pt x="435" y="515"/>
                </a:cubicBezTo>
                <a:cubicBezTo>
                  <a:pt x="409" y="613"/>
                  <a:pt x="396" y="778"/>
                  <a:pt x="396" y="1009"/>
                </a:cubicBezTo>
                <a:cubicBezTo>
                  <a:pt x="396" y="1227"/>
                  <a:pt x="406" y="1380"/>
                  <a:pt x="427" y="1470"/>
                </a:cubicBezTo>
                <a:lnTo>
                  <a:pt x="429" y="1477"/>
                </a:lnTo>
                <a:lnTo>
                  <a:pt x="42" y="1477"/>
                </a:lnTo>
                <a:lnTo>
                  <a:pt x="39" y="1462"/>
                </a:lnTo>
                <a:cubicBezTo>
                  <a:pt x="13" y="1335"/>
                  <a:pt x="0" y="1183"/>
                  <a:pt x="0" y="1005"/>
                </a:cubicBezTo>
                <a:cubicBezTo>
                  <a:pt x="0" y="633"/>
                  <a:pt x="65" y="366"/>
                  <a:pt x="194" y="202"/>
                </a:cubicBezTo>
                <a:cubicBezTo>
                  <a:pt x="301" y="67"/>
                  <a:pt x="450" y="0"/>
                  <a:pt x="641" y="0"/>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7" name="文本框 6"/>
          <p:cNvSpPr txBox="1"/>
          <p:nvPr>
            <p:custDataLst>
              <p:tags r:id="rId4"/>
            </p:custDataLst>
          </p:nvPr>
        </p:nvSpPr>
        <p:spPr>
          <a:xfrm>
            <a:off x="9139555" y="3761105"/>
            <a:ext cx="1613535" cy="1116965"/>
          </a:xfrm>
          <a:prstGeom prst="rect">
            <a:avLst/>
          </a:prstGeom>
          <a:noFill/>
        </p:spPr>
        <p:txBody>
          <a:bodyPr wrap="square" lIns="90000" tIns="46800" rIns="90000" bIns="46800" anchor="t" anchorCtr="0">
            <a:norm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algn="r">
              <a:lnSpc>
                <a:spcPct val="110000"/>
              </a:lnSpc>
            </a:pPr>
            <a:r>
              <a:rPr lang="zh-CN" altLang="en-US" sz="2400" b="1" spc="300">
                <a:solidFill>
                  <a:schemeClr val="tx1">
                    <a:lumMod val="65000"/>
                    <a:lumOff val="35000"/>
                  </a:schemeClr>
                </a:solidFill>
                <a:latin typeface="Arial" panose="020B0604020202020204" pitchFamily="34" charset="0"/>
                <a:ea typeface="微软雅黑" panose="020B0503020204020204" pitchFamily="34" charset="-122"/>
                <a:cs typeface="+mj-cs"/>
                <a:sym typeface="Arial" panose="020B0604020202020204" pitchFamily="34" charset="0"/>
              </a:rPr>
              <a:t>举一反三</a:t>
            </a:r>
            <a:endParaRPr lang="zh-CN" altLang="en-US" sz="2400" b="1" spc="300">
              <a:solidFill>
                <a:schemeClr val="tx1">
                  <a:lumMod val="65000"/>
                  <a:lumOff val="35000"/>
                </a:schemeClr>
              </a:solidFill>
              <a:latin typeface="Arial" panose="020B0604020202020204" pitchFamily="34" charset="0"/>
              <a:ea typeface="微软雅黑" panose="020B0503020204020204" pitchFamily="34" charset="-122"/>
              <a:cs typeface="+mj-cs"/>
              <a:sym typeface="Arial" panose="020B0604020202020204" pitchFamily="34" charset="0"/>
            </a:endParaRPr>
          </a:p>
        </p:txBody>
      </p:sp>
    </p:spTree>
    <p:custDataLst>
      <p:tags r:id="rId5"/>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2"/>
          <p:cNvSpPr txBox="1"/>
          <p:nvPr>
            <p:custDataLst>
              <p:tags r:id="rId1"/>
            </p:custDataLst>
          </p:nvPr>
        </p:nvSpPr>
        <p:spPr>
          <a:xfrm>
            <a:off x="3533140" y="1372245"/>
            <a:ext cx="1487170" cy="1240790"/>
          </a:xfrm>
          <a:prstGeom prst="rect">
            <a:avLst/>
          </a:prstGeom>
          <a:noFill/>
        </p:spPr>
        <p:txBody>
          <a:bodyPr wrap="square" lIns="90170" tIns="46990" rIns="90170" bIns="46990"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algn="ctr" defTabSz="914400" fontAlgn="auto">
              <a:lnSpc>
                <a:spcPct val="100000"/>
              </a:lnSpc>
              <a:spcBef>
                <a:spcPts val="0"/>
              </a:spcBef>
              <a:spcAft>
                <a:spcPts val="0"/>
              </a:spcAft>
              <a:buClrTx/>
              <a:buSzTx/>
              <a:buFontTx/>
            </a:pPr>
            <a:r>
              <a:rPr lang="en-US" altLang="zh-CN" sz="7200" b="1" spc="200" dirty="0">
                <a:solidFill>
                  <a:srgbClr val="6096E6"/>
                </a:solidFill>
                <a:latin typeface="Arial" panose="020B0604020202020204" pitchFamily="34" charset="0"/>
                <a:ea typeface="微软雅黑" panose="020B0503020204020204" pitchFamily="34" charset="-122"/>
                <a:cs typeface="+mn-ea"/>
                <a:sym typeface="Arial" panose="020B0604020202020204" pitchFamily="34" charset="0"/>
              </a:rPr>
              <a:t>01</a:t>
            </a:r>
            <a:endParaRPr lang="en-US" altLang="zh-CN" sz="7200" b="1" spc="200" dirty="0">
              <a:solidFill>
                <a:srgbClr val="6096E6"/>
              </a:solidFill>
              <a:latin typeface="Arial" panose="020B0604020202020204" pitchFamily="34" charset="0"/>
              <a:ea typeface="微软雅黑" panose="020B0503020204020204" pitchFamily="34" charset="-122"/>
              <a:cs typeface="+mn-ea"/>
              <a:sym typeface="Arial" panose="020B0604020202020204" pitchFamily="34" charset="0"/>
            </a:endParaRPr>
          </a:p>
        </p:txBody>
      </p:sp>
      <p:cxnSp>
        <p:nvCxnSpPr>
          <p:cNvPr id="8" name="直接连接符 7"/>
          <p:cNvCxnSpPr/>
          <p:nvPr>
            <p:custDataLst>
              <p:tags r:id="rId2"/>
            </p:custDataLst>
          </p:nvPr>
        </p:nvCxnSpPr>
        <p:spPr>
          <a:xfrm flipV="1">
            <a:off x="3726815" y="2606675"/>
            <a:ext cx="6564630" cy="635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标题 11"/>
          <p:cNvSpPr>
            <a:spLocks noGrp="1"/>
          </p:cNvSpPr>
          <p:nvPr>
            <p:custDataLst>
              <p:tags r:id="rId3"/>
            </p:custDataLst>
          </p:nvPr>
        </p:nvSpPr>
        <p:spPr>
          <a:xfrm>
            <a:off x="5030470" y="1628775"/>
            <a:ext cx="5699760" cy="705485"/>
          </a:xfrm>
          <a:prstGeom prst="rect">
            <a:avLst/>
          </a:prstGeom>
        </p:spPr>
        <p:txBody>
          <a:bodyPr vert="horz" lIns="90170" tIns="46990" rIns="90170" bIns="46990" rtlCol="0" anchor="ctr" anchorCtr="0">
            <a:noAutofit/>
          </a:bodyPr>
          <a:lst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a:lstStyle>
          <a:p>
            <a:r>
              <a:rPr lang="zh-CN" altLang="en-US" sz="4800">
                <a:solidFill>
                  <a:srgbClr val="6096E6"/>
                </a:solidFill>
                <a:sym typeface="Arial" panose="020B0604020202020204" pitchFamily="34" charset="0"/>
              </a:rPr>
              <a:t>配置定时器流程</a:t>
            </a:r>
            <a:endParaRPr lang="zh-CN" altLang="en-US" sz="4800">
              <a:solidFill>
                <a:srgbClr val="6096E6"/>
              </a:solidFill>
              <a:sym typeface="Arial" panose="020B0604020202020204" pitchFamily="34" charset="0"/>
            </a:endParaRPr>
          </a:p>
        </p:txBody>
      </p:sp>
      <p:sp>
        <p:nvSpPr>
          <p:cNvPr id="10" name="文本框 9"/>
          <p:cNvSpPr txBox="1"/>
          <p:nvPr/>
        </p:nvSpPr>
        <p:spPr>
          <a:xfrm>
            <a:off x="4166235" y="3249295"/>
            <a:ext cx="5817235" cy="2061210"/>
          </a:xfrm>
          <a:prstGeom prst="rect">
            <a:avLst/>
          </a:prstGeom>
          <a:noFill/>
        </p:spPr>
        <p:txBody>
          <a:bodyPr wrap="square" rtlCol="0">
            <a:spAutoFit/>
          </a:bodyPr>
          <a:p>
            <a:r>
              <a:rPr lang="en-US" altLang="zh-CN" sz="3200"/>
              <a:t>1.</a:t>
            </a:r>
            <a:r>
              <a:rPr lang="zh-CN" altLang="en-US" sz="3200"/>
              <a:t>开启时钟</a:t>
            </a:r>
            <a:endParaRPr lang="zh-CN" altLang="en-US" sz="3200"/>
          </a:p>
          <a:p>
            <a:r>
              <a:rPr lang="en-US" altLang="zh-CN" sz="3200">
                <a:sym typeface="+mn-ea"/>
              </a:rPr>
              <a:t>2.</a:t>
            </a:r>
            <a:r>
              <a:rPr lang="zh-CN" altLang="en-US" sz="3200">
                <a:sym typeface="+mn-ea"/>
              </a:rPr>
              <a:t>配置定时器参数</a:t>
            </a:r>
            <a:endParaRPr lang="zh-CN" altLang="en-US" sz="3200">
              <a:sym typeface="+mn-ea"/>
            </a:endParaRPr>
          </a:p>
          <a:p>
            <a:r>
              <a:rPr lang="en-US" altLang="zh-CN" sz="3200">
                <a:sym typeface="+mn-ea"/>
              </a:rPr>
              <a:t>3.</a:t>
            </a:r>
            <a:r>
              <a:rPr lang="zh-CN" altLang="en-US" sz="3200">
                <a:sym typeface="+mn-ea"/>
              </a:rPr>
              <a:t>配置中断优先级</a:t>
            </a:r>
            <a:endParaRPr lang="zh-CN" altLang="en-US" sz="3200">
              <a:sym typeface="+mn-ea"/>
            </a:endParaRPr>
          </a:p>
          <a:p>
            <a:r>
              <a:rPr lang="en-US" altLang="zh-CN" sz="3200">
                <a:sym typeface="+mn-ea"/>
              </a:rPr>
              <a:t>4.</a:t>
            </a:r>
            <a:r>
              <a:rPr lang="zh-CN" altLang="en-US" sz="3200">
                <a:sym typeface="+mn-ea"/>
              </a:rPr>
              <a:t>使能中断和定时器</a:t>
            </a:r>
            <a:endParaRPr lang="zh-CN" altLang="en-US" sz="3200">
              <a:sym typeface="+mn-ea"/>
            </a:endParaRPr>
          </a:p>
        </p:txBody>
      </p:sp>
      <p:pic>
        <p:nvPicPr>
          <p:cNvPr id="102" name="图片 101"/>
          <p:cNvPicPr>
            <a:picLocks noChangeAspect="1"/>
          </p:cNvPicPr>
          <p:nvPr/>
        </p:nvPicPr>
        <p:blipFill>
          <a:blip r:embed="rId4"/>
          <a:stretch>
            <a:fillRect/>
          </a:stretch>
        </p:blipFill>
        <p:spPr>
          <a:xfrm>
            <a:off x="317500" y="144780"/>
            <a:ext cx="2322830" cy="872490"/>
          </a:xfrm>
          <a:prstGeom prst="rect">
            <a:avLst/>
          </a:prstGeom>
          <a:noFill/>
          <a:ln w="9525">
            <a:noFill/>
          </a:ln>
        </p:spPr>
      </p:pic>
    </p:spTree>
    <p:custDataLst>
      <p:tags r:id="rId5"/>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alpha val="51000"/>
          </a:schemeClr>
        </a:solidFill>
        <a:effectLst/>
      </p:bgPr>
    </p:bg>
    <p:spTree>
      <p:nvGrpSpPr>
        <p:cNvPr id="1" name=""/>
        <p:cNvGrpSpPr/>
        <p:nvPr/>
      </p:nvGrpSpPr>
      <p:grpSpPr>
        <a:xfrm>
          <a:off x="0" y="0"/>
          <a:ext cx="0" cy="0"/>
          <a:chOff x="0" y="0"/>
          <a:chExt cx="0" cy="0"/>
        </a:xfrm>
      </p:grpSpPr>
      <p:pic>
        <p:nvPicPr>
          <p:cNvPr id="27" name="图片 26" descr="32313535353437353b32313535353435333bc8cecef1c6ecd6c4"/>
          <p:cNvPicPr>
            <a:picLocks noChangeAspect="1"/>
          </p:cNvPicPr>
          <p:nvPr/>
        </p:nvPicPr>
        <p:blipFill>
          <a:blip r:embed="rId1"/>
          <a:stretch>
            <a:fillRect/>
          </a:stretch>
        </p:blipFill>
        <p:spPr>
          <a:xfrm>
            <a:off x="160020" y="213360"/>
            <a:ext cx="664210" cy="664210"/>
          </a:xfrm>
          <a:prstGeom prst="rect">
            <a:avLst/>
          </a:prstGeom>
        </p:spPr>
      </p:pic>
      <p:cxnSp>
        <p:nvCxnSpPr>
          <p:cNvPr id="33" name="直接连接符 32"/>
          <p:cNvCxnSpPr/>
          <p:nvPr/>
        </p:nvCxnSpPr>
        <p:spPr>
          <a:xfrm>
            <a:off x="531495" y="873125"/>
            <a:ext cx="4044315" cy="5715"/>
          </a:xfrm>
          <a:prstGeom prst="line">
            <a:avLst/>
          </a:prstGeom>
        </p:spPr>
        <p:style>
          <a:lnRef idx="1">
            <a:schemeClr val="dk1"/>
          </a:lnRef>
          <a:fillRef idx="0">
            <a:schemeClr val="dk1"/>
          </a:fillRef>
          <a:effectRef idx="0">
            <a:schemeClr val="dk1"/>
          </a:effectRef>
          <a:fontRef idx="minor">
            <a:schemeClr val="tx1"/>
          </a:fontRef>
        </p:style>
      </p:cxnSp>
      <p:sp>
        <p:nvSpPr>
          <p:cNvPr id="2" name="文本框 1"/>
          <p:cNvSpPr txBox="1"/>
          <p:nvPr/>
        </p:nvSpPr>
        <p:spPr>
          <a:xfrm>
            <a:off x="1111885" y="330200"/>
            <a:ext cx="3664585" cy="521970"/>
          </a:xfrm>
          <a:prstGeom prst="rect">
            <a:avLst/>
          </a:prstGeom>
          <a:noFill/>
        </p:spPr>
        <p:txBody>
          <a:bodyPr wrap="square" rtlCol="0">
            <a:spAutoFit/>
            <a:scene3d>
              <a:camera prst="orthographicFront"/>
              <a:lightRig rig="threePt" dir="t"/>
            </a:scene3d>
          </a:bodyPr>
          <a:p>
            <a:pPr algn="ctr">
              <a:defRPr/>
            </a:pPr>
            <a:r>
              <a:rPr kumimoji="0" lang="zh-CN" altLang="en-US"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rPr>
              <a:t>开启时钟</a:t>
            </a:r>
            <a:endParaRPr kumimoji="0" lang="zh-CN" altLang="en-US"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endParaRPr>
          </a:p>
        </p:txBody>
      </p:sp>
      <p:pic>
        <p:nvPicPr>
          <p:cNvPr id="102" name="图片 101"/>
          <p:cNvPicPr>
            <a:picLocks noChangeAspect="1"/>
          </p:cNvPicPr>
          <p:nvPr/>
        </p:nvPicPr>
        <p:blipFill>
          <a:blip r:embed="rId2"/>
          <a:stretch>
            <a:fillRect/>
          </a:stretch>
        </p:blipFill>
        <p:spPr>
          <a:xfrm>
            <a:off x="9391015" y="330200"/>
            <a:ext cx="2322830" cy="872490"/>
          </a:xfrm>
          <a:prstGeom prst="rect">
            <a:avLst/>
          </a:prstGeom>
          <a:noFill/>
          <a:ln w="9525">
            <a:noFill/>
          </a:ln>
        </p:spPr>
      </p:pic>
      <p:sp>
        <p:nvSpPr>
          <p:cNvPr id="5" name="文本框 4"/>
          <p:cNvSpPr txBox="1"/>
          <p:nvPr/>
        </p:nvSpPr>
        <p:spPr>
          <a:xfrm>
            <a:off x="1951990" y="1080770"/>
            <a:ext cx="2824480" cy="368300"/>
          </a:xfrm>
          <a:prstGeom prst="rect">
            <a:avLst/>
          </a:prstGeom>
          <a:noFill/>
        </p:spPr>
        <p:txBody>
          <a:bodyPr wrap="none" rtlCol="0">
            <a:spAutoFit/>
          </a:bodyPr>
          <a:p>
            <a:r>
              <a:rPr lang="zh-CN"/>
              <a:t>以定时器</a:t>
            </a:r>
            <a:r>
              <a:rPr lang="en-US" altLang="zh-CN"/>
              <a:t>5</a:t>
            </a:r>
            <a:r>
              <a:rPr lang="zh-CN" altLang="en-US"/>
              <a:t>为例进行讲解。</a:t>
            </a:r>
            <a:endParaRPr lang="zh-CN" altLang="en-US"/>
          </a:p>
        </p:txBody>
      </p:sp>
      <p:pic>
        <p:nvPicPr>
          <p:cNvPr id="3" name="图片 11"/>
          <p:cNvPicPr>
            <a:picLocks noChangeAspect="1"/>
          </p:cNvPicPr>
          <p:nvPr/>
        </p:nvPicPr>
        <p:blipFill>
          <a:blip r:embed="rId3"/>
          <a:stretch>
            <a:fillRect/>
          </a:stretch>
        </p:blipFill>
        <p:spPr>
          <a:xfrm>
            <a:off x="2077720" y="1449070"/>
            <a:ext cx="7134225" cy="4321810"/>
          </a:xfrm>
          <a:prstGeom prst="rect">
            <a:avLst/>
          </a:prstGeom>
          <a:noFill/>
          <a:ln w="9525">
            <a:noFill/>
          </a:ln>
        </p:spPr>
      </p:pic>
    </p:spTree>
    <p:custDataLst>
      <p:tags r:id="rId4"/>
    </p:custData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alpha val="51000"/>
          </a:schemeClr>
        </a:solidFill>
        <a:effectLst/>
      </p:bgPr>
    </p:bg>
    <p:spTree>
      <p:nvGrpSpPr>
        <p:cNvPr id="1" name=""/>
        <p:cNvGrpSpPr/>
        <p:nvPr/>
      </p:nvGrpSpPr>
      <p:grpSpPr>
        <a:xfrm>
          <a:off x="0" y="0"/>
          <a:ext cx="0" cy="0"/>
          <a:chOff x="0" y="0"/>
          <a:chExt cx="0" cy="0"/>
        </a:xfrm>
      </p:grpSpPr>
      <p:pic>
        <p:nvPicPr>
          <p:cNvPr id="27" name="图片 26" descr="32313535353437353b32313535353435333bc8cecef1c6ecd6c4"/>
          <p:cNvPicPr>
            <a:picLocks noChangeAspect="1"/>
          </p:cNvPicPr>
          <p:nvPr/>
        </p:nvPicPr>
        <p:blipFill>
          <a:blip r:embed="rId1"/>
          <a:stretch>
            <a:fillRect/>
          </a:stretch>
        </p:blipFill>
        <p:spPr>
          <a:xfrm>
            <a:off x="160020" y="213360"/>
            <a:ext cx="664210" cy="664210"/>
          </a:xfrm>
          <a:prstGeom prst="rect">
            <a:avLst/>
          </a:prstGeom>
        </p:spPr>
      </p:pic>
      <p:cxnSp>
        <p:nvCxnSpPr>
          <p:cNvPr id="33" name="直接连接符 32"/>
          <p:cNvCxnSpPr/>
          <p:nvPr/>
        </p:nvCxnSpPr>
        <p:spPr>
          <a:xfrm>
            <a:off x="531495" y="873125"/>
            <a:ext cx="4044315" cy="5715"/>
          </a:xfrm>
          <a:prstGeom prst="line">
            <a:avLst/>
          </a:prstGeom>
        </p:spPr>
        <p:style>
          <a:lnRef idx="1">
            <a:schemeClr val="dk1"/>
          </a:lnRef>
          <a:fillRef idx="0">
            <a:schemeClr val="dk1"/>
          </a:fillRef>
          <a:effectRef idx="0">
            <a:schemeClr val="dk1"/>
          </a:effectRef>
          <a:fontRef idx="minor">
            <a:schemeClr val="tx1"/>
          </a:fontRef>
        </p:style>
      </p:cxnSp>
      <p:sp>
        <p:nvSpPr>
          <p:cNvPr id="2" name="文本框 1"/>
          <p:cNvSpPr txBox="1"/>
          <p:nvPr/>
        </p:nvSpPr>
        <p:spPr>
          <a:xfrm>
            <a:off x="1111885" y="330200"/>
            <a:ext cx="3664585" cy="521970"/>
          </a:xfrm>
          <a:prstGeom prst="rect">
            <a:avLst/>
          </a:prstGeom>
          <a:noFill/>
        </p:spPr>
        <p:txBody>
          <a:bodyPr wrap="square" rtlCol="0">
            <a:spAutoFit/>
            <a:scene3d>
              <a:camera prst="orthographicFront"/>
              <a:lightRig rig="threePt" dir="t"/>
            </a:scene3d>
          </a:bodyPr>
          <a:p>
            <a:pPr algn="ctr">
              <a:defRPr/>
            </a:pPr>
            <a:r>
              <a:rPr kumimoji="0" lang="zh-CN" altLang="en-US"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rPr>
              <a:t>开启时钟</a:t>
            </a:r>
            <a:endParaRPr kumimoji="0" lang="zh-CN" altLang="en-US"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endParaRPr>
          </a:p>
        </p:txBody>
      </p:sp>
      <p:pic>
        <p:nvPicPr>
          <p:cNvPr id="102" name="图片 101"/>
          <p:cNvPicPr>
            <a:picLocks noChangeAspect="1"/>
          </p:cNvPicPr>
          <p:nvPr/>
        </p:nvPicPr>
        <p:blipFill>
          <a:blip r:embed="rId2"/>
          <a:stretch>
            <a:fillRect/>
          </a:stretch>
        </p:blipFill>
        <p:spPr>
          <a:xfrm>
            <a:off x="9391015" y="330200"/>
            <a:ext cx="2322830" cy="872490"/>
          </a:xfrm>
          <a:prstGeom prst="rect">
            <a:avLst/>
          </a:prstGeom>
          <a:noFill/>
          <a:ln w="9525">
            <a:noFill/>
          </a:ln>
        </p:spPr>
      </p:pic>
      <p:sp>
        <p:nvSpPr>
          <p:cNvPr id="4" name="文本框 3"/>
          <p:cNvSpPr txBox="1"/>
          <p:nvPr/>
        </p:nvSpPr>
        <p:spPr>
          <a:xfrm>
            <a:off x="1949450" y="1569720"/>
            <a:ext cx="7441565" cy="398780"/>
          </a:xfrm>
          <a:prstGeom prst="rect">
            <a:avLst/>
          </a:prstGeom>
          <a:noFill/>
        </p:spPr>
        <p:txBody>
          <a:bodyPr wrap="square" rtlCol="0">
            <a:spAutoFit/>
          </a:bodyPr>
          <a:p>
            <a:pPr>
              <a:buClrTx/>
              <a:buSzTx/>
              <a:buNone/>
            </a:pPr>
            <a:r>
              <a:rPr sz="2000">
                <a:highlight>
                  <a:srgbClr val="C0C0C0"/>
                </a:highlight>
              </a:rPr>
              <a:t>#define   BSP_TIMER_RCU       RCU_TIMER5  // 定时器时钟</a:t>
            </a:r>
            <a:endParaRPr sz="2000">
              <a:highlight>
                <a:srgbClr val="C0C0C0"/>
              </a:highlight>
            </a:endParaRPr>
          </a:p>
        </p:txBody>
      </p:sp>
      <p:sp>
        <p:nvSpPr>
          <p:cNvPr id="6" name="文本框 5"/>
          <p:cNvSpPr txBox="1"/>
          <p:nvPr/>
        </p:nvSpPr>
        <p:spPr>
          <a:xfrm>
            <a:off x="1887220" y="1111885"/>
            <a:ext cx="2299970" cy="398780"/>
          </a:xfrm>
          <a:prstGeom prst="rect">
            <a:avLst/>
          </a:prstGeom>
          <a:noFill/>
        </p:spPr>
        <p:txBody>
          <a:bodyPr wrap="square" rtlCol="0">
            <a:spAutoFit/>
          </a:bodyPr>
          <a:p>
            <a:pPr>
              <a:buClrTx/>
              <a:buSzTx/>
              <a:buNone/>
            </a:pPr>
            <a:r>
              <a:rPr lang="zh-CN" sz="2000"/>
              <a:t>开启定时器</a:t>
            </a:r>
            <a:r>
              <a:rPr lang="en-US" altLang="zh-CN" sz="2000"/>
              <a:t>5</a:t>
            </a:r>
            <a:r>
              <a:rPr lang="zh-CN" altLang="en-US" sz="2000"/>
              <a:t>时钟：</a:t>
            </a:r>
            <a:endParaRPr lang="zh-CN" altLang="en-US" sz="2000"/>
          </a:p>
        </p:txBody>
      </p:sp>
      <p:sp>
        <p:nvSpPr>
          <p:cNvPr id="7" name="文本框 6"/>
          <p:cNvSpPr txBox="1"/>
          <p:nvPr/>
        </p:nvSpPr>
        <p:spPr>
          <a:xfrm>
            <a:off x="1949450" y="2189480"/>
            <a:ext cx="7441565" cy="706755"/>
          </a:xfrm>
          <a:prstGeom prst="rect">
            <a:avLst/>
          </a:prstGeom>
          <a:noFill/>
        </p:spPr>
        <p:txBody>
          <a:bodyPr wrap="square" rtlCol="0">
            <a:spAutoFit/>
          </a:bodyPr>
          <a:p>
            <a:pPr>
              <a:buClrTx/>
              <a:buSzTx/>
              <a:buNone/>
            </a:pPr>
            <a:r>
              <a:rPr sz="2000">
                <a:highlight>
                  <a:srgbClr val="C0C0C0"/>
                </a:highlight>
              </a:rPr>
              <a:t>/* 开启时钟 */</a:t>
            </a:r>
            <a:endParaRPr sz="2000">
              <a:highlight>
                <a:srgbClr val="C0C0C0"/>
              </a:highlight>
            </a:endParaRPr>
          </a:p>
          <a:p>
            <a:pPr>
              <a:buClrTx/>
              <a:buSzTx/>
              <a:buNone/>
            </a:pPr>
            <a:r>
              <a:rPr sz="2000">
                <a:highlight>
                  <a:srgbClr val="C0C0C0"/>
                </a:highlight>
              </a:rPr>
              <a:t>rcu_periph_clock_enable(BSP_TIMER_RCU); // 开启定时器时钟</a:t>
            </a:r>
            <a:endParaRPr sz="2000">
              <a:highlight>
                <a:srgbClr val="C0C0C0"/>
              </a:highlight>
            </a:endParaRPr>
          </a:p>
        </p:txBody>
      </p:sp>
      <p:sp>
        <p:nvSpPr>
          <p:cNvPr id="9" name="文本框 8"/>
          <p:cNvSpPr txBox="1"/>
          <p:nvPr/>
        </p:nvSpPr>
        <p:spPr>
          <a:xfrm>
            <a:off x="1887220" y="3232785"/>
            <a:ext cx="3164205" cy="398780"/>
          </a:xfrm>
          <a:prstGeom prst="rect">
            <a:avLst/>
          </a:prstGeom>
          <a:noFill/>
        </p:spPr>
        <p:txBody>
          <a:bodyPr wrap="square" rtlCol="0">
            <a:spAutoFit/>
          </a:bodyPr>
          <a:p>
            <a:pPr>
              <a:buClrTx/>
              <a:buSzTx/>
              <a:buNone/>
            </a:pPr>
            <a:r>
              <a:rPr lang="zh-CN" sz="2000"/>
              <a:t>配置定时器时钟</a:t>
            </a:r>
            <a:r>
              <a:rPr lang="en-US" altLang="zh-CN" sz="2000"/>
              <a:t>200MHZ</a:t>
            </a:r>
            <a:r>
              <a:rPr lang="zh-CN" altLang="en-US" sz="2000"/>
              <a:t>：</a:t>
            </a:r>
            <a:endParaRPr lang="zh-CN" altLang="en-US" sz="2000"/>
          </a:p>
        </p:txBody>
      </p:sp>
      <p:sp>
        <p:nvSpPr>
          <p:cNvPr id="10" name="文本框 9"/>
          <p:cNvSpPr txBox="1"/>
          <p:nvPr/>
        </p:nvSpPr>
        <p:spPr>
          <a:xfrm>
            <a:off x="1887220" y="4504055"/>
            <a:ext cx="8383270" cy="1014730"/>
          </a:xfrm>
          <a:prstGeom prst="rect">
            <a:avLst/>
          </a:prstGeom>
          <a:noFill/>
        </p:spPr>
        <p:txBody>
          <a:bodyPr wrap="square" rtlCol="0">
            <a:spAutoFit/>
          </a:bodyPr>
          <a:p>
            <a:pPr>
              <a:buClrTx/>
              <a:buSzTx/>
              <a:buNone/>
            </a:pPr>
            <a:r>
              <a:rPr sz="2000">
                <a:highlight>
                  <a:srgbClr val="C0C0C0"/>
                </a:highlight>
              </a:rPr>
              <a:t>/* CK_TIMERx = 4 x CK_APB1  = 4x50M = 200MHZ */</a:t>
            </a:r>
            <a:endParaRPr sz="2000">
              <a:highlight>
                <a:srgbClr val="C0C0C0"/>
              </a:highlight>
            </a:endParaRPr>
          </a:p>
          <a:p>
            <a:pPr>
              <a:buClrTx/>
              <a:buSzTx/>
              <a:buNone/>
            </a:pPr>
            <a:r>
              <a:rPr lang="en-US" sz="2000">
                <a:highlight>
                  <a:srgbClr val="C0C0C0"/>
                </a:highlight>
              </a:rPr>
              <a:t>  </a:t>
            </a:r>
            <a:r>
              <a:rPr sz="2000">
                <a:highlight>
                  <a:srgbClr val="C0C0C0"/>
                </a:highlight>
              </a:rPr>
              <a:t>rcu_timer_clock_prescaler_config(RCU_TIMER_PSC_MUL4); </a:t>
            </a:r>
            <a:endParaRPr sz="2000">
              <a:highlight>
                <a:srgbClr val="C0C0C0"/>
              </a:highlight>
            </a:endParaRPr>
          </a:p>
          <a:p>
            <a:pPr>
              <a:buClrTx/>
              <a:buSzTx/>
              <a:buNone/>
            </a:pPr>
            <a:r>
              <a:rPr sz="2000">
                <a:highlight>
                  <a:srgbClr val="C0C0C0"/>
                </a:highlight>
              </a:rPr>
              <a:t> </a:t>
            </a:r>
            <a:r>
              <a:rPr lang="en-US" sz="2000">
                <a:highlight>
                  <a:srgbClr val="C0C0C0"/>
                </a:highlight>
              </a:rPr>
              <a:t> </a:t>
            </a:r>
            <a:r>
              <a:rPr sz="2000">
                <a:highlight>
                  <a:srgbClr val="C0C0C0"/>
                </a:highlight>
              </a:rPr>
              <a:t>// 配置定时器时钟 </a:t>
            </a:r>
            <a:endParaRPr sz="2000">
              <a:highlight>
                <a:srgbClr val="C0C0C0"/>
              </a:highlight>
            </a:endParaRPr>
          </a:p>
        </p:txBody>
      </p:sp>
      <p:sp>
        <p:nvSpPr>
          <p:cNvPr id="100" name="文本框 99"/>
          <p:cNvSpPr txBox="1"/>
          <p:nvPr/>
        </p:nvSpPr>
        <p:spPr>
          <a:xfrm>
            <a:off x="1376045" y="3883660"/>
            <a:ext cx="8261350" cy="368300"/>
          </a:xfrm>
          <a:prstGeom prst="rect">
            <a:avLst/>
          </a:prstGeom>
          <a:noFill/>
          <a:ln w="9525">
            <a:noFill/>
          </a:ln>
        </p:spPr>
        <p:txBody>
          <a:bodyPr wrap="square">
            <a:spAutoFit/>
          </a:bodyPr>
          <a:p>
            <a:pPr indent="560705"/>
            <a:r>
              <a:rPr lang="en-US" b="0">
                <a:latin typeface="Calibri" panose="020F0502020204030204" charset="0"/>
                <a:ea typeface="宋体" panose="02010600030101010101" pitchFamily="2" charset="-122"/>
              </a:rPr>
              <a:t>v</a:t>
            </a:r>
            <a:r>
              <a:rPr lang="en-US" b="0">
                <a:latin typeface="Calibri" panose="020F0502020204030204" charset="0"/>
                <a:ea typeface="宋体" panose="02010600030101010101" pitchFamily="2" charset="-122"/>
                <a:cs typeface="Times New Roman" panose="02020603050405020304" charset="0"/>
              </a:rPr>
              <a:t>oid rcu_timer_clock_prescaler_config(uint32_t timer_clock_prescaler);  </a:t>
            </a:r>
            <a:endParaRPr lang="zh-CN" altLang="en-US"/>
          </a:p>
        </p:txBody>
      </p:sp>
    </p:spTree>
    <p:custDataLst>
      <p:tags r:id="rId3"/>
    </p:custData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alpha val="51000"/>
          </a:schemeClr>
        </a:solidFill>
        <a:effectLst/>
      </p:bgPr>
    </p:bg>
    <p:spTree>
      <p:nvGrpSpPr>
        <p:cNvPr id="1" name=""/>
        <p:cNvGrpSpPr/>
        <p:nvPr/>
      </p:nvGrpSpPr>
      <p:grpSpPr>
        <a:xfrm>
          <a:off x="0" y="0"/>
          <a:ext cx="0" cy="0"/>
          <a:chOff x="0" y="0"/>
          <a:chExt cx="0" cy="0"/>
        </a:xfrm>
      </p:grpSpPr>
      <p:pic>
        <p:nvPicPr>
          <p:cNvPr id="27" name="图片 26" descr="32313535353437353b32313535353435333bc8cecef1c6ecd6c4"/>
          <p:cNvPicPr>
            <a:picLocks noChangeAspect="1"/>
          </p:cNvPicPr>
          <p:nvPr/>
        </p:nvPicPr>
        <p:blipFill>
          <a:blip r:embed="rId1"/>
          <a:stretch>
            <a:fillRect/>
          </a:stretch>
        </p:blipFill>
        <p:spPr>
          <a:xfrm>
            <a:off x="160020" y="213360"/>
            <a:ext cx="664210" cy="664210"/>
          </a:xfrm>
          <a:prstGeom prst="rect">
            <a:avLst/>
          </a:prstGeom>
        </p:spPr>
      </p:pic>
      <p:cxnSp>
        <p:nvCxnSpPr>
          <p:cNvPr id="33" name="直接连接符 32"/>
          <p:cNvCxnSpPr/>
          <p:nvPr/>
        </p:nvCxnSpPr>
        <p:spPr>
          <a:xfrm>
            <a:off x="531495" y="873125"/>
            <a:ext cx="4044315" cy="5715"/>
          </a:xfrm>
          <a:prstGeom prst="line">
            <a:avLst/>
          </a:prstGeom>
        </p:spPr>
        <p:style>
          <a:lnRef idx="1">
            <a:schemeClr val="dk1"/>
          </a:lnRef>
          <a:fillRef idx="0">
            <a:schemeClr val="dk1"/>
          </a:fillRef>
          <a:effectRef idx="0">
            <a:schemeClr val="dk1"/>
          </a:effectRef>
          <a:fontRef idx="minor">
            <a:schemeClr val="tx1"/>
          </a:fontRef>
        </p:style>
      </p:cxnSp>
      <p:sp>
        <p:nvSpPr>
          <p:cNvPr id="2" name="文本框 1"/>
          <p:cNvSpPr txBox="1"/>
          <p:nvPr/>
        </p:nvSpPr>
        <p:spPr>
          <a:xfrm>
            <a:off x="1094740" y="330200"/>
            <a:ext cx="3664585" cy="521970"/>
          </a:xfrm>
          <a:prstGeom prst="rect">
            <a:avLst/>
          </a:prstGeom>
          <a:noFill/>
        </p:spPr>
        <p:txBody>
          <a:bodyPr wrap="square" rtlCol="0">
            <a:spAutoFit/>
            <a:scene3d>
              <a:camera prst="orthographicFront"/>
              <a:lightRig rig="threePt" dir="t"/>
            </a:scene3d>
          </a:bodyPr>
          <a:p>
            <a:pPr algn="ctr">
              <a:defRPr/>
            </a:pPr>
            <a:r>
              <a:rPr kumimoji="0" lang="zh-CN"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rPr>
              <a:t>配置定时器参数</a:t>
            </a:r>
            <a:endParaRPr kumimoji="0" lang="zh-CN"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endParaRPr>
          </a:p>
        </p:txBody>
      </p:sp>
      <p:pic>
        <p:nvPicPr>
          <p:cNvPr id="102" name="图片 101"/>
          <p:cNvPicPr>
            <a:picLocks noChangeAspect="1"/>
          </p:cNvPicPr>
          <p:nvPr/>
        </p:nvPicPr>
        <p:blipFill>
          <a:blip r:embed="rId2"/>
          <a:stretch>
            <a:fillRect/>
          </a:stretch>
        </p:blipFill>
        <p:spPr>
          <a:xfrm>
            <a:off x="9391015" y="330200"/>
            <a:ext cx="2322830" cy="872490"/>
          </a:xfrm>
          <a:prstGeom prst="rect">
            <a:avLst/>
          </a:prstGeom>
          <a:noFill/>
          <a:ln w="9525">
            <a:noFill/>
          </a:ln>
        </p:spPr>
      </p:pic>
      <p:sp>
        <p:nvSpPr>
          <p:cNvPr id="3" name="文本框 2"/>
          <p:cNvSpPr txBox="1"/>
          <p:nvPr/>
        </p:nvSpPr>
        <p:spPr>
          <a:xfrm>
            <a:off x="1504950" y="1000760"/>
            <a:ext cx="8839200" cy="953135"/>
          </a:xfrm>
          <a:prstGeom prst="rect">
            <a:avLst/>
          </a:prstGeom>
          <a:noFill/>
        </p:spPr>
        <p:txBody>
          <a:bodyPr wrap="square" rtlCol="0">
            <a:spAutoFit/>
          </a:bodyPr>
          <a:p>
            <a:r>
              <a:rPr lang="en-US" sz="2800"/>
              <a:t>        </a:t>
            </a:r>
            <a:r>
              <a:rPr sz="2800"/>
              <a:t>开启时钟之后，需要配置一些定时器的参数，比如定时时间，计数模式等。</a:t>
            </a:r>
            <a:endParaRPr sz="2800"/>
          </a:p>
        </p:txBody>
      </p:sp>
      <p:pic>
        <p:nvPicPr>
          <p:cNvPr id="5" name="图片 4"/>
          <p:cNvPicPr>
            <a:picLocks noChangeAspect="1"/>
          </p:cNvPicPr>
          <p:nvPr/>
        </p:nvPicPr>
        <p:blipFill>
          <a:blip r:embed="rId3"/>
          <a:stretch>
            <a:fillRect/>
          </a:stretch>
        </p:blipFill>
        <p:spPr>
          <a:xfrm>
            <a:off x="1971675" y="2243455"/>
            <a:ext cx="8372475" cy="2371725"/>
          </a:xfrm>
          <a:prstGeom prst="rect">
            <a:avLst/>
          </a:prstGeom>
        </p:spPr>
      </p:pic>
    </p:spTree>
    <p:custDataLst>
      <p:tags r:id="rId4"/>
    </p:custData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alpha val="51000"/>
          </a:schemeClr>
        </a:solidFill>
        <a:effectLst/>
      </p:bgPr>
    </p:bg>
    <p:spTree>
      <p:nvGrpSpPr>
        <p:cNvPr id="1" name=""/>
        <p:cNvGrpSpPr/>
        <p:nvPr/>
      </p:nvGrpSpPr>
      <p:grpSpPr>
        <a:xfrm>
          <a:off x="0" y="0"/>
          <a:ext cx="0" cy="0"/>
          <a:chOff x="0" y="0"/>
          <a:chExt cx="0" cy="0"/>
        </a:xfrm>
      </p:grpSpPr>
      <p:pic>
        <p:nvPicPr>
          <p:cNvPr id="27" name="图片 26" descr="32313535353437353b32313535353435333bc8cecef1c6ecd6c4"/>
          <p:cNvPicPr>
            <a:picLocks noChangeAspect="1"/>
          </p:cNvPicPr>
          <p:nvPr/>
        </p:nvPicPr>
        <p:blipFill>
          <a:blip r:embed="rId1"/>
          <a:stretch>
            <a:fillRect/>
          </a:stretch>
        </p:blipFill>
        <p:spPr>
          <a:xfrm>
            <a:off x="160020" y="213360"/>
            <a:ext cx="664210" cy="664210"/>
          </a:xfrm>
          <a:prstGeom prst="rect">
            <a:avLst/>
          </a:prstGeom>
        </p:spPr>
      </p:pic>
      <p:cxnSp>
        <p:nvCxnSpPr>
          <p:cNvPr id="33" name="直接连接符 32"/>
          <p:cNvCxnSpPr/>
          <p:nvPr/>
        </p:nvCxnSpPr>
        <p:spPr>
          <a:xfrm>
            <a:off x="531495" y="873125"/>
            <a:ext cx="4044315" cy="5715"/>
          </a:xfrm>
          <a:prstGeom prst="line">
            <a:avLst/>
          </a:prstGeom>
        </p:spPr>
        <p:style>
          <a:lnRef idx="1">
            <a:schemeClr val="dk1"/>
          </a:lnRef>
          <a:fillRef idx="0">
            <a:schemeClr val="dk1"/>
          </a:fillRef>
          <a:effectRef idx="0">
            <a:schemeClr val="dk1"/>
          </a:effectRef>
          <a:fontRef idx="minor">
            <a:schemeClr val="tx1"/>
          </a:fontRef>
        </p:style>
      </p:cxnSp>
      <p:sp>
        <p:nvSpPr>
          <p:cNvPr id="2" name="文本框 1"/>
          <p:cNvSpPr txBox="1"/>
          <p:nvPr/>
        </p:nvSpPr>
        <p:spPr>
          <a:xfrm>
            <a:off x="1094740" y="330200"/>
            <a:ext cx="3664585" cy="521970"/>
          </a:xfrm>
          <a:prstGeom prst="rect">
            <a:avLst/>
          </a:prstGeom>
          <a:noFill/>
        </p:spPr>
        <p:txBody>
          <a:bodyPr wrap="square" rtlCol="0">
            <a:spAutoFit/>
            <a:scene3d>
              <a:camera prst="orthographicFront"/>
              <a:lightRig rig="threePt" dir="t"/>
            </a:scene3d>
          </a:bodyPr>
          <a:p>
            <a:pPr algn="ctr">
              <a:defRPr/>
            </a:pPr>
            <a:r>
              <a:rPr kumimoji="0" lang="zh-CN"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rPr>
              <a:t>配置定时器参数</a:t>
            </a:r>
            <a:endParaRPr kumimoji="0" lang="zh-CN"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endParaRPr>
          </a:p>
        </p:txBody>
      </p:sp>
      <p:pic>
        <p:nvPicPr>
          <p:cNvPr id="102" name="图片 101"/>
          <p:cNvPicPr>
            <a:picLocks noChangeAspect="1"/>
          </p:cNvPicPr>
          <p:nvPr/>
        </p:nvPicPr>
        <p:blipFill>
          <a:blip r:embed="rId2"/>
          <a:stretch>
            <a:fillRect/>
          </a:stretch>
        </p:blipFill>
        <p:spPr>
          <a:xfrm>
            <a:off x="9391015" y="330200"/>
            <a:ext cx="2322830" cy="872490"/>
          </a:xfrm>
          <a:prstGeom prst="rect">
            <a:avLst/>
          </a:prstGeom>
          <a:noFill/>
          <a:ln w="9525">
            <a:noFill/>
          </a:ln>
        </p:spPr>
      </p:pic>
      <p:graphicFrame>
        <p:nvGraphicFramePr>
          <p:cNvPr id="4" name="表格 3"/>
          <p:cNvGraphicFramePr/>
          <p:nvPr>
            <p:custDataLst>
              <p:tags r:id="rId3"/>
            </p:custDataLst>
          </p:nvPr>
        </p:nvGraphicFramePr>
        <p:xfrm>
          <a:off x="1667510" y="1346835"/>
          <a:ext cx="8656320" cy="4394835"/>
        </p:xfrm>
        <a:graphic>
          <a:graphicData uri="http://schemas.openxmlformats.org/drawingml/2006/table">
            <a:tbl>
              <a:tblPr firstRow="1" bandRow="1">
                <a:tableStyleId>{5C22544A-7EE6-4342-B048-85BDC9FD1C3A}</a:tableStyleId>
              </a:tblPr>
              <a:tblGrid>
                <a:gridCol w="2249805"/>
                <a:gridCol w="6406515"/>
              </a:tblGrid>
              <a:tr h="289560">
                <a:tc>
                  <a:txBody>
                    <a:bodyPr/>
                    <a:p>
                      <a:pPr>
                        <a:buNone/>
                      </a:pPr>
                      <a:r>
                        <a:rPr lang="zh-CN" altLang="en-US"/>
                        <a:t>参数</a:t>
                      </a:r>
                      <a:endParaRPr lang="zh-CN" altLang="en-US"/>
                    </a:p>
                  </a:txBody>
                  <a:tcPr/>
                </a:tc>
                <a:tc>
                  <a:txBody>
                    <a:bodyPr/>
                    <a:p>
                      <a:pPr>
                        <a:buNone/>
                      </a:pPr>
                      <a:r>
                        <a:rPr lang="zh-CN" altLang="en-US"/>
                        <a:t>描述</a:t>
                      </a:r>
                      <a:endParaRPr lang="zh-CN" altLang="en-US"/>
                    </a:p>
                  </a:txBody>
                  <a:tcPr/>
                </a:tc>
              </a:tr>
              <a:tr h="1248410">
                <a:tc>
                  <a:txBody>
                    <a:bodyPr/>
                    <a:p>
                      <a:pPr algn="ctr">
                        <a:buNone/>
                      </a:pPr>
                      <a:r>
                        <a:rPr lang="zh-CN" altLang="en-US"/>
                        <a:t>prescaler</a:t>
                      </a:r>
                      <a:endParaRPr lang="zh-CN" altLang="en-US"/>
                    </a:p>
                  </a:txBody>
                  <a:tcPr anchor="ctr" anchorCtr="0"/>
                </a:tc>
                <a:tc>
                  <a:txBody>
                    <a:bodyPr/>
                    <a:p>
                      <a:pPr>
                        <a:buNone/>
                      </a:pPr>
                      <a:r>
                        <a:rPr lang="zh-CN" altLang="en-US" sz="1400"/>
                        <a:t>这个参数是时钟的预分频值，是16位的，取值范围为1-65535。</a:t>
                      </a:r>
                      <a:endParaRPr lang="zh-CN" altLang="en-US" sz="1400"/>
                    </a:p>
                    <a:p>
                      <a:pPr>
                        <a:buNone/>
                      </a:pPr>
                      <a:endParaRPr lang="zh-CN" altLang="en-US" sz="1400"/>
                    </a:p>
                    <a:p>
                      <a:pPr>
                        <a:buNone/>
                      </a:pPr>
                      <a:r>
                        <a:rPr lang="zh-CN" altLang="en-US" sz="1400"/>
                        <a:t>prescaler参数将决定一个计数周期的时间。设预分频值为pre,则计数器时钟频率PSC_CLK=TIMER_CK / (pre + 1)。</a:t>
                      </a:r>
                      <a:endParaRPr lang="zh-CN" altLang="en-US" sz="1400"/>
                    </a:p>
                  </a:txBody>
                  <a:tcPr/>
                </a:tc>
              </a:tr>
              <a:tr h="365760">
                <a:tc>
                  <a:txBody>
                    <a:bodyPr/>
                    <a:p>
                      <a:pPr algn="ctr">
                        <a:buNone/>
                      </a:pPr>
                      <a:r>
                        <a:rPr lang="zh-CN" altLang="en-US"/>
                        <a:t>alignedmode</a:t>
                      </a:r>
                      <a:endParaRPr lang="zh-CN" altLang="en-US"/>
                    </a:p>
                  </a:txBody>
                  <a:tcPr anchor="ctr" anchorCtr="0"/>
                </a:tc>
                <a:tc>
                  <a:txBody>
                    <a:bodyPr/>
                    <a:p>
                      <a:pPr>
                        <a:buNone/>
                      </a:pPr>
                      <a:r>
                        <a:rPr lang="zh-CN" altLang="en-US" sz="1400"/>
                        <a:t>对齐模式暂没用到</a:t>
                      </a:r>
                      <a:endParaRPr lang="zh-CN" altLang="en-US" sz="1400"/>
                    </a:p>
                  </a:txBody>
                  <a:tcPr/>
                </a:tc>
              </a:tr>
              <a:tr h="487680">
                <a:tc>
                  <a:txBody>
                    <a:bodyPr/>
                    <a:p>
                      <a:pPr algn="ctr">
                        <a:buNone/>
                      </a:pPr>
                      <a:r>
                        <a:rPr lang="en-US" altLang="zh-CN"/>
                        <a:t>c</a:t>
                      </a:r>
                      <a:r>
                        <a:rPr lang="zh-CN" altLang="en-US"/>
                        <a:t>ounterdirection</a:t>
                      </a:r>
                      <a:endParaRPr lang="zh-CN" altLang="en-US"/>
                    </a:p>
                  </a:txBody>
                  <a:tcPr anchor="ctr" anchorCtr="0"/>
                </a:tc>
                <a:tc>
                  <a:txBody>
                    <a:bodyPr/>
                    <a:p>
                      <a:pPr>
                        <a:buNone/>
                      </a:pPr>
                      <a:r>
                        <a:rPr lang="zh-CN" altLang="en-US" sz="1400"/>
                        <a:t>计数模式，基本定时器只有向上计数模式，所以配置为TIMER_COUNTER_UP。</a:t>
                      </a:r>
                      <a:endParaRPr lang="zh-CN" altLang="en-US" sz="1400"/>
                    </a:p>
                  </a:txBody>
                  <a:tcPr/>
                </a:tc>
              </a:tr>
              <a:tr h="555625">
                <a:tc>
                  <a:txBody>
                    <a:bodyPr/>
                    <a:p>
                      <a:pPr algn="ctr">
                        <a:buNone/>
                      </a:pPr>
                      <a:r>
                        <a:rPr lang="zh-CN" altLang="en-US" sz="1800">
                          <a:sym typeface="+mn-ea"/>
                        </a:rPr>
                        <a:t>clockdivision</a:t>
                      </a:r>
                      <a:endParaRPr lang="zh-CN" altLang="en-US"/>
                    </a:p>
                  </a:txBody>
                  <a:tcPr anchor="ctr" anchorCtr="0"/>
                </a:tc>
                <a:tc>
                  <a:txBody>
                    <a:bodyPr/>
                    <a:p>
                      <a:pPr>
                        <a:buNone/>
                      </a:pPr>
                      <a:r>
                        <a:rPr lang="zh-CN" altLang="en-US" sz="1400"/>
                        <a:t>时钟分频，在输入捕获的时候使用，定时器时钟频率与死区发生器和数字滤波器使用的采样频率之间的分频比。</a:t>
                      </a:r>
                      <a:endParaRPr lang="zh-CN" altLang="en-US" sz="1400"/>
                    </a:p>
                  </a:txBody>
                  <a:tcPr/>
                </a:tc>
              </a:tr>
              <a:tr h="853440">
                <a:tc>
                  <a:txBody>
                    <a:bodyPr/>
                    <a:p>
                      <a:pPr algn="ctr">
                        <a:buNone/>
                      </a:pPr>
                      <a:r>
                        <a:rPr lang="zh-CN" altLang="en-US" sz="1800">
                          <a:sym typeface="+mn-ea"/>
                        </a:rPr>
                        <a:t>period</a:t>
                      </a:r>
                      <a:endParaRPr lang="zh-CN" altLang="en-US"/>
                    </a:p>
                  </a:txBody>
                  <a:tcPr anchor="ctr" anchorCtr="0"/>
                </a:tc>
                <a:tc>
                  <a:txBody>
                    <a:bodyPr/>
                    <a:p>
                      <a:pPr>
                        <a:buNone/>
                      </a:pPr>
                      <a:r>
                        <a:rPr lang="zh-CN" altLang="en-US" sz="1400"/>
                        <a:t>周期值，是一个16位的计数器，最大值为65535，当计数器达到设置的周期数值（自动重装载寄存器）时数值清零，配合计数器时钟频率可以计算中断时间</a:t>
                      </a:r>
                      <a:r>
                        <a:rPr lang="zh-CN" altLang="en-US"/>
                        <a:t>。</a:t>
                      </a:r>
                      <a:endParaRPr lang="zh-CN" altLang="en-US"/>
                    </a:p>
                  </a:txBody>
                  <a:tcPr/>
                </a:tc>
              </a:tr>
              <a:tr h="518160">
                <a:tc>
                  <a:txBody>
                    <a:bodyPr/>
                    <a:p>
                      <a:pPr algn="ctr">
                        <a:buNone/>
                      </a:pPr>
                      <a:r>
                        <a:rPr lang="zh-CN" altLang="en-US"/>
                        <a:t>repetitioncounter</a:t>
                      </a:r>
                      <a:endParaRPr lang="zh-CN" altLang="en-US"/>
                    </a:p>
                  </a:txBody>
                  <a:tcPr anchor="ctr" anchorCtr="0"/>
                </a:tc>
                <a:tc>
                  <a:txBody>
                    <a:bodyPr/>
                    <a:p>
                      <a:pPr>
                        <a:buNone/>
                      </a:pPr>
                      <a:r>
                        <a:rPr lang="zh-CN" altLang="en-US" sz="1400"/>
                        <a:t>重复计数器（只有高级定时器有），取值范围为0-255，配置为x，就重复x+1次才进入中断。</a:t>
                      </a:r>
                      <a:endParaRPr lang="zh-CN" altLang="en-US" sz="1400"/>
                    </a:p>
                  </a:txBody>
                  <a:tcPr/>
                </a:tc>
              </a:tr>
            </a:tbl>
          </a:graphicData>
        </a:graphic>
      </p:graphicFrame>
    </p:spTree>
    <p:custDataLst>
      <p:tags r:id="rId4"/>
    </p:custData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alpha val="51000"/>
          </a:schemeClr>
        </a:solidFill>
        <a:effectLst/>
      </p:bgPr>
    </p:bg>
    <p:spTree>
      <p:nvGrpSpPr>
        <p:cNvPr id="1" name=""/>
        <p:cNvGrpSpPr/>
        <p:nvPr/>
      </p:nvGrpSpPr>
      <p:grpSpPr>
        <a:xfrm>
          <a:off x="0" y="0"/>
          <a:ext cx="0" cy="0"/>
          <a:chOff x="0" y="0"/>
          <a:chExt cx="0" cy="0"/>
        </a:xfrm>
      </p:grpSpPr>
      <p:pic>
        <p:nvPicPr>
          <p:cNvPr id="27" name="图片 26" descr="32313535353437353b32313535353435333bc8cecef1c6ecd6c4"/>
          <p:cNvPicPr>
            <a:picLocks noChangeAspect="1"/>
          </p:cNvPicPr>
          <p:nvPr/>
        </p:nvPicPr>
        <p:blipFill>
          <a:blip r:embed="rId1"/>
          <a:stretch>
            <a:fillRect/>
          </a:stretch>
        </p:blipFill>
        <p:spPr>
          <a:xfrm>
            <a:off x="160020" y="213360"/>
            <a:ext cx="664210" cy="664210"/>
          </a:xfrm>
          <a:prstGeom prst="rect">
            <a:avLst/>
          </a:prstGeom>
        </p:spPr>
      </p:pic>
      <p:cxnSp>
        <p:nvCxnSpPr>
          <p:cNvPr id="33" name="直接连接符 32"/>
          <p:cNvCxnSpPr/>
          <p:nvPr/>
        </p:nvCxnSpPr>
        <p:spPr>
          <a:xfrm>
            <a:off x="531495" y="873125"/>
            <a:ext cx="4044315" cy="5715"/>
          </a:xfrm>
          <a:prstGeom prst="line">
            <a:avLst/>
          </a:prstGeom>
        </p:spPr>
        <p:style>
          <a:lnRef idx="1">
            <a:schemeClr val="dk1"/>
          </a:lnRef>
          <a:fillRef idx="0">
            <a:schemeClr val="dk1"/>
          </a:fillRef>
          <a:effectRef idx="0">
            <a:schemeClr val="dk1"/>
          </a:effectRef>
          <a:fontRef idx="minor">
            <a:schemeClr val="tx1"/>
          </a:fontRef>
        </p:style>
      </p:cxnSp>
      <p:sp>
        <p:nvSpPr>
          <p:cNvPr id="2" name="文本框 1"/>
          <p:cNvSpPr txBox="1"/>
          <p:nvPr/>
        </p:nvSpPr>
        <p:spPr>
          <a:xfrm>
            <a:off x="1094740" y="330200"/>
            <a:ext cx="3664585" cy="521970"/>
          </a:xfrm>
          <a:prstGeom prst="rect">
            <a:avLst/>
          </a:prstGeom>
          <a:noFill/>
        </p:spPr>
        <p:txBody>
          <a:bodyPr wrap="square" rtlCol="0">
            <a:spAutoFit/>
            <a:scene3d>
              <a:camera prst="orthographicFront"/>
              <a:lightRig rig="threePt" dir="t"/>
            </a:scene3d>
          </a:bodyPr>
          <a:p>
            <a:pPr algn="ctr">
              <a:defRPr/>
            </a:pPr>
            <a:r>
              <a:rPr kumimoji="0" lang="zh-CN"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rPr>
              <a:t>配置定时器参数</a:t>
            </a:r>
            <a:endParaRPr kumimoji="0" lang="zh-CN"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endParaRPr>
          </a:p>
        </p:txBody>
      </p:sp>
      <p:pic>
        <p:nvPicPr>
          <p:cNvPr id="102" name="图片 101"/>
          <p:cNvPicPr>
            <a:picLocks noChangeAspect="1"/>
          </p:cNvPicPr>
          <p:nvPr/>
        </p:nvPicPr>
        <p:blipFill>
          <a:blip r:embed="rId2"/>
          <a:stretch>
            <a:fillRect/>
          </a:stretch>
        </p:blipFill>
        <p:spPr>
          <a:xfrm>
            <a:off x="9391015" y="330200"/>
            <a:ext cx="2322830" cy="872490"/>
          </a:xfrm>
          <a:prstGeom prst="rect">
            <a:avLst/>
          </a:prstGeom>
          <a:noFill/>
          <a:ln w="9525">
            <a:noFill/>
          </a:ln>
        </p:spPr>
      </p:pic>
      <p:sp>
        <p:nvSpPr>
          <p:cNvPr id="3" name="文本框 2"/>
          <p:cNvSpPr txBox="1"/>
          <p:nvPr/>
        </p:nvSpPr>
        <p:spPr>
          <a:xfrm>
            <a:off x="1156970" y="1040765"/>
            <a:ext cx="8839200" cy="398780"/>
          </a:xfrm>
          <a:prstGeom prst="rect">
            <a:avLst/>
          </a:prstGeom>
          <a:noFill/>
        </p:spPr>
        <p:txBody>
          <a:bodyPr wrap="square" rtlCol="0">
            <a:spAutoFit/>
          </a:bodyPr>
          <a:p>
            <a:r>
              <a:rPr sz="2000"/>
              <a:t>	timer_parameter_struct </a:t>
            </a:r>
            <a:r>
              <a:rPr lang="en-US" sz="2000"/>
              <a:t>    </a:t>
            </a:r>
            <a:r>
              <a:rPr sz="2000"/>
              <a:t>timer_initpara; </a:t>
            </a:r>
            <a:r>
              <a:rPr lang="en-US" sz="2000"/>
              <a:t>    </a:t>
            </a:r>
            <a:r>
              <a:rPr sz="2000"/>
              <a:t>// 定义定时器结构体</a:t>
            </a:r>
            <a:endParaRPr sz="2000"/>
          </a:p>
        </p:txBody>
      </p:sp>
      <p:sp>
        <p:nvSpPr>
          <p:cNvPr id="100" name="文本框 99"/>
          <p:cNvSpPr txBox="1"/>
          <p:nvPr/>
        </p:nvSpPr>
        <p:spPr>
          <a:xfrm>
            <a:off x="1156970" y="2207895"/>
            <a:ext cx="9251950" cy="3476625"/>
          </a:xfrm>
          <a:prstGeom prst="rect">
            <a:avLst/>
          </a:prstGeom>
          <a:noFill/>
          <a:ln w="9525">
            <a:noFill/>
          </a:ln>
        </p:spPr>
        <p:txBody>
          <a:bodyPr wrap="square">
            <a:spAutoFit/>
          </a:bodyPr>
          <a:p>
            <a:pPr>
              <a:buClrTx/>
              <a:buSzTx/>
              <a:buFontTx/>
            </a:pPr>
            <a:r>
              <a:rPr lang="zh-CN" altLang="en-US" sz="2000" b="0">
                <a:highlight>
                  <a:srgbClr val="C0C0C0"/>
                </a:highlight>
              </a:rPr>
              <a:t>	/* 配置定时器参数 */</a:t>
            </a:r>
            <a:endParaRPr lang="zh-CN" altLang="en-US" sz="2000" b="0">
              <a:highlight>
                <a:srgbClr val="C0C0C0"/>
              </a:highlight>
            </a:endParaRPr>
          </a:p>
          <a:p>
            <a:pPr>
              <a:buClrTx/>
              <a:buSzTx/>
              <a:buFontTx/>
            </a:pPr>
            <a:r>
              <a:rPr lang="zh-CN" altLang="en-US" sz="2000" b="0">
                <a:highlight>
                  <a:srgbClr val="C0C0C0"/>
                </a:highlight>
              </a:rPr>
              <a:t>	timer_initpara.prescaler = pre -1; </a:t>
            </a:r>
            <a:endParaRPr lang="zh-CN" altLang="en-US" sz="2000" b="0">
              <a:highlight>
                <a:srgbClr val="C0C0C0"/>
              </a:highlight>
            </a:endParaRPr>
          </a:p>
          <a:p>
            <a:pPr>
              <a:buClrTx/>
              <a:buSzTx/>
              <a:buFontTx/>
            </a:pPr>
            <a:r>
              <a:rPr lang="zh-CN" altLang="en-US" sz="2000" b="0">
                <a:highlight>
                  <a:srgbClr val="C0C0C0"/>
                </a:highlight>
              </a:rPr>
              <a:t> </a:t>
            </a:r>
            <a:r>
              <a:rPr lang="en-US" altLang="zh-CN" sz="2000" b="0">
                <a:highlight>
                  <a:srgbClr val="C0C0C0"/>
                </a:highlight>
              </a:rPr>
              <a:t>           </a:t>
            </a:r>
            <a:r>
              <a:rPr lang="zh-CN" altLang="en-US" sz="2000" b="0">
                <a:highlight>
                  <a:srgbClr val="C0C0C0"/>
                </a:highlight>
              </a:rPr>
              <a:t>//  时钟预分频值 0-65535   psc_clk = CK_TIMER / pre</a:t>
            </a:r>
            <a:endParaRPr lang="zh-CN" altLang="en-US" sz="2000" b="0">
              <a:highlight>
                <a:srgbClr val="C0C0C0"/>
              </a:highlight>
            </a:endParaRPr>
          </a:p>
          <a:p>
            <a:pPr>
              <a:buClrTx/>
              <a:buSzTx/>
              <a:buFontTx/>
            </a:pPr>
            <a:r>
              <a:rPr lang="zh-CN" altLang="en-US" sz="2000" b="0">
                <a:highlight>
                  <a:srgbClr val="C0C0C0"/>
                </a:highlight>
              </a:rPr>
              <a:t>	timer_initpara.alignedmode = TIMER_COUNTER_EDGE; </a:t>
            </a:r>
            <a:r>
              <a:rPr lang="en-US" altLang="zh-CN" sz="2000" b="0">
                <a:highlight>
                  <a:srgbClr val="C0C0C0"/>
                </a:highlight>
              </a:rPr>
              <a:t> </a:t>
            </a:r>
            <a:r>
              <a:rPr lang="zh-CN" altLang="en-US" sz="2000" b="0">
                <a:highlight>
                  <a:srgbClr val="C0C0C0"/>
                </a:highlight>
              </a:rPr>
              <a:t>// 边缘对齐</a:t>
            </a:r>
            <a:endParaRPr lang="zh-CN" altLang="en-US" sz="2000" b="0">
              <a:highlight>
                <a:srgbClr val="C0C0C0"/>
              </a:highlight>
            </a:endParaRPr>
          </a:p>
          <a:p>
            <a:pPr>
              <a:buClrTx/>
              <a:buSzTx/>
              <a:buFontTx/>
            </a:pPr>
            <a:r>
              <a:rPr lang="zh-CN" altLang="en-US" sz="2000" b="0">
                <a:highlight>
                  <a:srgbClr val="C0C0C0"/>
                </a:highlight>
              </a:rPr>
              <a:t>	timer_initpara.counterdirection = TIMER_COUNTER_UP;</a:t>
            </a:r>
            <a:r>
              <a:rPr lang="en-US" altLang="zh-CN" sz="2000" b="0">
                <a:highlight>
                  <a:srgbClr val="C0C0C0"/>
                </a:highlight>
              </a:rPr>
              <a:t> </a:t>
            </a:r>
            <a:r>
              <a:rPr lang="zh-CN" altLang="en-US" sz="2000" b="0">
                <a:highlight>
                  <a:srgbClr val="C0C0C0"/>
                </a:highlight>
              </a:rPr>
              <a:t> // 向上计数</a:t>
            </a:r>
            <a:endParaRPr lang="zh-CN" altLang="en-US" sz="2000" b="0">
              <a:highlight>
                <a:srgbClr val="C0C0C0"/>
              </a:highlight>
            </a:endParaRPr>
          </a:p>
          <a:p>
            <a:pPr>
              <a:buClrTx/>
              <a:buSzTx/>
              <a:buFontTx/>
            </a:pPr>
            <a:r>
              <a:rPr lang="zh-CN" altLang="en-US" sz="2000" b="0">
                <a:highlight>
                  <a:srgbClr val="C0C0C0"/>
                </a:highlight>
              </a:rPr>
              <a:t>	timer_initpara.period = per  - 1; </a:t>
            </a:r>
            <a:r>
              <a:rPr lang="en-US" altLang="zh-CN" sz="2000" b="0">
                <a:highlight>
                  <a:srgbClr val="C0C0C0"/>
                </a:highlight>
              </a:rPr>
              <a:t> </a:t>
            </a:r>
            <a:r>
              <a:rPr lang="zh-CN" altLang="en-US" sz="2000" b="0">
                <a:highlight>
                  <a:srgbClr val="C0C0C0"/>
                </a:highlight>
              </a:rPr>
              <a:t>// 周期</a:t>
            </a:r>
            <a:endParaRPr lang="zh-CN" altLang="en-US" sz="2000" b="0">
              <a:highlight>
                <a:srgbClr val="C0C0C0"/>
              </a:highlight>
            </a:endParaRPr>
          </a:p>
          <a:p>
            <a:pPr>
              <a:buClrTx/>
              <a:buSzTx/>
              <a:buFontTx/>
            </a:pPr>
            <a:r>
              <a:rPr lang="zh-CN" altLang="en-US" sz="2000" b="0">
                <a:highlight>
                  <a:srgbClr val="C0C0C0"/>
                </a:highlight>
              </a:rPr>
              <a:t>	/* 在输入捕获的时候使用  数字滤波器使用的采样频率之间的分频比例 */</a:t>
            </a:r>
            <a:endParaRPr lang="zh-CN" altLang="en-US" sz="2000" b="0">
              <a:highlight>
                <a:srgbClr val="C0C0C0"/>
              </a:highlight>
            </a:endParaRPr>
          </a:p>
          <a:p>
            <a:pPr>
              <a:buClrTx/>
              <a:buSzTx/>
              <a:buFontTx/>
            </a:pPr>
            <a:r>
              <a:rPr lang="zh-CN" altLang="en-US" sz="2000" b="0">
                <a:highlight>
                  <a:srgbClr val="C0C0C0"/>
                </a:highlight>
              </a:rPr>
              <a:t>	timer_initpara.clockdivision = TIMER_CKDIV_DIV1; // 分频因子</a:t>
            </a:r>
            <a:endParaRPr lang="zh-CN" altLang="en-US" sz="2000" b="0">
              <a:highlight>
                <a:srgbClr val="C0C0C0"/>
              </a:highlight>
            </a:endParaRPr>
          </a:p>
          <a:p>
            <a:pPr>
              <a:buClrTx/>
              <a:buSzTx/>
              <a:buFontTx/>
            </a:pPr>
            <a:r>
              <a:rPr lang="zh-CN" altLang="en-US" sz="2000" b="0">
                <a:highlight>
                  <a:srgbClr val="C0C0C0"/>
                </a:highlight>
              </a:rPr>
              <a:t>	/* 只有高级定时器才有 配置为x，就重复x+1次进入中断 */</a:t>
            </a:r>
            <a:endParaRPr lang="zh-CN" altLang="en-US" sz="2000" b="0">
              <a:highlight>
                <a:srgbClr val="C0C0C0"/>
              </a:highlight>
            </a:endParaRPr>
          </a:p>
          <a:p>
            <a:pPr>
              <a:buClrTx/>
              <a:buSzTx/>
              <a:buFontTx/>
            </a:pPr>
            <a:r>
              <a:rPr lang="zh-CN" altLang="en-US" sz="2000" b="0">
                <a:highlight>
                  <a:srgbClr val="C0C0C0"/>
                </a:highlight>
              </a:rPr>
              <a:t>	timer_initpara.repetitioncounter = 0; // 重复计数器 0-255  </a:t>
            </a:r>
            <a:endParaRPr lang="zh-CN" altLang="en-US" sz="2000" b="0">
              <a:highlight>
                <a:srgbClr val="C0C0C0"/>
              </a:highlight>
            </a:endParaRPr>
          </a:p>
          <a:p>
            <a:pPr>
              <a:buClrTx/>
              <a:buSzTx/>
              <a:buFontTx/>
            </a:pPr>
            <a:r>
              <a:rPr lang="zh-CN" altLang="en-US" sz="2000" b="0">
                <a:highlight>
                  <a:srgbClr val="C0C0C0"/>
                </a:highlight>
              </a:rPr>
              <a:t>	timer_init(BSP_TIMER,&amp;timer_initpara); // 初始化定时器</a:t>
            </a:r>
            <a:endParaRPr lang="zh-CN" altLang="en-US" sz="2000" b="0">
              <a:highlight>
                <a:srgbClr val="C0C0C0"/>
              </a:highlight>
            </a:endParaRPr>
          </a:p>
        </p:txBody>
      </p:sp>
      <p:sp>
        <p:nvSpPr>
          <p:cNvPr id="4" name="文本框 3"/>
          <p:cNvSpPr txBox="1"/>
          <p:nvPr/>
        </p:nvSpPr>
        <p:spPr>
          <a:xfrm>
            <a:off x="1564005" y="5684520"/>
            <a:ext cx="5080000" cy="337185"/>
          </a:xfrm>
          <a:prstGeom prst="rect">
            <a:avLst/>
          </a:prstGeom>
          <a:noFill/>
          <a:ln w="9525">
            <a:noFill/>
          </a:ln>
        </p:spPr>
        <p:txBody>
          <a:bodyPr>
            <a:spAutoFit/>
          </a:bodyPr>
          <a:p>
            <a:pPr indent="0"/>
            <a:r>
              <a:rPr lang="zh-CN" sz="1600" b="0">
                <a:latin typeface="Calibri" panose="020F0502020204030204" charset="0"/>
                <a:ea typeface="宋体" panose="02010600030101010101" pitchFamily="2" charset="-122"/>
              </a:rPr>
              <a:t>在主函数中调用，配置成</a:t>
            </a:r>
            <a:r>
              <a:rPr lang="en-US" sz="1600" b="0">
                <a:latin typeface="Calibri" panose="020F0502020204030204" charset="0"/>
                <a:ea typeface="宋体" panose="02010600030101010101" pitchFamily="2" charset="-122"/>
              </a:rPr>
              <a:t>1s</a:t>
            </a:r>
            <a:r>
              <a:rPr lang="zh-CN" sz="1600" b="0">
                <a:latin typeface="Calibri" panose="020F0502020204030204" charset="0"/>
                <a:ea typeface="宋体" panose="02010600030101010101" pitchFamily="2" charset="-122"/>
              </a:rPr>
              <a:t>进入一次中断：</a:t>
            </a:r>
            <a:endParaRPr lang="zh-CN" altLang="en-US" sz="1600"/>
          </a:p>
        </p:txBody>
      </p:sp>
      <p:graphicFrame>
        <p:nvGraphicFramePr>
          <p:cNvPr id="6" name="表格 5"/>
          <p:cNvGraphicFramePr/>
          <p:nvPr>
            <p:custDataLst>
              <p:tags r:id="rId3"/>
            </p:custDataLst>
          </p:nvPr>
        </p:nvGraphicFramePr>
        <p:xfrm>
          <a:off x="1640840" y="6021705"/>
          <a:ext cx="8909685" cy="415290"/>
        </p:xfrm>
        <a:graphic>
          <a:graphicData uri="http://schemas.openxmlformats.org/drawingml/2006/table">
            <a:tbl>
              <a:tblPr firstRow="1" bandRow="1">
                <a:tableStyleId>{5940675A-B579-460E-94D1-54222C63F5DA}</a:tableStyleId>
              </a:tblPr>
              <a:tblGrid>
                <a:gridCol w="8909685"/>
              </a:tblGrid>
              <a:tr h="415290">
                <a:tc>
                  <a:txBody>
                    <a:bodyPr/>
                    <a:p>
                      <a:pPr indent="0">
                        <a:buNone/>
                      </a:pPr>
                      <a:r>
                        <a:rPr lang="en-US" sz="2000" b="0">
                          <a:latin typeface="Calibri" panose="020F0502020204030204" charset="0"/>
                          <a:cs typeface="Calibri" panose="020F0502020204030204" charset="0"/>
                        </a:rPr>
                        <a:t>basic_timer_config(20000,10000); // 定时时间 = 20000 / 200 * 10000us = 1s</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D7D7D7"/>
                    </a:solidFill>
                  </a:tcPr>
                </a:tc>
              </a:tr>
            </a:tbl>
          </a:graphicData>
        </a:graphic>
      </p:graphicFrame>
      <p:sp>
        <p:nvSpPr>
          <p:cNvPr id="7" name="文本框 6"/>
          <p:cNvSpPr txBox="1"/>
          <p:nvPr/>
        </p:nvSpPr>
        <p:spPr>
          <a:xfrm>
            <a:off x="2091690" y="1502410"/>
            <a:ext cx="8007350" cy="398780"/>
          </a:xfrm>
          <a:prstGeom prst="rect">
            <a:avLst/>
          </a:prstGeom>
          <a:noFill/>
        </p:spPr>
        <p:txBody>
          <a:bodyPr wrap="square" rtlCol="0" anchor="t">
            <a:spAutoFit/>
          </a:bodyPr>
          <a:p>
            <a:pPr algn="l">
              <a:buClrTx/>
              <a:buSzTx/>
              <a:buNone/>
            </a:pPr>
            <a:r>
              <a:rPr lang="zh-CN" altLang="en-US" sz="2000">
                <a:highlight>
                  <a:srgbClr val="C0C0C0"/>
                </a:highlight>
              </a:rPr>
              <a:t>#define BSP_TIMER 	TIMER5    // 定时器</a:t>
            </a:r>
            <a:endParaRPr lang="zh-CN" altLang="en-US" sz="2000">
              <a:highlight>
                <a:srgbClr val="C0C0C0"/>
              </a:highlight>
            </a:endParaRPr>
          </a:p>
        </p:txBody>
      </p:sp>
    </p:spTree>
    <p:custDataLst>
      <p:tags r:id="rId4"/>
    </p:custData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alpha val="51000"/>
          </a:schemeClr>
        </a:solidFill>
        <a:effectLst/>
      </p:bgPr>
    </p:bg>
    <p:spTree>
      <p:nvGrpSpPr>
        <p:cNvPr id="1" name=""/>
        <p:cNvGrpSpPr/>
        <p:nvPr/>
      </p:nvGrpSpPr>
      <p:grpSpPr>
        <a:xfrm>
          <a:off x="0" y="0"/>
          <a:ext cx="0" cy="0"/>
          <a:chOff x="0" y="0"/>
          <a:chExt cx="0" cy="0"/>
        </a:xfrm>
      </p:grpSpPr>
      <p:pic>
        <p:nvPicPr>
          <p:cNvPr id="27" name="图片 26" descr="32313535353437353b32313535353435333bc8cecef1c6ecd6c4"/>
          <p:cNvPicPr>
            <a:picLocks noChangeAspect="1"/>
          </p:cNvPicPr>
          <p:nvPr/>
        </p:nvPicPr>
        <p:blipFill>
          <a:blip r:embed="rId1"/>
          <a:stretch>
            <a:fillRect/>
          </a:stretch>
        </p:blipFill>
        <p:spPr>
          <a:xfrm>
            <a:off x="160020" y="213360"/>
            <a:ext cx="664210" cy="664210"/>
          </a:xfrm>
          <a:prstGeom prst="rect">
            <a:avLst/>
          </a:prstGeom>
        </p:spPr>
      </p:pic>
      <p:cxnSp>
        <p:nvCxnSpPr>
          <p:cNvPr id="33" name="直接连接符 32"/>
          <p:cNvCxnSpPr/>
          <p:nvPr/>
        </p:nvCxnSpPr>
        <p:spPr>
          <a:xfrm>
            <a:off x="531495" y="873125"/>
            <a:ext cx="4044315" cy="5715"/>
          </a:xfrm>
          <a:prstGeom prst="line">
            <a:avLst/>
          </a:prstGeom>
        </p:spPr>
        <p:style>
          <a:lnRef idx="1">
            <a:schemeClr val="dk1"/>
          </a:lnRef>
          <a:fillRef idx="0">
            <a:schemeClr val="dk1"/>
          </a:fillRef>
          <a:effectRef idx="0">
            <a:schemeClr val="dk1"/>
          </a:effectRef>
          <a:fontRef idx="minor">
            <a:schemeClr val="tx1"/>
          </a:fontRef>
        </p:style>
      </p:cxnSp>
      <p:sp>
        <p:nvSpPr>
          <p:cNvPr id="2" name="文本框 1"/>
          <p:cNvSpPr txBox="1"/>
          <p:nvPr/>
        </p:nvSpPr>
        <p:spPr>
          <a:xfrm>
            <a:off x="1111885" y="330200"/>
            <a:ext cx="3664585" cy="521970"/>
          </a:xfrm>
          <a:prstGeom prst="rect">
            <a:avLst/>
          </a:prstGeom>
          <a:noFill/>
        </p:spPr>
        <p:txBody>
          <a:bodyPr wrap="square" rtlCol="0">
            <a:spAutoFit/>
            <a:scene3d>
              <a:camera prst="orthographicFront"/>
              <a:lightRig rig="threePt" dir="t"/>
            </a:scene3d>
          </a:bodyPr>
          <a:p>
            <a:pPr algn="ctr">
              <a:defRPr/>
            </a:pPr>
            <a:r>
              <a:rPr kumimoji="0" lang="zh-CN" altLang="en-US"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rPr>
              <a:t>配置中断优先级</a:t>
            </a:r>
            <a:endParaRPr kumimoji="0" lang="zh-CN" altLang="en-US"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endParaRPr>
          </a:p>
        </p:txBody>
      </p:sp>
      <p:pic>
        <p:nvPicPr>
          <p:cNvPr id="102" name="图片 101"/>
          <p:cNvPicPr>
            <a:picLocks noChangeAspect="1"/>
          </p:cNvPicPr>
          <p:nvPr/>
        </p:nvPicPr>
        <p:blipFill>
          <a:blip r:embed="rId2"/>
          <a:stretch>
            <a:fillRect/>
          </a:stretch>
        </p:blipFill>
        <p:spPr>
          <a:xfrm>
            <a:off x="9391015" y="330200"/>
            <a:ext cx="2322830" cy="872490"/>
          </a:xfrm>
          <a:prstGeom prst="rect">
            <a:avLst/>
          </a:prstGeom>
          <a:noFill/>
          <a:ln w="9525">
            <a:noFill/>
          </a:ln>
        </p:spPr>
      </p:pic>
      <p:sp>
        <p:nvSpPr>
          <p:cNvPr id="3" name="文本框 2"/>
          <p:cNvSpPr txBox="1"/>
          <p:nvPr/>
        </p:nvSpPr>
        <p:spPr>
          <a:xfrm>
            <a:off x="1554480" y="1196975"/>
            <a:ext cx="6964045" cy="398780"/>
          </a:xfrm>
          <a:prstGeom prst="rect">
            <a:avLst/>
          </a:prstGeom>
          <a:noFill/>
        </p:spPr>
        <p:txBody>
          <a:bodyPr wrap="square" rtlCol="0">
            <a:spAutoFit/>
          </a:bodyPr>
          <a:p>
            <a:r>
              <a:rPr sz="2000"/>
              <a:t>需要在中断函数中去执行对应的功能，就要对中断进行操作</a:t>
            </a:r>
            <a:r>
              <a:rPr lang="zh-CN" sz="2000"/>
              <a:t>：</a:t>
            </a:r>
            <a:endParaRPr lang="zh-CN" sz="2000"/>
          </a:p>
        </p:txBody>
      </p:sp>
      <p:sp>
        <p:nvSpPr>
          <p:cNvPr id="100" name="文本框 99"/>
          <p:cNvSpPr txBox="1"/>
          <p:nvPr/>
        </p:nvSpPr>
        <p:spPr>
          <a:xfrm>
            <a:off x="1554480" y="3229610"/>
            <a:ext cx="8931275" cy="398780"/>
          </a:xfrm>
          <a:prstGeom prst="rect">
            <a:avLst/>
          </a:prstGeom>
          <a:noFill/>
          <a:ln w="9525">
            <a:noFill/>
          </a:ln>
        </p:spPr>
        <p:txBody>
          <a:bodyPr wrap="square">
            <a:spAutoFit/>
          </a:bodyPr>
          <a:p>
            <a:pPr>
              <a:buClrTx/>
              <a:buSzTx/>
              <a:buFontTx/>
            </a:pPr>
            <a:r>
              <a:rPr lang="zh-CN" altLang="en-US" sz="2000" b="0">
                <a:highlight>
                  <a:srgbClr val="C0C0C0"/>
                </a:highlight>
              </a:rPr>
              <a:t>#define  BSP_TIMER_IRQ   TIMER5_DAC_IRQn    // 定时器中断</a:t>
            </a:r>
            <a:endParaRPr lang="zh-CN" altLang="en-US" sz="2000" b="0">
              <a:highlight>
                <a:srgbClr val="C0C0C0"/>
              </a:highlight>
            </a:endParaRPr>
          </a:p>
        </p:txBody>
      </p:sp>
      <p:sp>
        <p:nvSpPr>
          <p:cNvPr id="5" name="文本框 4"/>
          <p:cNvSpPr txBox="1"/>
          <p:nvPr/>
        </p:nvSpPr>
        <p:spPr>
          <a:xfrm>
            <a:off x="1605280" y="2513965"/>
            <a:ext cx="9330690" cy="398780"/>
          </a:xfrm>
          <a:prstGeom prst="rect">
            <a:avLst/>
          </a:prstGeom>
          <a:noFill/>
        </p:spPr>
        <p:txBody>
          <a:bodyPr wrap="square" rtlCol="0">
            <a:spAutoFit/>
          </a:bodyPr>
          <a:p>
            <a:r>
              <a:rPr lang="zh-CN" sz="2000"/>
              <a:t>配置中断优先级</a:t>
            </a:r>
            <a:r>
              <a:rPr lang="zh-CN" altLang="en-US" sz="2000"/>
              <a:t>：</a:t>
            </a:r>
            <a:endParaRPr lang="zh-CN" altLang="en-US" sz="2000"/>
          </a:p>
        </p:txBody>
      </p:sp>
      <p:sp>
        <p:nvSpPr>
          <p:cNvPr id="7" name="文本框 6"/>
          <p:cNvSpPr txBox="1"/>
          <p:nvPr/>
        </p:nvSpPr>
        <p:spPr>
          <a:xfrm>
            <a:off x="1554480" y="3945255"/>
            <a:ext cx="8370570" cy="706755"/>
          </a:xfrm>
          <a:prstGeom prst="rect">
            <a:avLst/>
          </a:prstGeom>
          <a:noFill/>
          <a:ln w="9525">
            <a:noFill/>
          </a:ln>
        </p:spPr>
        <p:txBody>
          <a:bodyPr wrap="square">
            <a:spAutoFit/>
          </a:bodyPr>
          <a:p>
            <a:pPr>
              <a:buClrTx/>
              <a:buSzTx/>
              <a:buFontTx/>
            </a:pPr>
            <a:r>
              <a:rPr lang="zh-CN" altLang="en-US" sz="2000" b="0">
                <a:highlight>
                  <a:srgbClr val="C0C0C0"/>
                </a:highlight>
              </a:rPr>
              <a:t>/* 配置中断优先级 */</a:t>
            </a:r>
            <a:endParaRPr lang="zh-CN" altLang="en-US" sz="2000" b="0">
              <a:highlight>
                <a:srgbClr val="C0C0C0"/>
              </a:highlight>
            </a:endParaRPr>
          </a:p>
          <a:p>
            <a:pPr>
              <a:buClrTx/>
              <a:buSzTx/>
              <a:buFontTx/>
            </a:pPr>
            <a:r>
              <a:rPr lang="zh-CN" altLang="en-US" sz="2000" b="0">
                <a:highlight>
                  <a:srgbClr val="C0C0C0"/>
                </a:highlight>
              </a:rPr>
              <a:t>nvic_irq_enable(BSP_TIMER_IRQ,3,2); // 设置中断优先级为 3,2</a:t>
            </a:r>
            <a:endParaRPr lang="zh-CN" altLang="en-US" sz="2000" b="0">
              <a:highlight>
                <a:srgbClr val="C0C0C0"/>
              </a:highlight>
            </a:endParaRPr>
          </a:p>
        </p:txBody>
      </p:sp>
    </p:spTree>
    <p:custDataLst>
      <p:tags r:id="rId3"/>
    </p:custData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alpha val="51000"/>
          </a:schemeClr>
        </a:solidFill>
        <a:effectLst/>
      </p:bgPr>
    </p:bg>
    <p:spTree>
      <p:nvGrpSpPr>
        <p:cNvPr id="1" name=""/>
        <p:cNvGrpSpPr/>
        <p:nvPr/>
      </p:nvGrpSpPr>
      <p:grpSpPr>
        <a:xfrm>
          <a:off x="0" y="0"/>
          <a:ext cx="0" cy="0"/>
          <a:chOff x="0" y="0"/>
          <a:chExt cx="0" cy="0"/>
        </a:xfrm>
      </p:grpSpPr>
      <p:pic>
        <p:nvPicPr>
          <p:cNvPr id="27" name="图片 26" descr="32313535353437353b32313535353435333bc8cecef1c6ecd6c4"/>
          <p:cNvPicPr>
            <a:picLocks noChangeAspect="1"/>
          </p:cNvPicPr>
          <p:nvPr/>
        </p:nvPicPr>
        <p:blipFill>
          <a:blip r:embed="rId1"/>
          <a:stretch>
            <a:fillRect/>
          </a:stretch>
        </p:blipFill>
        <p:spPr>
          <a:xfrm>
            <a:off x="160020" y="213360"/>
            <a:ext cx="664210" cy="664210"/>
          </a:xfrm>
          <a:prstGeom prst="rect">
            <a:avLst/>
          </a:prstGeom>
        </p:spPr>
      </p:pic>
      <p:cxnSp>
        <p:nvCxnSpPr>
          <p:cNvPr id="33" name="直接连接符 32"/>
          <p:cNvCxnSpPr/>
          <p:nvPr/>
        </p:nvCxnSpPr>
        <p:spPr>
          <a:xfrm>
            <a:off x="531495" y="873125"/>
            <a:ext cx="4044315" cy="5715"/>
          </a:xfrm>
          <a:prstGeom prst="line">
            <a:avLst/>
          </a:prstGeom>
        </p:spPr>
        <p:style>
          <a:lnRef idx="1">
            <a:schemeClr val="dk1"/>
          </a:lnRef>
          <a:fillRef idx="0">
            <a:schemeClr val="dk1"/>
          </a:fillRef>
          <a:effectRef idx="0">
            <a:schemeClr val="dk1"/>
          </a:effectRef>
          <a:fontRef idx="minor">
            <a:schemeClr val="tx1"/>
          </a:fontRef>
        </p:style>
      </p:cxnSp>
      <p:sp>
        <p:nvSpPr>
          <p:cNvPr id="2" name="文本框 1"/>
          <p:cNvSpPr txBox="1"/>
          <p:nvPr/>
        </p:nvSpPr>
        <p:spPr>
          <a:xfrm>
            <a:off x="1111885" y="330200"/>
            <a:ext cx="3664585" cy="521970"/>
          </a:xfrm>
          <a:prstGeom prst="rect">
            <a:avLst/>
          </a:prstGeom>
          <a:noFill/>
        </p:spPr>
        <p:txBody>
          <a:bodyPr wrap="square" rtlCol="0">
            <a:spAutoFit/>
            <a:scene3d>
              <a:camera prst="orthographicFront"/>
              <a:lightRig rig="threePt" dir="t"/>
            </a:scene3d>
          </a:bodyPr>
          <a:p>
            <a:pPr algn="ctr">
              <a:defRPr/>
            </a:pPr>
            <a:r>
              <a:rPr kumimoji="0" lang="zh-CN" altLang="en-US"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rPr>
              <a:t>使能中断和定时器</a:t>
            </a:r>
            <a:endParaRPr kumimoji="0" lang="zh-CN" altLang="en-US"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endParaRPr>
          </a:p>
        </p:txBody>
      </p:sp>
      <p:pic>
        <p:nvPicPr>
          <p:cNvPr id="102" name="图片 101"/>
          <p:cNvPicPr>
            <a:picLocks noChangeAspect="1"/>
          </p:cNvPicPr>
          <p:nvPr/>
        </p:nvPicPr>
        <p:blipFill>
          <a:blip r:embed="rId2"/>
          <a:stretch>
            <a:fillRect/>
          </a:stretch>
        </p:blipFill>
        <p:spPr>
          <a:xfrm>
            <a:off x="9391015" y="330200"/>
            <a:ext cx="2322830" cy="872490"/>
          </a:xfrm>
          <a:prstGeom prst="rect">
            <a:avLst/>
          </a:prstGeom>
          <a:noFill/>
          <a:ln w="9525">
            <a:noFill/>
          </a:ln>
        </p:spPr>
      </p:pic>
      <p:sp>
        <p:nvSpPr>
          <p:cNvPr id="3" name="文本框 2"/>
          <p:cNvSpPr txBox="1"/>
          <p:nvPr/>
        </p:nvSpPr>
        <p:spPr>
          <a:xfrm>
            <a:off x="1379855" y="1021715"/>
            <a:ext cx="9330690" cy="521970"/>
          </a:xfrm>
          <a:prstGeom prst="rect">
            <a:avLst/>
          </a:prstGeom>
          <a:noFill/>
        </p:spPr>
        <p:txBody>
          <a:bodyPr wrap="square" rtlCol="0">
            <a:spAutoFit/>
          </a:bodyPr>
          <a:p>
            <a:r>
              <a:rPr lang="zh-CN" altLang="en-US" sz="2800"/>
              <a:t>使能中断：</a:t>
            </a:r>
            <a:endParaRPr lang="zh-CN" altLang="en-US" sz="2800"/>
          </a:p>
        </p:txBody>
      </p:sp>
      <p:sp>
        <p:nvSpPr>
          <p:cNvPr id="4" name="文本框 3"/>
          <p:cNvSpPr txBox="1"/>
          <p:nvPr/>
        </p:nvSpPr>
        <p:spPr>
          <a:xfrm>
            <a:off x="1630680" y="1543685"/>
            <a:ext cx="7155180" cy="368300"/>
          </a:xfrm>
          <a:prstGeom prst="rect">
            <a:avLst/>
          </a:prstGeom>
          <a:noFill/>
        </p:spPr>
        <p:txBody>
          <a:bodyPr wrap="none" rtlCol="0">
            <a:spAutoFit/>
          </a:bodyPr>
          <a:p>
            <a:pPr algn="l"/>
            <a:r>
              <a:rPr lang="zh-CN" altLang="en-US"/>
              <a:t>void timer_interrupt_enable(uint32_t timer_periph, uint32_t interrupt);</a:t>
            </a:r>
            <a:endParaRPr lang="zh-CN" altLang="en-US"/>
          </a:p>
        </p:txBody>
      </p:sp>
      <p:sp>
        <p:nvSpPr>
          <p:cNvPr id="100" name="文本框 99"/>
          <p:cNvSpPr txBox="1"/>
          <p:nvPr/>
        </p:nvSpPr>
        <p:spPr>
          <a:xfrm>
            <a:off x="1379855" y="2014220"/>
            <a:ext cx="10254615" cy="706755"/>
          </a:xfrm>
          <a:prstGeom prst="rect">
            <a:avLst/>
          </a:prstGeom>
          <a:noFill/>
          <a:ln w="9525">
            <a:noFill/>
          </a:ln>
        </p:spPr>
        <p:txBody>
          <a:bodyPr wrap="square">
            <a:spAutoFit/>
          </a:bodyPr>
          <a:p>
            <a:pPr>
              <a:buClrTx/>
              <a:buSzTx/>
              <a:buFontTx/>
            </a:pPr>
            <a:r>
              <a:rPr lang="zh-CN" altLang="en-US" sz="2000" b="0">
                <a:highlight>
                  <a:srgbClr val="C0C0C0"/>
                </a:highlight>
              </a:rPr>
              <a:t>/* 使能中断 */</a:t>
            </a:r>
            <a:endParaRPr lang="zh-CN" altLang="en-US" sz="2000" b="0">
              <a:highlight>
                <a:srgbClr val="C0C0C0"/>
              </a:highlight>
            </a:endParaRPr>
          </a:p>
          <a:p>
            <a:pPr>
              <a:buClrTx/>
              <a:buSzTx/>
              <a:buFontTx/>
            </a:pPr>
            <a:r>
              <a:rPr lang="zh-CN" altLang="en-US" sz="2000" b="0">
                <a:highlight>
                  <a:srgbClr val="C0C0C0"/>
                </a:highlight>
              </a:rPr>
              <a:t>timer_interrupt_enable(BSP_TIMER,TIMER_INT_UP); // 使能更新事件中断 </a:t>
            </a:r>
            <a:endParaRPr lang="zh-CN" altLang="en-US" sz="2000" b="0">
              <a:highlight>
                <a:srgbClr val="C0C0C0"/>
              </a:highlight>
            </a:endParaRPr>
          </a:p>
        </p:txBody>
      </p:sp>
      <p:sp>
        <p:nvSpPr>
          <p:cNvPr id="5" name="文本框 4"/>
          <p:cNvSpPr txBox="1"/>
          <p:nvPr/>
        </p:nvSpPr>
        <p:spPr>
          <a:xfrm>
            <a:off x="1515110" y="3668395"/>
            <a:ext cx="9330690" cy="521970"/>
          </a:xfrm>
          <a:prstGeom prst="rect">
            <a:avLst/>
          </a:prstGeom>
          <a:noFill/>
        </p:spPr>
        <p:txBody>
          <a:bodyPr wrap="square" rtlCol="0">
            <a:spAutoFit/>
          </a:bodyPr>
          <a:p>
            <a:r>
              <a:rPr lang="zh-CN" altLang="en-US" sz="2800"/>
              <a:t>使能定时器：</a:t>
            </a:r>
            <a:endParaRPr lang="zh-CN" altLang="en-US" sz="2800"/>
          </a:p>
        </p:txBody>
      </p:sp>
      <p:sp>
        <p:nvSpPr>
          <p:cNvPr id="6" name="文本框 5"/>
          <p:cNvSpPr txBox="1"/>
          <p:nvPr/>
        </p:nvSpPr>
        <p:spPr>
          <a:xfrm>
            <a:off x="1630045" y="4190365"/>
            <a:ext cx="4484370" cy="368300"/>
          </a:xfrm>
          <a:prstGeom prst="rect">
            <a:avLst/>
          </a:prstGeom>
          <a:noFill/>
        </p:spPr>
        <p:txBody>
          <a:bodyPr wrap="square" rtlCol="0">
            <a:spAutoFit/>
          </a:bodyPr>
          <a:p>
            <a:pPr algn="l"/>
            <a:r>
              <a:rPr lang="zh-CN" altLang="en-US"/>
              <a:t>void timer_enable(uint32_t timer_periph);</a:t>
            </a:r>
            <a:endParaRPr lang="zh-CN" altLang="en-US"/>
          </a:p>
        </p:txBody>
      </p:sp>
      <p:sp>
        <p:nvSpPr>
          <p:cNvPr id="8" name="文本框 7"/>
          <p:cNvSpPr txBox="1"/>
          <p:nvPr/>
        </p:nvSpPr>
        <p:spPr>
          <a:xfrm>
            <a:off x="1515110" y="4660900"/>
            <a:ext cx="10254615" cy="706755"/>
          </a:xfrm>
          <a:prstGeom prst="rect">
            <a:avLst/>
          </a:prstGeom>
          <a:noFill/>
          <a:ln w="9525">
            <a:noFill/>
          </a:ln>
        </p:spPr>
        <p:txBody>
          <a:bodyPr wrap="square">
            <a:spAutoFit/>
          </a:bodyPr>
          <a:p>
            <a:pPr>
              <a:buClrTx/>
              <a:buSzTx/>
              <a:buFontTx/>
            </a:pPr>
            <a:r>
              <a:rPr lang="zh-CN" altLang="en-US" sz="2000" b="0">
                <a:highlight>
                  <a:srgbClr val="C0C0C0"/>
                </a:highlight>
              </a:rPr>
              <a:t>/* 使能定时器 */</a:t>
            </a:r>
            <a:endParaRPr lang="zh-CN" altLang="en-US" sz="2000" b="0">
              <a:highlight>
                <a:srgbClr val="C0C0C0"/>
              </a:highlight>
            </a:endParaRPr>
          </a:p>
          <a:p>
            <a:pPr>
              <a:buClrTx/>
              <a:buSzTx/>
              <a:buFontTx/>
            </a:pPr>
            <a:r>
              <a:rPr lang="zh-CN" altLang="en-US" sz="2000" b="0">
                <a:highlight>
                  <a:srgbClr val="C0C0C0"/>
                </a:highlight>
              </a:rPr>
              <a:t>timer_enable(BSP_TIMER);</a:t>
            </a:r>
            <a:endParaRPr lang="zh-CN" altLang="en-US" sz="2000" b="0">
              <a:highlight>
                <a:srgbClr val="C0C0C0"/>
              </a:highlight>
            </a:endParaRPr>
          </a:p>
        </p:txBody>
      </p:sp>
    </p:spTree>
    <p:custDataLst>
      <p:tags r:id="rId3"/>
    </p:custData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2"/>
          <p:cNvSpPr txBox="1"/>
          <p:nvPr>
            <p:custDataLst>
              <p:tags r:id="rId1"/>
            </p:custDataLst>
          </p:nvPr>
        </p:nvSpPr>
        <p:spPr>
          <a:xfrm>
            <a:off x="3533140" y="1372245"/>
            <a:ext cx="1487170" cy="1240790"/>
          </a:xfrm>
          <a:prstGeom prst="rect">
            <a:avLst/>
          </a:prstGeom>
          <a:noFill/>
        </p:spPr>
        <p:txBody>
          <a:bodyPr wrap="square" lIns="90170" tIns="46990" rIns="90170" bIns="46990"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algn="ctr" defTabSz="914400" fontAlgn="auto">
              <a:lnSpc>
                <a:spcPct val="100000"/>
              </a:lnSpc>
              <a:spcBef>
                <a:spcPts val="0"/>
              </a:spcBef>
              <a:spcAft>
                <a:spcPts val="0"/>
              </a:spcAft>
              <a:buClrTx/>
              <a:buSzTx/>
              <a:buFontTx/>
            </a:pPr>
            <a:r>
              <a:rPr lang="en-US" altLang="zh-CN" sz="7200" b="1" spc="200" dirty="0">
                <a:solidFill>
                  <a:srgbClr val="6096E6"/>
                </a:solidFill>
                <a:latin typeface="Arial" panose="020B0604020202020204" pitchFamily="34" charset="0"/>
                <a:ea typeface="微软雅黑" panose="020B0503020204020204" pitchFamily="34" charset="-122"/>
                <a:cs typeface="+mn-ea"/>
                <a:sym typeface="Arial" panose="020B0604020202020204" pitchFamily="34" charset="0"/>
              </a:rPr>
              <a:t>02</a:t>
            </a:r>
            <a:endParaRPr lang="en-US" altLang="zh-CN" sz="7200" b="1" spc="200" dirty="0">
              <a:solidFill>
                <a:srgbClr val="6096E6"/>
              </a:solidFill>
              <a:latin typeface="Arial" panose="020B0604020202020204" pitchFamily="34" charset="0"/>
              <a:ea typeface="微软雅黑" panose="020B0503020204020204" pitchFamily="34" charset="-122"/>
              <a:cs typeface="+mn-ea"/>
              <a:sym typeface="Arial" panose="020B0604020202020204" pitchFamily="34" charset="0"/>
            </a:endParaRPr>
          </a:p>
        </p:txBody>
      </p:sp>
      <p:cxnSp>
        <p:nvCxnSpPr>
          <p:cNvPr id="4" name="直接连接符 3"/>
          <p:cNvCxnSpPr/>
          <p:nvPr>
            <p:custDataLst>
              <p:tags r:id="rId2"/>
            </p:custDataLst>
          </p:nvPr>
        </p:nvCxnSpPr>
        <p:spPr>
          <a:xfrm flipV="1">
            <a:off x="3778250" y="2526665"/>
            <a:ext cx="5265420" cy="4445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标题 11"/>
          <p:cNvSpPr>
            <a:spLocks noGrp="1"/>
          </p:cNvSpPr>
          <p:nvPr>
            <p:custDataLst>
              <p:tags r:id="rId3"/>
            </p:custDataLst>
          </p:nvPr>
        </p:nvSpPr>
        <p:spPr>
          <a:xfrm>
            <a:off x="5030470" y="1628775"/>
            <a:ext cx="5210175" cy="705485"/>
          </a:xfrm>
          <a:prstGeom prst="rect">
            <a:avLst/>
          </a:prstGeom>
        </p:spPr>
        <p:txBody>
          <a:bodyPr vert="horz" lIns="90170" tIns="46990" rIns="90170" bIns="46990" rtlCol="0" anchor="ctr" anchorCtr="0">
            <a:noAutofit/>
          </a:bodyPr>
          <a:lst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a:lstStyle>
          <a:p>
            <a:r>
              <a:rPr lang="zh-CN" sz="4800">
                <a:solidFill>
                  <a:srgbClr val="6096E6"/>
                </a:solidFill>
                <a:sym typeface="Arial" panose="020B0604020202020204" pitchFamily="34" charset="0"/>
              </a:rPr>
              <a:t>中断服务函数</a:t>
            </a:r>
            <a:endParaRPr lang="zh-CN" sz="4800">
              <a:solidFill>
                <a:srgbClr val="6096E6"/>
              </a:solidFill>
              <a:sym typeface="Arial" panose="020B0604020202020204" pitchFamily="34" charset="0"/>
            </a:endParaRPr>
          </a:p>
        </p:txBody>
      </p:sp>
      <p:pic>
        <p:nvPicPr>
          <p:cNvPr id="102" name="图片 101"/>
          <p:cNvPicPr>
            <a:picLocks noChangeAspect="1"/>
          </p:cNvPicPr>
          <p:nvPr/>
        </p:nvPicPr>
        <p:blipFill>
          <a:blip r:embed="rId4"/>
          <a:stretch>
            <a:fillRect/>
          </a:stretch>
        </p:blipFill>
        <p:spPr>
          <a:xfrm>
            <a:off x="317500" y="144780"/>
            <a:ext cx="2322830" cy="872490"/>
          </a:xfrm>
          <a:prstGeom prst="rect">
            <a:avLst/>
          </a:prstGeom>
          <a:noFill/>
          <a:ln w="9525">
            <a:noFill/>
          </a:ln>
        </p:spPr>
      </p:pic>
    </p:spTree>
    <p:custDataLst>
      <p:tags r:id="rId5"/>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alpha val="51000"/>
          </a:schemeClr>
        </a:solidFill>
        <a:effectLst/>
      </p:bgPr>
    </p:bg>
    <p:spTree>
      <p:nvGrpSpPr>
        <p:cNvPr id="1" name=""/>
        <p:cNvGrpSpPr/>
        <p:nvPr/>
      </p:nvGrpSpPr>
      <p:grpSpPr>
        <a:xfrm>
          <a:off x="0" y="0"/>
          <a:ext cx="0" cy="0"/>
          <a:chOff x="0" y="0"/>
          <a:chExt cx="0" cy="0"/>
        </a:xfrm>
      </p:grpSpPr>
      <p:pic>
        <p:nvPicPr>
          <p:cNvPr id="27" name="图片 26" descr="32313535353437353b32313535353435333bc8cecef1c6ecd6c4"/>
          <p:cNvPicPr>
            <a:picLocks noChangeAspect="1"/>
          </p:cNvPicPr>
          <p:nvPr/>
        </p:nvPicPr>
        <p:blipFill>
          <a:blip r:embed="rId1"/>
          <a:stretch>
            <a:fillRect/>
          </a:stretch>
        </p:blipFill>
        <p:spPr>
          <a:xfrm>
            <a:off x="160020" y="213360"/>
            <a:ext cx="664210" cy="664210"/>
          </a:xfrm>
          <a:prstGeom prst="rect">
            <a:avLst/>
          </a:prstGeom>
        </p:spPr>
      </p:pic>
      <p:cxnSp>
        <p:nvCxnSpPr>
          <p:cNvPr id="33" name="直接连接符 32"/>
          <p:cNvCxnSpPr/>
          <p:nvPr/>
        </p:nvCxnSpPr>
        <p:spPr>
          <a:xfrm>
            <a:off x="531495" y="873125"/>
            <a:ext cx="4044315" cy="5715"/>
          </a:xfrm>
          <a:prstGeom prst="line">
            <a:avLst/>
          </a:prstGeom>
        </p:spPr>
        <p:style>
          <a:lnRef idx="1">
            <a:schemeClr val="dk1"/>
          </a:lnRef>
          <a:fillRef idx="0">
            <a:schemeClr val="dk1"/>
          </a:fillRef>
          <a:effectRef idx="0">
            <a:schemeClr val="dk1"/>
          </a:effectRef>
          <a:fontRef idx="minor">
            <a:schemeClr val="tx1"/>
          </a:fontRef>
        </p:style>
      </p:cxnSp>
      <p:sp>
        <p:nvSpPr>
          <p:cNvPr id="2" name="文本框 1"/>
          <p:cNvSpPr txBox="1"/>
          <p:nvPr/>
        </p:nvSpPr>
        <p:spPr>
          <a:xfrm>
            <a:off x="1111885" y="330200"/>
            <a:ext cx="3664585" cy="521970"/>
          </a:xfrm>
          <a:prstGeom prst="rect">
            <a:avLst/>
          </a:prstGeom>
          <a:noFill/>
        </p:spPr>
        <p:txBody>
          <a:bodyPr wrap="square" rtlCol="0">
            <a:spAutoFit/>
            <a:scene3d>
              <a:camera prst="orthographicFront"/>
              <a:lightRig rig="threePt" dir="t"/>
            </a:scene3d>
          </a:bodyPr>
          <a:p>
            <a:pPr algn="ctr">
              <a:defRPr/>
            </a:pPr>
            <a:r>
              <a:rPr kumimoji="0" lang="zh-CN"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rPr>
              <a:t>中断服务函数名</a:t>
            </a:r>
            <a:endParaRPr kumimoji="0" lang="zh-CN"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endParaRPr>
          </a:p>
        </p:txBody>
      </p:sp>
      <p:pic>
        <p:nvPicPr>
          <p:cNvPr id="102" name="图片 101"/>
          <p:cNvPicPr>
            <a:picLocks noChangeAspect="1"/>
          </p:cNvPicPr>
          <p:nvPr/>
        </p:nvPicPr>
        <p:blipFill>
          <a:blip r:embed="rId2"/>
          <a:stretch>
            <a:fillRect/>
          </a:stretch>
        </p:blipFill>
        <p:spPr>
          <a:xfrm>
            <a:off x="9391015" y="330200"/>
            <a:ext cx="2322830" cy="872490"/>
          </a:xfrm>
          <a:prstGeom prst="rect">
            <a:avLst/>
          </a:prstGeom>
          <a:noFill/>
          <a:ln w="9525">
            <a:noFill/>
          </a:ln>
        </p:spPr>
      </p:pic>
      <p:sp>
        <p:nvSpPr>
          <p:cNvPr id="100" name="文本框 99"/>
          <p:cNvSpPr txBox="1"/>
          <p:nvPr/>
        </p:nvSpPr>
        <p:spPr>
          <a:xfrm>
            <a:off x="1909445" y="1006475"/>
            <a:ext cx="8557260" cy="706755"/>
          </a:xfrm>
          <a:prstGeom prst="rect">
            <a:avLst/>
          </a:prstGeom>
          <a:noFill/>
          <a:ln w="9525">
            <a:noFill/>
          </a:ln>
        </p:spPr>
        <p:txBody>
          <a:bodyPr wrap="square">
            <a:spAutoFit/>
          </a:bodyPr>
          <a:p>
            <a:pPr indent="0"/>
            <a:r>
              <a:rPr lang="en-US" altLang="zh-CN" sz="2000" b="0"/>
              <a:t>        </a:t>
            </a:r>
            <a:r>
              <a:rPr lang="zh-CN" sz="2000" b="0"/>
              <a:t>使能中断之后，如果有中断触发，就会跳转到中断服务函数里面去执行。中断函数名是固定的，在startup_gd32f450_470.s启动文件中有定义。</a:t>
            </a:r>
            <a:endParaRPr lang="zh-CN" sz="2000" b="0"/>
          </a:p>
        </p:txBody>
      </p:sp>
      <p:sp>
        <p:nvSpPr>
          <p:cNvPr id="5" name="文本框 4"/>
          <p:cNvSpPr txBox="1"/>
          <p:nvPr/>
        </p:nvSpPr>
        <p:spPr>
          <a:xfrm>
            <a:off x="1335405" y="2599055"/>
            <a:ext cx="9958070" cy="398780"/>
          </a:xfrm>
          <a:prstGeom prst="rect">
            <a:avLst/>
          </a:prstGeom>
          <a:noFill/>
          <a:ln w="9525">
            <a:noFill/>
          </a:ln>
        </p:spPr>
        <p:txBody>
          <a:bodyPr wrap="square">
            <a:spAutoFit/>
          </a:bodyPr>
          <a:p>
            <a:pPr>
              <a:buClrTx/>
              <a:buSzTx/>
              <a:buFontTx/>
            </a:pPr>
            <a:r>
              <a:rPr lang="zh-CN" altLang="en-US" sz="2000" b="0">
                <a:highlight>
                  <a:srgbClr val="C0C0C0"/>
                </a:highlight>
              </a:rPr>
              <a:t>#define BSP_TIMER_IRQHandler TIMER5_DAC_IRQHandler // 定时器中断服务函数;  </a:t>
            </a:r>
            <a:endParaRPr lang="zh-CN" altLang="en-US" sz="2000" b="0">
              <a:highlight>
                <a:srgbClr val="C0C0C0"/>
              </a:highlight>
            </a:endParaRPr>
          </a:p>
        </p:txBody>
      </p:sp>
    </p:spTree>
    <p:custDataLst>
      <p:tags r:id="rId3"/>
    </p:custData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alpha val="51000"/>
          </a:schemeClr>
        </a:solidFill>
        <a:effectLst/>
      </p:bgPr>
    </p:bg>
    <p:spTree>
      <p:nvGrpSpPr>
        <p:cNvPr id="1" name=""/>
        <p:cNvGrpSpPr/>
        <p:nvPr/>
      </p:nvGrpSpPr>
      <p:grpSpPr>
        <a:xfrm>
          <a:off x="0" y="0"/>
          <a:ext cx="0" cy="0"/>
          <a:chOff x="0" y="0"/>
          <a:chExt cx="0" cy="0"/>
        </a:xfrm>
      </p:grpSpPr>
      <p:pic>
        <p:nvPicPr>
          <p:cNvPr id="27" name="图片 26" descr="32313535353437353b32313535353435333bc8cecef1c6ecd6c4"/>
          <p:cNvPicPr>
            <a:picLocks noChangeAspect="1"/>
          </p:cNvPicPr>
          <p:nvPr/>
        </p:nvPicPr>
        <p:blipFill>
          <a:blip r:embed="rId1"/>
          <a:stretch>
            <a:fillRect/>
          </a:stretch>
        </p:blipFill>
        <p:spPr>
          <a:xfrm>
            <a:off x="160020" y="213360"/>
            <a:ext cx="664210" cy="664210"/>
          </a:xfrm>
          <a:prstGeom prst="rect">
            <a:avLst/>
          </a:prstGeom>
        </p:spPr>
      </p:pic>
      <p:cxnSp>
        <p:nvCxnSpPr>
          <p:cNvPr id="33" name="直接连接符 32"/>
          <p:cNvCxnSpPr/>
          <p:nvPr/>
        </p:nvCxnSpPr>
        <p:spPr>
          <a:xfrm>
            <a:off x="531495" y="873125"/>
            <a:ext cx="4044315" cy="5715"/>
          </a:xfrm>
          <a:prstGeom prst="line">
            <a:avLst/>
          </a:prstGeom>
        </p:spPr>
        <p:style>
          <a:lnRef idx="1">
            <a:schemeClr val="dk1"/>
          </a:lnRef>
          <a:fillRef idx="0">
            <a:schemeClr val="dk1"/>
          </a:fillRef>
          <a:effectRef idx="0">
            <a:schemeClr val="dk1"/>
          </a:effectRef>
          <a:fontRef idx="minor">
            <a:schemeClr val="tx1"/>
          </a:fontRef>
        </p:style>
      </p:cxnSp>
      <p:sp>
        <p:nvSpPr>
          <p:cNvPr id="2" name="文本框 1"/>
          <p:cNvSpPr txBox="1"/>
          <p:nvPr/>
        </p:nvSpPr>
        <p:spPr>
          <a:xfrm>
            <a:off x="1111885" y="330200"/>
            <a:ext cx="3664585" cy="521970"/>
          </a:xfrm>
          <a:prstGeom prst="rect">
            <a:avLst/>
          </a:prstGeom>
          <a:noFill/>
        </p:spPr>
        <p:txBody>
          <a:bodyPr wrap="square" rtlCol="0">
            <a:spAutoFit/>
            <a:scene3d>
              <a:camera prst="orthographicFront"/>
              <a:lightRig rig="threePt" dir="t"/>
            </a:scene3d>
          </a:bodyPr>
          <a:p>
            <a:pPr algn="ctr">
              <a:defRPr/>
            </a:pPr>
            <a:r>
              <a:rPr kumimoji="0" lang="zh-CN" altLang="en-US"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rPr>
              <a:t>中断标志位</a:t>
            </a:r>
            <a:endParaRPr kumimoji="0" lang="zh-CN" altLang="en-US"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endParaRPr>
          </a:p>
        </p:txBody>
      </p:sp>
      <p:pic>
        <p:nvPicPr>
          <p:cNvPr id="102" name="图片 101"/>
          <p:cNvPicPr>
            <a:picLocks noChangeAspect="1"/>
          </p:cNvPicPr>
          <p:nvPr/>
        </p:nvPicPr>
        <p:blipFill>
          <a:blip r:embed="rId2"/>
          <a:stretch>
            <a:fillRect/>
          </a:stretch>
        </p:blipFill>
        <p:spPr>
          <a:xfrm>
            <a:off x="9391015" y="330200"/>
            <a:ext cx="2322830" cy="872490"/>
          </a:xfrm>
          <a:prstGeom prst="rect">
            <a:avLst/>
          </a:prstGeom>
          <a:noFill/>
          <a:ln w="9525">
            <a:noFill/>
          </a:ln>
        </p:spPr>
      </p:pic>
      <p:sp>
        <p:nvSpPr>
          <p:cNvPr id="3" name="文本框 2"/>
          <p:cNvSpPr txBox="1"/>
          <p:nvPr/>
        </p:nvSpPr>
        <p:spPr>
          <a:xfrm>
            <a:off x="1430655" y="1202690"/>
            <a:ext cx="9330690" cy="521970"/>
          </a:xfrm>
          <a:prstGeom prst="rect">
            <a:avLst/>
          </a:prstGeom>
          <a:noFill/>
        </p:spPr>
        <p:txBody>
          <a:bodyPr wrap="square" rtlCol="0">
            <a:spAutoFit/>
          </a:bodyPr>
          <a:p>
            <a:r>
              <a:rPr lang="en-US" altLang="zh-CN" sz="2800"/>
              <a:t>1. </a:t>
            </a:r>
            <a:r>
              <a:rPr lang="zh-CN" altLang="en-US" sz="2800"/>
              <a:t>获取中断标志位：</a:t>
            </a:r>
            <a:endParaRPr lang="zh-CN" altLang="en-US" sz="2800"/>
          </a:p>
        </p:txBody>
      </p:sp>
      <p:sp>
        <p:nvSpPr>
          <p:cNvPr id="4" name="文本框 3"/>
          <p:cNvSpPr txBox="1"/>
          <p:nvPr/>
        </p:nvSpPr>
        <p:spPr>
          <a:xfrm>
            <a:off x="1630680" y="1897380"/>
            <a:ext cx="7955280" cy="368300"/>
          </a:xfrm>
          <a:prstGeom prst="rect">
            <a:avLst/>
          </a:prstGeom>
          <a:noFill/>
        </p:spPr>
        <p:txBody>
          <a:bodyPr wrap="none" rtlCol="0">
            <a:spAutoFit/>
          </a:bodyPr>
          <a:p>
            <a:pPr algn="l"/>
            <a:r>
              <a:rPr lang="zh-CN" altLang="en-US"/>
              <a:t>FlagStatus timer_interrupt_flag_get(uint32_t timer_periph, uint32_t interrupt);</a:t>
            </a:r>
            <a:endParaRPr lang="zh-CN" altLang="en-US"/>
          </a:p>
        </p:txBody>
      </p:sp>
      <p:sp>
        <p:nvSpPr>
          <p:cNvPr id="100" name="文本框 99"/>
          <p:cNvSpPr txBox="1"/>
          <p:nvPr/>
        </p:nvSpPr>
        <p:spPr>
          <a:xfrm>
            <a:off x="1430655" y="2621280"/>
            <a:ext cx="7828915" cy="706755"/>
          </a:xfrm>
          <a:prstGeom prst="rect">
            <a:avLst/>
          </a:prstGeom>
          <a:noFill/>
          <a:ln w="9525">
            <a:noFill/>
          </a:ln>
        </p:spPr>
        <p:txBody>
          <a:bodyPr wrap="square">
            <a:spAutoFit/>
          </a:bodyPr>
          <a:p>
            <a:pPr>
              <a:buClrTx/>
              <a:buSzTx/>
              <a:buFontTx/>
            </a:pPr>
            <a:r>
              <a:rPr lang="zh-CN" altLang="en-US" sz="2000" b="0">
                <a:highlight>
                  <a:srgbClr val="C0C0C0"/>
                </a:highlight>
              </a:rPr>
              <a:t>/* 获取中断标志位 */</a:t>
            </a:r>
            <a:endParaRPr lang="zh-CN" altLang="en-US" sz="2000" b="0">
              <a:highlight>
                <a:srgbClr val="C0C0C0"/>
              </a:highlight>
            </a:endParaRPr>
          </a:p>
          <a:p>
            <a:pPr>
              <a:buClrTx/>
              <a:buSzTx/>
              <a:buFontTx/>
            </a:pPr>
            <a:r>
              <a:rPr lang="zh-CN" altLang="en-US" sz="2000" b="0">
                <a:highlight>
                  <a:srgbClr val="C0C0C0"/>
                </a:highlight>
              </a:rPr>
              <a:t>exti_interrupt_flag_get(BSP_KEY_EXTI_LINE)</a:t>
            </a:r>
            <a:endParaRPr lang="zh-CN" altLang="en-US" sz="2000" b="0">
              <a:highlight>
                <a:srgbClr val="C0C0C0"/>
              </a:highlight>
            </a:endParaRPr>
          </a:p>
        </p:txBody>
      </p:sp>
      <p:sp>
        <p:nvSpPr>
          <p:cNvPr id="7" name="文本框 6"/>
          <p:cNvSpPr txBox="1"/>
          <p:nvPr/>
        </p:nvSpPr>
        <p:spPr>
          <a:xfrm>
            <a:off x="1365250" y="5412105"/>
            <a:ext cx="10066655" cy="398780"/>
          </a:xfrm>
          <a:prstGeom prst="rect">
            <a:avLst/>
          </a:prstGeom>
          <a:noFill/>
          <a:ln w="9525">
            <a:noFill/>
          </a:ln>
        </p:spPr>
        <p:txBody>
          <a:bodyPr wrap="square">
            <a:spAutoFit/>
          </a:bodyPr>
          <a:p>
            <a:pPr>
              <a:buClrTx/>
              <a:buSzTx/>
              <a:buFontTx/>
            </a:pPr>
            <a:r>
              <a:rPr lang="zh-CN" altLang="en-US" sz="2000" b="0">
                <a:highlight>
                  <a:srgbClr val="C0C0C0"/>
                </a:highlight>
              </a:rPr>
              <a:t>timer_interrupt_flag_clear(BSP_TIMER,TIMER_INT_FLAG_UP); // 清除中断标志位</a:t>
            </a:r>
            <a:endParaRPr lang="zh-CN" altLang="en-US" sz="2000" b="0">
              <a:highlight>
                <a:srgbClr val="C0C0C0"/>
              </a:highlight>
            </a:endParaRPr>
          </a:p>
        </p:txBody>
      </p:sp>
      <p:sp>
        <p:nvSpPr>
          <p:cNvPr id="5" name="文本框 4"/>
          <p:cNvSpPr txBox="1"/>
          <p:nvPr/>
        </p:nvSpPr>
        <p:spPr>
          <a:xfrm>
            <a:off x="1630680" y="4696460"/>
            <a:ext cx="7396480" cy="368300"/>
          </a:xfrm>
          <a:prstGeom prst="rect">
            <a:avLst/>
          </a:prstGeom>
          <a:noFill/>
        </p:spPr>
        <p:txBody>
          <a:bodyPr wrap="none" rtlCol="0">
            <a:spAutoFit/>
          </a:bodyPr>
          <a:p>
            <a:pPr algn="l"/>
            <a:r>
              <a:rPr lang="zh-CN" altLang="en-US"/>
              <a:t>void timer_interrupt_flag_clear(uint32_t timer_periph, uint32_t interrupt)</a:t>
            </a:r>
            <a:endParaRPr lang="zh-CN" altLang="en-US"/>
          </a:p>
        </p:txBody>
      </p:sp>
      <p:sp>
        <p:nvSpPr>
          <p:cNvPr id="6" name="文本框 5"/>
          <p:cNvSpPr txBox="1"/>
          <p:nvPr/>
        </p:nvSpPr>
        <p:spPr>
          <a:xfrm>
            <a:off x="1430655" y="3827145"/>
            <a:ext cx="9330690" cy="521970"/>
          </a:xfrm>
          <a:prstGeom prst="rect">
            <a:avLst/>
          </a:prstGeom>
          <a:noFill/>
        </p:spPr>
        <p:txBody>
          <a:bodyPr wrap="square" rtlCol="0">
            <a:spAutoFit/>
          </a:bodyPr>
          <a:p>
            <a:r>
              <a:rPr lang="en-US" altLang="zh-CN" sz="2800"/>
              <a:t>2. </a:t>
            </a:r>
            <a:r>
              <a:rPr lang="zh-CN" altLang="en-US" sz="2800"/>
              <a:t>清中断标志位：</a:t>
            </a:r>
            <a:endParaRPr lang="zh-CN" altLang="en-US" sz="2800"/>
          </a:p>
        </p:txBody>
      </p:sp>
    </p:spTree>
    <p:custDataLst>
      <p:tags r:id="rId3"/>
    </p:custData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alpha val="51000"/>
          </a:schemeClr>
        </a:solidFill>
        <a:effectLst/>
      </p:bgPr>
    </p:bg>
    <p:spTree>
      <p:nvGrpSpPr>
        <p:cNvPr id="1" name=""/>
        <p:cNvGrpSpPr/>
        <p:nvPr/>
      </p:nvGrpSpPr>
      <p:grpSpPr>
        <a:xfrm>
          <a:off x="0" y="0"/>
          <a:ext cx="0" cy="0"/>
          <a:chOff x="0" y="0"/>
          <a:chExt cx="0" cy="0"/>
        </a:xfrm>
      </p:grpSpPr>
      <p:pic>
        <p:nvPicPr>
          <p:cNvPr id="27" name="图片 26" descr="32313535353437353b32313535353435333bc8cecef1c6ecd6c4"/>
          <p:cNvPicPr>
            <a:picLocks noChangeAspect="1"/>
          </p:cNvPicPr>
          <p:nvPr/>
        </p:nvPicPr>
        <p:blipFill>
          <a:blip r:embed="rId1"/>
          <a:stretch>
            <a:fillRect/>
          </a:stretch>
        </p:blipFill>
        <p:spPr>
          <a:xfrm>
            <a:off x="160020" y="213360"/>
            <a:ext cx="664210" cy="664210"/>
          </a:xfrm>
          <a:prstGeom prst="rect">
            <a:avLst/>
          </a:prstGeom>
        </p:spPr>
      </p:pic>
      <p:cxnSp>
        <p:nvCxnSpPr>
          <p:cNvPr id="33" name="直接连接符 32"/>
          <p:cNvCxnSpPr/>
          <p:nvPr/>
        </p:nvCxnSpPr>
        <p:spPr>
          <a:xfrm>
            <a:off x="531495" y="873125"/>
            <a:ext cx="4044315" cy="5715"/>
          </a:xfrm>
          <a:prstGeom prst="line">
            <a:avLst/>
          </a:prstGeom>
        </p:spPr>
        <p:style>
          <a:lnRef idx="1">
            <a:schemeClr val="dk1"/>
          </a:lnRef>
          <a:fillRef idx="0">
            <a:schemeClr val="dk1"/>
          </a:fillRef>
          <a:effectRef idx="0">
            <a:schemeClr val="dk1"/>
          </a:effectRef>
          <a:fontRef idx="minor">
            <a:schemeClr val="tx1"/>
          </a:fontRef>
        </p:style>
      </p:cxnSp>
      <p:sp>
        <p:nvSpPr>
          <p:cNvPr id="2" name="文本框 1"/>
          <p:cNvSpPr txBox="1"/>
          <p:nvPr/>
        </p:nvSpPr>
        <p:spPr>
          <a:xfrm>
            <a:off x="1111885" y="330200"/>
            <a:ext cx="3664585" cy="521970"/>
          </a:xfrm>
          <a:prstGeom prst="rect">
            <a:avLst/>
          </a:prstGeom>
          <a:noFill/>
        </p:spPr>
        <p:txBody>
          <a:bodyPr wrap="square" rtlCol="0">
            <a:spAutoFit/>
            <a:scene3d>
              <a:camera prst="orthographicFront"/>
              <a:lightRig rig="threePt" dir="t"/>
            </a:scene3d>
          </a:bodyPr>
          <a:p>
            <a:pPr algn="ctr">
              <a:defRPr/>
            </a:pPr>
            <a:r>
              <a:rPr kumimoji="0" lang="zh-CN"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rPr>
              <a:t>编写中断服务函数</a:t>
            </a:r>
            <a:endParaRPr kumimoji="0" lang="zh-CN"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endParaRPr>
          </a:p>
        </p:txBody>
      </p:sp>
      <p:pic>
        <p:nvPicPr>
          <p:cNvPr id="102" name="图片 101"/>
          <p:cNvPicPr>
            <a:picLocks noChangeAspect="1"/>
          </p:cNvPicPr>
          <p:nvPr/>
        </p:nvPicPr>
        <p:blipFill>
          <a:blip r:embed="rId2"/>
          <a:stretch>
            <a:fillRect/>
          </a:stretch>
        </p:blipFill>
        <p:spPr>
          <a:xfrm>
            <a:off x="9391015" y="330200"/>
            <a:ext cx="2322830" cy="872490"/>
          </a:xfrm>
          <a:prstGeom prst="rect">
            <a:avLst/>
          </a:prstGeom>
          <a:noFill/>
          <a:ln w="9525">
            <a:noFill/>
          </a:ln>
        </p:spPr>
      </p:pic>
      <p:sp>
        <p:nvSpPr>
          <p:cNvPr id="3" name="文本框 2"/>
          <p:cNvSpPr txBox="1"/>
          <p:nvPr/>
        </p:nvSpPr>
        <p:spPr>
          <a:xfrm>
            <a:off x="1909445" y="2146300"/>
            <a:ext cx="9087485" cy="2122805"/>
          </a:xfrm>
          <a:prstGeom prst="rect">
            <a:avLst/>
          </a:prstGeom>
          <a:noFill/>
        </p:spPr>
        <p:txBody>
          <a:bodyPr wrap="square" rtlCol="0">
            <a:spAutoFit/>
          </a:bodyPr>
          <a:p>
            <a:r>
              <a:rPr lang="zh-CN" sz="1200"/>
              <a:t>void BSP_TIMER_IRQHandler(void)</a:t>
            </a:r>
            <a:endParaRPr lang="zh-CN" sz="1200"/>
          </a:p>
          <a:p>
            <a:r>
              <a:rPr lang="zh-CN" sz="1200"/>
              <a:t>{</a:t>
            </a:r>
            <a:endParaRPr lang="zh-CN" sz="1200"/>
          </a:p>
          <a:p>
            <a:r>
              <a:rPr lang="zh-CN" sz="1200"/>
              <a:t>	/* 这里是定时器中断 */</a:t>
            </a:r>
            <a:endParaRPr lang="zh-CN" sz="1200"/>
          </a:p>
          <a:p>
            <a:r>
              <a:rPr lang="en-US" altLang="zh-CN" sz="1200"/>
              <a:t>	</a:t>
            </a:r>
            <a:r>
              <a:rPr lang="zh-CN" sz="1200"/>
              <a:t> if(timer_interrupt_flag_get(BSP_TIMER,TIMER_INT_FLAG_UP) == SET)</a:t>
            </a:r>
            <a:endParaRPr lang="zh-CN" sz="1200"/>
          </a:p>
          <a:p>
            <a:r>
              <a:rPr lang="zh-CN" sz="1200"/>
              <a:t>	{</a:t>
            </a:r>
            <a:endParaRPr lang="zh-CN" sz="1200"/>
          </a:p>
          <a:p>
            <a:r>
              <a:rPr lang="zh-CN" sz="1200"/>
              <a:t>		timer_interrupt_flag_clear(BSP_TIMER,TIMER_INT_FLAG_UP); // 清除中断标志位 </a:t>
            </a:r>
            <a:endParaRPr lang="zh-CN" sz="1200"/>
          </a:p>
          <a:p>
            <a:r>
              <a:rPr lang="zh-CN" sz="1200"/>
              <a:t>   </a:t>
            </a:r>
            <a:r>
              <a:rPr lang="en-US" altLang="zh-CN" sz="1200"/>
              <a:t>		</a:t>
            </a:r>
            <a:r>
              <a:rPr lang="zh-CN" sz="1200"/>
              <a:t> /* 执行操作 */</a:t>
            </a:r>
            <a:endParaRPr lang="zh-CN" sz="1200"/>
          </a:p>
          <a:p>
            <a:r>
              <a:rPr lang="zh-CN" sz="1200"/>
              <a:t>		printf("BSP_TIMER_IRQHandler\r\n");</a:t>
            </a:r>
            <a:endParaRPr lang="zh-CN" sz="1200"/>
          </a:p>
          <a:p>
            <a:r>
              <a:rPr lang="zh-CN" sz="1200"/>
              <a:t>		gpio_bit_toggle(BSP_LED2_PORT,BSP_LED2_PIN); // 翻转led</a:t>
            </a:r>
            <a:endParaRPr lang="zh-CN" sz="1200"/>
          </a:p>
          <a:p>
            <a:r>
              <a:rPr lang="zh-CN" sz="1200"/>
              <a:t>	}</a:t>
            </a:r>
            <a:endParaRPr lang="zh-CN" sz="1200"/>
          </a:p>
          <a:p>
            <a:r>
              <a:rPr lang="zh-CN" sz="1200"/>
              <a:t>}</a:t>
            </a:r>
            <a:endParaRPr lang="zh-CN" sz="1200"/>
          </a:p>
        </p:txBody>
      </p:sp>
      <p:sp>
        <p:nvSpPr>
          <p:cNvPr id="100" name="文本框 99"/>
          <p:cNvSpPr txBox="1"/>
          <p:nvPr/>
        </p:nvSpPr>
        <p:spPr>
          <a:xfrm>
            <a:off x="1799590" y="1363345"/>
            <a:ext cx="6911975" cy="398780"/>
          </a:xfrm>
          <a:prstGeom prst="rect">
            <a:avLst/>
          </a:prstGeom>
          <a:noFill/>
          <a:ln w="9525">
            <a:noFill/>
          </a:ln>
        </p:spPr>
        <p:txBody>
          <a:bodyPr wrap="square">
            <a:spAutoFit/>
          </a:bodyPr>
          <a:p>
            <a:pPr indent="0"/>
            <a:r>
              <a:rPr lang="en-US" altLang="zh-CN" sz="2000" b="0"/>
              <a:t>1s</a:t>
            </a:r>
            <a:r>
              <a:rPr lang="zh-CN" altLang="en-US" sz="2000" b="0"/>
              <a:t>进入一次中断，执行串口和</a:t>
            </a:r>
            <a:r>
              <a:rPr lang="en-US" altLang="zh-CN" sz="2000" b="0"/>
              <a:t>LED</a:t>
            </a:r>
            <a:r>
              <a:rPr lang="zh-CN" altLang="en-US" sz="2000" b="0"/>
              <a:t>闪烁功能</a:t>
            </a:r>
            <a:r>
              <a:rPr lang="zh-CN" sz="2000" b="0"/>
              <a:t>：</a:t>
            </a:r>
            <a:endParaRPr lang="zh-CN" sz="2000" b="0"/>
          </a:p>
        </p:txBody>
      </p:sp>
    </p:spTree>
    <p:custDataLst>
      <p:tags r:id="rId3"/>
    </p:custData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2"/>
          <p:cNvSpPr txBox="1"/>
          <p:nvPr>
            <p:custDataLst>
              <p:tags r:id="rId1"/>
            </p:custDataLst>
          </p:nvPr>
        </p:nvSpPr>
        <p:spPr>
          <a:xfrm>
            <a:off x="3533140" y="1372245"/>
            <a:ext cx="1487170" cy="1240790"/>
          </a:xfrm>
          <a:prstGeom prst="rect">
            <a:avLst/>
          </a:prstGeom>
          <a:noFill/>
        </p:spPr>
        <p:txBody>
          <a:bodyPr wrap="square" lIns="90170" tIns="46990" rIns="90170" bIns="46990"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algn="ctr" defTabSz="914400" fontAlgn="auto">
              <a:lnSpc>
                <a:spcPct val="100000"/>
              </a:lnSpc>
              <a:spcBef>
                <a:spcPts val="0"/>
              </a:spcBef>
              <a:spcAft>
                <a:spcPts val="0"/>
              </a:spcAft>
              <a:buClrTx/>
              <a:buSzTx/>
              <a:buFontTx/>
            </a:pPr>
            <a:r>
              <a:rPr lang="en-US" altLang="zh-CN" sz="7200" b="1" spc="200" dirty="0">
                <a:solidFill>
                  <a:srgbClr val="6096E6"/>
                </a:solidFill>
                <a:latin typeface="Arial" panose="020B0604020202020204" pitchFamily="34" charset="0"/>
                <a:ea typeface="微软雅黑" panose="020B0503020204020204" pitchFamily="34" charset="-122"/>
                <a:cs typeface="+mn-ea"/>
                <a:sym typeface="Arial" panose="020B0604020202020204" pitchFamily="34" charset="0"/>
              </a:rPr>
              <a:t>03</a:t>
            </a:r>
            <a:endParaRPr lang="en-US" altLang="zh-CN" sz="7200" b="1" spc="200" dirty="0">
              <a:solidFill>
                <a:srgbClr val="6096E6"/>
              </a:solidFill>
              <a:latin typeface="Arial" panose="020B0604020202020204" pitchFamily="34" charset="0"/>
              <a:ea typeface="微软雅黑" panose="020B0503020204020204" pitchFamily="34" charset="-122"/>
              <a:cs typeface="+mn-ea"/>
              <a:sym typeface="Arial" panose="020B0604020202020204" pitchFamily="34" charset="0"/>
            </a:endParaRPr>
          </a:p>
        </p:txBody>
      </p:sp>
      <p:cxnSp>
        <p:nvCxnSpPr>
          <p:cNvPr id="8" name="直接连接符 7"/>
          <p:cNvCxnSpPr/>
          <p:nvPr>
            <p:custDataLst>
              <p:tags r:id="rId2"/>
            </p:custDataLst>
          </p:nvPr>
        </p:nvCxnSpPr>
        <p:spPr>
          <a:xfrm>
            <a:off x="3755390" y="2613025"/>
            <a:ext cx="4040505" cy="1905"/>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标题 11"/>
          <p:cNvSpPr>
            <a:spLocks noGrp="1"/>
          </p:cNvSpPr>
          <p:nvPr>
            <p:custDataLst>
              <p:tags r:id="rId3"/>
            </p:custDataLst>
          </p:nvPr>
        </p:nvSpPr>
        <p:spPr>
          <a:xfrm>
            <a:off x="5030470" y="1628775"/>
            <a:ext cx="2904490" cy="705485"/>
          </a:xfrm>
          <a:prstGeom prst="rect">
            <a:avLst/>
          </a:prstGeom>
        </p:spPr>
        <p:txBody>
          <a:bodyPr vert="horz" lIns="90170" tIns="46990" rIns="90170" bIns="46990" rtlCol="0" anchor="ctr" anchorCtr="0">
            <a:noAutofit/>
          </a:bodyPr>
          <a:lst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a:lstStyle>
          <a:p>
            <a:r>
              <a:rPr lang="zh-CN" sz="4800">
                <a:solidFill>
                  <a:srgbClr val="6096E6"/>
                </a:solidFill>
                <a:sym typeface="Arial" panose="020B0604020202020204" pitchFamily="34" charset="0"/>
              </a:rPr>
              <a:t>实验现象</a:t>
            </a:r>
            <a:endParaRPr lang="zh-CN" sz="4800">
              <a:solidFill>
                <a:srgbClr val="6096E6"/>
              </a:solidFill>
              <a:sym typeface="Arial" panose="020B0604020202020204" pitchFamily="34" charset="0"/>
            </a:endParaRPr>
          </a:p>
        </p:txBody>
      </p:sp>
      <p:pic>
        <p:nvPicPr>
          <p:cNvPr id="102" name="图片 101"/>
          <p:cNvPicPr>
            <a:picLocks noChangeAspect="1"/>
          </p:cNvPicPr>
          <p:nvPr/>
        </p:nvPicPr>
        <p:blipFill>
          <a:blip r:embed="rId4"/>
          <a:stretch>
            <a:fillRect/>
          </a:stretch>
        </p:blipFill>
        <p:spPr>
          <a:xfrm>
            <a:off x="317500" y="144780"/>
            <a:ext cx="2322830" cy="872490"/>
          </a:xfrm>
          <a:prstGeom prst="rect">
            <a:avLst/>
          </a:prstGeom>
          <a:noFill/>
          <a:ln w="9525">
            <a:noFill/>
          </a:ln>
        </p:spPr>
      </p:pic>
    </p:spTree>
    <p:custDataLst>
      <p:tags r:id="rId5"/>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alpha val="51000"/>
          </a:schemeClr>
        </a:solidFill>
        <a:effectLst/>
      </p:bgPr>
    </p:bg>
    <p:spTree>
      <p:nvGrpSpPr>
        <p:cNvPr id="1" name=""/>
        <p:cNvGrpSpPr/>
        <p:nvPr/>
      </p:nvGrpSpPr>
      <p:grpSpPr>
        <a:xfrm>
          <a:off x="0" y="0"/>
          <a:ext cx="0" cy="0"/>
          <a:chOff x="0" y="0"/>
          <a:chExt cx="0" cy="0"/>
        </a:xfrm>
      </p:grpSpPr>
      <p:pic>
        <p:nvPicPr>
          <p:cNvPr id="27" name="图片 26" descr="32313535353437353b32313535353435333bc8cecef1c6ecd6c4"/>
          <p:cNvPicPr>
            <a:picLocks noChangeAspect="1"/>
          </p:cNvPicPr>
          <p:nvPr/>
        </p:nvPicPr>
        <p:blipFill>
          <a:blip r:embed="rId1"/>
          <a:stretch>
            <a:fillRect/>
          </a:stretch>
        </p:blipFill>
        <p:spPr>
          <a:xfrm>
            <a:off x="160020" y="213360"/>
            <a:ext cx="664210" cy="664210"/>
          </a:xfrm>
          <a:prstGeom prst="rect">
            <a:avLst/>
          </a:prstGeom>
        </p:spPr>
      </p:pic>
      <p:cxnSp>
        <p:nvCxnSpPr>
          <p:cNvPr id="33" name="直接连接符 32"/>
          <p:cNvCxnSpPr/>
          <p:nvPr/>
        </p:nvCxnSpPr>
        <p:spPr>
          <a:xfrm>
            <a:off x="531495" y="873125"/>
            <a:ext cx="4044315" cy="5715"/>
          </a:xfrm>
          <a:prstGeom prst="line">
            <a:avLst/>
          </a:prstGeom>
        </p:spPr>
        <p:style>
          <a:lnRef idx="1">
            <a:schemeClr val="dk1"/>
          </a:lnRef>
          <a:fillRef idx="0">
            <a:schemeClr val="dk1"/>
          </a:fillRef>
          <a:effectRef idx="0">
            <a:schemeClr val="dk1"/>
          </a:effectRef>
          <a:fontRef idx="minor">
            <a:schemeClr val="tx1"/>
          </a:fontRef>
        </p:style>
      </p:cxnSp>
      <p:sp>
        <p:nvSpPr>
          <p:cNvPr id="2" name="文本框 1"/>
          <p:cNvSpPr txBox="1"/>
          <p:nvPr/>
        </p:nvSpPr>
        <p:spPr>
          <a:xfrm>
            <a:off x="1121410" y="330200"/>
            <a:ext cx="3664585" cy="521970"/>
          </a:xfrm>
          <a:prstGeom prst="rect">
            <a:avLst/>
          </a:prstGeom>
          <a:noFill/>
        </p:spPr>
        <p:txBody>
          <a:bodyPr wrap="square" rtlCol="0">
            <a:spAutoFit/>
            <a:scene3d>
              <a:camera prst="orthographicFront"/>
              <a:lightRig rig="threePt" dir="t"/>
            </a:scene3d>
          </a:bodyPr>
          <a:p>
            <a:pPr algn="ctr">
              <a:defRPr/>
            </a:pPr>
            <a:r>
              <a:rPr kumimoji="0" lang="zh-CN" altLang="en-US"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rPr>
              <a:t>实验现象</a:t>
            </a:r>
            <a:endParaRPr kumimoji="0" lang="zh-CN" altLang="en-US"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endParaRPr>
          </a:p>
        </p:txBody>
      </p:sp>
      <p:pic>
        <p:nvPicPr>
          <p:cNvPr id="102" name="图片 101"/>
          <p:cNvPicPr>
            <a:picLocks noChangeAspect="1"/>
          </p:cNvPicPr>
          <p:nvPr/>
        </p:nvPicPr>
        <p:blipFill>
          <a:blip r:embed="rId2"/>
          <a:stretch>
            <a:fillRect/>
          </a:stretch>
        </p:blipFill>
        <p:spPr>
          <a:xfrm>
            <a:off x="9391015" y="330200"/>
            <a:ext cx="2322830" cy="872490"/>
          </a:xfrm>
          <a:prstGeom prst="rect">
            <a:avLst/>
          </a:prstGeom>
          <a:noFill/>
          <a:ln w="9525">
            <a:noFill/>
          </a:ln>
        </p:spPr>
      </p:pic>
      <p:sp>
        <p:nvSpPr>
          <p:cNvPr id="4" name="文本框 3"/>
          <p:cNvSpPr txBox="1"/>
          <p:nvPr/>
        </p:nvSpPr>
        <p:spPr>
          <a:xfrm>
            <a:off x="2125980" y="1109345"/>
            <a:ext cx="7265035" cy="1014730"/>
          </a:xfrm>
          <a:prstGeom prst="rect">
            <a:avLst/>
          </a:prstGeom>
          <a:noFill/>
        </p:spPr>
        <p:txBody>
          <a:bodyPr wrap="square" rtlCol="0">
            <a:spAutoFit/>
          </a:bodyPr>
          <a:p>
            <a:r>
              <a:rPr lang="en-US" sz="2000"/>
              <a:t>       </a:t>
            </a:r>
            <a:r>
              <a:rPr sz="2000"/>
              <a:t>烧写我们的代码之后，每隔1秒钟在串口助手上打印一次BSP_TIMER_IRQHandler，然后</a:t>
            </a:r>
            <a:r>
              <a:rPr lang="en-US" sz="2000"/>
              <a:t>LED2</a:t>
            </a:r>
            <a:r>
              <a:rPr sz="2000"/>
              <a:t>会每隔1秒钟时间闪烁一下。</a:t>
            </a:r>
            <a:endParaRPr sz="2000"/>
          </a:p>
        </p:txBody>
      </p:sp>
      <p:pic>
        <p:nvPicPr>
          <p:cNvPr id="6" name="图片 5"/>
          <p:cNvPicPr>
            <a:picLocks noChangeAspect="1"/>
          </p:cNvPicPr>
          <p:nvPr/>
        </p:nvPicPr>
        <p:blipFill>
          <a:blip r:embed="rId3"/>
          <a:stretch>
            <a:fillRect/>
          </a:stretch>
        </p:blipFill>
        <p:spPr>
          <a:xfrm>
            <a:off x="2125980" y="2261870"/>
            <a:ext cx="8622030" cy="3414395"/>
          </a:xfrm>
          <a:prstGeom prst="rect">
            <a:avLst/>
          </a:prstGeom>
        </p:spPr>
      </p:pic>
    </p:spTree>
    <p:custDataLst>
      <p:tags r:id="rId4"/>
    </p:custData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2"/>
          <p:cNvSpPr txBox="1"/>
          <p:nvPr>
            <p:custDataLst>
              <p:tags r:id="rId1"/>
            </p:custDataLst>
          </p:nvPr>
        </p:nvSpPr>
        <p:spPr>
          <a:xfrm>
            <a:off x="3533140" y="1372245"/>
            <a:ext cx="1487170" cy="1240790"/>
          </a:xfrm>
          <a:prstGeom prst="rect">
            <a:avLst/>
          </a:prstGeom>
          <a:noFill/>
        </p:spPr>
        <p:txBody>
          <a:bodyPr wrap="square" lIns="90170" tIns="46990" rIns="90170" bIns="46990"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algn="ctr" defTabSz="914400" fontAlgn="auto">
              <a:lnSpc>
                <a:spcPct val="100000"/>
              </a:lnSpc>
              <a:spcBef>
                <a:spcPts val="0"/>
              </a:spcBef>
              <a:spcAft>
                <a:spcPts val="0"/>
              </a:spcAft>
              <a:buClrTx/>
              <a:buSzTx/>
              <a:buFontTx/>
            </a:pPr>
            <a:r>
              <a:rPr lang="en-US" altLang="zh-CN" sz="7200" b="1" spc="200" dirty="0">
                <a:solidFill>
                  <a:srgbClr val="6096E6"/>
                </a:solidFill>
                <a:latin typeface="Arial" panose="020B0604020202020204" pitchFamily="34" charset="0"/>
                <a:ea typeface="微软雅黑" panose="020B0503020204020204" pitchFamily="34" charset="-122"/>
                <a:cs typeface="+mn-ea"/>
                <a:sym typeface="Arial" panose="020B0604020202020204" pitchFamily="34" charset="0"/>
              </a:rPr>
              <a:t>04</a:t>
            </a:r>
            <a:endParaRPr lang="en-US" altLang="zh-CN" sz="7200" b="1" spc="200" dirty="0">
              <a:solidFill>
                <a:srgbClr val="6096E6"/>
              </a:solidFill>
              <a:latin typeface="Arial" panose="020B0604020202020204" pitchFamily="34" charset="0"/>
              <a:ea typeface="微软雅黑" panose="020B0503020204020204" pitchFamily="34" charset="-122"/>
              <a:cs typeface="+mn-ea"/>
              <a:sym typeface="Arial" panose="020B0604020202020204" pitchFamily="34" charset="0"/>
            </a:endParaRPr>
          </a:p>
        </p:txBody>
      </p:sp>
      <p:cxnSp>
        <p:nvCxnSpPr>
          <p:cNvPr id="8" name="直接连接符 7"/>
          <p:cNvCxnSpPr/>
          <p:nvPr>
            <p:custDataLst>
              <p:tags r:id="rId2"/>
            </p:custDataLst>
          </p:nvPr>
        </p:nvCxnSpPr>
        <p:spPr>
          <a:xfrm>
            <a:off x="3755390" y="2613025"/>
            <a:ext cx="4040505" cy="1905"/>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标题 11"/>
          <p:cNvSpPr>
            <a:spLocks noGrp="1"/>
          </p:cNvSpPr>
          <p:nvPr>
            <p:custDataLst>
              <p:tags r:id="rId3"/>
            </p:custDataLst>
          </p:nvPr>
        </p:nvSpPr>
        <p:spPr>
          <a:xfrm>
            <a:off x="5030470" y="1628775"/>
            <a:ext cx="2904490" cy="705485"/>
          </a:xfrm>
          <a:prstGeom prst="rect">
            <a:avLst/>
          </a:prstGeom>
        </p:spPr>
        <p:txBody>
          <a:bodyPr vert="horz" lIns="90170" tIns="46990" rIns="90170" bIns="46990" rtlCol="0" anchor="ctr" anchorCtr="0">
            <a:noAutofit/>
          </a:bodyPr>
          <a:lst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a:lstStyle>
          <a:p>
            <a:r>
              <a:rPr lang="zh-CN" sz="4800">
                <a:solidFill>
                  <a:srgbClr val="6096E6"/>
                </a:solidFill>
                <a:sym typeface="Arial" panose="020B0604020202020204" pitchFamily="34" charset="0"/>
              </a:rPr>
              <a:t>举一反三</a:t>
            </a:r>
            <a:endParaRPr lang="zh-CN" sz="4800">
              <a:solidFill>
                <a:srgbClr val="6096E6"/>
              </a:solidFill>
              <a:sym typeface="Arial" panose="020B0604020202020204" pitchFamily="34" charset="0"/>
            </a:endParaRPr>
          </a:p>
        </p:txBody>
      </p:sp>
      <p:pic>
        <p:nvPicPr>
          <p:cNvPr id="102" name="图片 101"/>
          <p:cNvPicPr>
            <a:picLocks noChangeAspect="1"/>
          </p:cNvPicPr>
          <p:nvPr/>
        </p:nvPicPr>
        <p:blipFill>
          <a:blip r:embed="rId4"/>
          <a:stretch>
            <a:fillRect/>
          </a:stretch>
        </p:blipFill>
        <p:spPr>
          <a:xfrm>
            <a:off x="317500" y="144780"/>
            <a:ext cx="2322830" cy="872490"/>
          </a:xfrm>
          <a:prstGeom prst="rect">
            <a:avLst/>
          </a:prstGeom>
          <a:noFill/>
          <a:ln w="9525">
            <a:noFill/>
          </a:ln>
        </p:spPr>
      </p:pic>
    </p:spTree>
    <p:custDataLst>
      <p:tags r:id="rId5"/>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alpha val="51000"/>
          </a:schemeClr>
        </a:solidFill>
        <a:effectLst/>
      </p:bgPr>
    </p:bg>
    <p:spTree>
      <p:nvGrpSpPr>
        <p:cNvPr id="1" name=""/>
        <p:cNvGrpSpPr/>
        <p:nvPr/>
      </p:nvGrpSpPr>
      <p:grpSpPr>
        <a:xfrm>
          <a:off x="0" y="0"/>
          <a:ext cx="0" cy="0"/>
          <a:chOff x="0" y="0"/>
          <a:chExt cx="0" cy="0"/>
        </a:xfrm>
      </p:grpSpPr>
      <p:pic>
        <p:nvPicPr>
          <p:cNvPr id="27" name="图片 26" descr="32313535353437353b32313535353435333bc8cecef1c6ecd6c4"/>
          <p:cNvPicPr>
            <a:picLocks noChangeAspect="1"/>
          </p:cNvPicPr>
          <p:nvPr/>
        </p:nvPicPr>
        <p:blipFill>
          <a:blip r:embed="rId1"/>
          <a:stretch>
            <a:fillRect/>
          </a:stretch>
        </p:blipFill>
        <p:spPr>
          <a:xfrm>
            <a:off x="160020" y="213360"/>
            <a:ext cx="664210" cy="664210"/>
          </a:xfrm>
          <a:prstGeom prst="rect">
            <a:avLst/>
          </a:prstGeom>
        </p:spPr>
      </p:pic>
      <p:cxnSp>
        <p:nvCxnSpPr>
          <p:cNvPr id="33" name="直接连接符 32"/>
          <p:cNvCxnSpPr/>
          <p:nvPr/>
        </p:nvCxnSpPr>
        <p:spPr>
          <a:xfrm>
            <a:off x="531495" y="873125"/>
            <a:ext cx="4044315" cy="5715"/>
          </a:xfrm>
          <a:prstGeom prst="line">
            <a:avLst/>
          </a:prstGeom>
        </p:spPr>
        <p:style>
          <a:lnRef idx="1">
            <a:schemeClr val="dk1"/>
          </a:lnRef>
          <a:fillRef idx="0">
            <a:schemeClr val="dk1"/>
          </a:fillRef>
          <a:effectRef idx="0">
            <a:schemeClr val="dk1"/>
          </a:effectRef>
          <a:fontRef idx="minor">
            <a:schemeClr val="tx1"/>
          </a:fontRef>
        </p:style>
      </p:cxnSp>
      <p:sp>
        <p:nvSpPr>
          <p:cNvPr id="2" name="文本框 1"/>
          <p:cNvSpPr txBox="1"/>
          <p:nvPr/>
        </p:nvSpPr>
        <p:spPr>
          <a:xfrm>
            <a:off x="1121410" y="330200"/>
            <a:ext cx="3664585" cy="521970"/>
          </a:xfrm>
          <a:prstGeom prst="rect">
            <a:avLst/>
          </a:prstGeom>
          <a:noFill/>
        </p:spPr>
        <p:txBody>
          <a:bodyPr wrap="square" rtlCol="0">
            <a:spAutoFit/>
            <a:scene3d>
              <a:camera prst="orthographicFront"/>
              <a:lightRig rig="threePt" dir="t"/>
            </a:scene3d>
          </a:bodyPr>
          <a:p>
            <a:pPr algn="ctr">
              <a:defRPr/>
            </a:pPr>
            <a:r>
              <a:rPr kumimoji="0" lang="zh-CN" altLang="en-US"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rPr>
              <a:t>举一反三</a:t>
            </a:r>
            <a:endParaRPr kumimoji="0" lang="zh-CN" altLang="en-US"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endParaRPr>
          </a:p>
        </p:txBody>
      </p:sp>
      <p:pic>
        <p:nvPicPr>
          <p:cNvPr id="102" name="图片 101"/>
          <p:cNvPicPr>
            <a:picLocks noChangeAspect="1"/>
          </p:cNvPicPr>
          <p:nvPr/>
        </p:nvPicPr>
        <p:blipFill>
          <a:blip r:embed="rId2"/>
          <a:stretch>
            <a:fillRect/>
          </a:stretch>
        </p:blipFill>
        <p:spPr>
          <a:xfrm>
            <a:off x="9391015" y="330200"/>
            <a:ext cx="2322830" cy="872490"/>
          </a:xfrm>
          <a:prstGeom prst="rect">
            <a:avLst/>
          </a:prstGeom>
          <a:noFill/>
          <a:ln w="9525">
            <a:noFill/>
          </a:ln>
        </p:spPr>
      </p:pic>
      <p:sp>
        <p:nvSpPr>
          <p:cNvPr id="4" name="文本框 3"/>
          <p:cNvSpPr txBox="1"/>
          <p:nvPr/>
        </p:nvSpPr>
        <p:spPr>
          <a:xfrm>
            <a:off x="1259840" y="1338580"/>
            <a:ext cx="7265035" cy="398780"/>
          </a:xfrm>
          <a:prstGeom prst="rect">
            <a:avLst/>
          </a:prstGeom>
          <a:noFill/>
        </p:spPr>
        <p:txBody>
          <a:bodyPr wrap="square" rtlCol="0">
            <a:spAutoFit/>
          </a:bodyPr>
          <a:p>
            <a:r>
              <a:rPr lang="en-US" sz="2000"/>
              <a:t>       </a:t>
            </a:r>
            <a:r>
              <a:rPr lang="zh-CN" altLang="en-US" sz="2000"/>
              <a:t>如何替换为其他的定时器呢？</a:t>
            </a:r>
            <a:endParaRPr lang="zh-CN" altLang="en-US" sz="2000"/>
          </a:p>
        </p:txBody>
      </p:sp>
      <p:sp>
        <p:nvSpPr>
          <p:cNvPr id="100" name="文本框 99"/>
          <p:cNvSpPr txBox="1"/>
          <p:nvPr/>
        </p:nvSpPr>
        <p:spPr>
          <a:xfrm>
            <a:off x="1863090" y="3070225"/>
            <a:ext cx="9791700" cy="1630045"/>
          </a:xfrm>
          <a:prstGeom prst="rect">
            <a:avLst/>
          </a:prstGeom>
          <a:noFill/>
          <a:ln w="9525">
            <a:noFill/>
          </a:ln>
        </p:spPr>
        <p:txBody>
          <a:bodyPr wrap="square">
            <a:spAutoFit/>
          </a:bodyPr>
          <a:p>
            <a:pPr>
              <a:buClrTx/>
              <a:buSzTx/>
              <a:buFontTx/>
            </a:pPr>
            <a:r>
              <a:rPr lang="zh-CN" altLang="en-US" sz="2000" b="0">
                <a:highlight>
                  <a:srgbClr val="C0C0C0"/>
                </a:highlight>
              </a:rPr>
              <a:t>/* TIMER2 */</a:t>
            </a:r>
            <a:endParaRPr lang="zh-CN" altLang="en-US" sz="2000" b="0">
              <a:highlight>
                <a:srgbClr val="C0C0C0"/>
              </a:highlight>
            </a:endParaRPr>
          </a:p>
          <a:p>
            <a:pPr>
              <a:buClrTx/>
              <a:buSzTx/>
              <a:buFontTx/>
            </a:pPr>
            <a:r>
              <a:rPr lang="zh-CN" altLang="en-US" sz="2000" b="0">
                <a:highlight>
                  <a:srgbClr val="C0C0C0"/>
                </a:highlight>
              </a:rPr>
              <a:t>#define BSP_TIMER_RCU </a:t>
            </a:r>
            <a:r>
              <a:rPr lang="en-US" altLang="zh-CN" sz="2000" b="0">
                <a:highlight>
                  <a:srgbClr val="C0C0C0"/>
                </a:highlight>
              </a:rPr>
              <a:t>		</a:t>
            </a:r>
            <a:r>
              <a:rPr lang="zh-CN" altLang="en-US" sz="2000" b="0">
                <a:highlight>
                  <a:srgbClr val="C0C0C0"/>
                </a:highlight>
              </a:rPr>
              <a:t>RCU_TIMER2  // 定时器时钟</a:t>
            </a:r>
            <a:endParaRPr lang="zh-CN" altLang="en-US" sz="2000" b="0">
              <a:highlight>
                <a:srgbClr val="C0C0C0"/>
              </a:highlight>
            </a:endParaRPr>
          </a:p>
          <a:p>
            <a:pPr>
              <a:buClrTx/>
              <a:buSzTx/>
              <a:buFontTx/>
            </a:pPr>
            <a:r>
              <a:rPr lang="zh-CN" altLang="en-US" sz="2000" b="0">
                <a:highlight>
                  <a:srgbClr val="C0C0C0"/>
                </a:highlight>
              </a:rPr>
              <a:t>#define BSP_TIMER </a:t>
            </a:r>
            <a:r>
              <a:rPr lang="en-US" altLang="zh-CN" sz="2000" b="0">
                <a:highlight>
                  <a:srgbClr val="C0C0C0"/>
                </a:highlight>
              </a:rPr>
              <a:t>			</a:t>
            </a:r>
            <a:r>
              <a:rPr lang="zh-CN" altLang="en-US" sz="2000" b="0">
                <a:highlight>
                  <a:srgbClr val="C0C0C0"/>
                </a:highlight>
              </a:rPr>
              <a:t>TIMER2    // 定时器</a:t>
            </a:r>
            <a:endParaRPr lang="zh-CN" altLang="en-US" sz="2000" b="0">
              <a:highlight>
                <a:srgbClr val="C0C0C0"/>
              </a:highlight>
            </a:endParaRPr>
          </a:p>
          <a:p>
            <a:pPr>
              <a:buClrTx/>
              <a:buSzTx/>
              <a:buFontTx/>
            </a:pPr>
            <a:r>
              <a:rPr lang="zh-CN" altLang="en-US" sz="2000" b="0">
                <a:highlight>
                  <a:srgbClr val="C0C0C0"/>
                </a:highlight>
              </a:rPr>
              <a:t>#define BSP_TIMER_IRQ </a:t>
            </a:r>
            <a:r>
              <a:rPr lang="en-US" altLang="zh-CN" sz="2000" b="0">
                <a:highlight>
                  <a:srgbClr val="C0C0C0"/>
                </a:highlight>
              </a:rPr>
              <a:t>		</a:t>
            </a:r>
            <a:r>
              <a:rPr lang="zh-CN" altLang="en-US" sz="2000" b="0">
                <a:highlight>
                  <a:srgbClr val="C0C0C0"/>
                </a:highlight>
              </a:rPr>
              <a:t>TIMER2_IRQn    // 定时器中断</a:t>
            </a:r>
            <a:endParaRPr lang="zh-CN" altLang="en-US" sz="2000" b="0">
              <a:highlight>
                <a:srgbClr val="C0C0C0"/>
              </a:highlight>
            </a:endParaRPr>
          </a:p>
          <a:p>
            <a:pPr>
              <a:buClrTx/>
              <a:buSzTx/>
              <a:buFontTx/>
            </a:pPr>
            <a:r>
              <a:rPr lang="zh-CN" altLang="en-US" sz="2000" b="0">
                <a:highlight>
                  <a:srgbClr val="C0C0C0"/>
                </a:highlight>
              </a:rPr>
              <a:t>#define BSP_TIMER_IRQHandler </a:t>
            </a:r>
            <a:r>
              <a:rPr lang="en-US" altLang="zh-CN" sz="2000" b="0">
                <a:highlight>
                  <a:srgbClr val="C0C0C0"/>
                </a:highlight>
              </a:rPr>
              <a:t>	</a:t>
            </a:r>
            <a:r>
              <a:rPr lang="zh-CN" altLang="en-US" sz="2000" b="0">
                <a:highlight>
                  <a:srgbClr val="C0C0C0"/>
                </a:highlight>
              </a:rPr>
              <a:t>TIMER2_IRQHandler // 定时器中断服务函数</a:t>
            </a:r>
            <a:endParaRPr lang="zh-CN" altLang="en-US" sz="2000" b="0">
              <a:highlight>
                <a:srgbClr val="C0C0C0"/>
              </a:highlight>
            </a:endParaRPr>
          </a:p>
        </p:txBody>
      </p:sp>
      <p:sp>
        <p:nvSpPr>
          <p:cNvPr id="3" name="文本框 2"/>
          <p:cNvSpPr txBox="1"/>
          <p:nvPr/>
        </p:nvSpPr>
        <p:spPr>
          <a:xfrm>
            <a:off x="1795145" y="2433320"/>
            <a:ext cx="7265035" cy="398780"/>
          </a:xfrm>
          <a:prstGeom prst="rect">
            <a:avLst/>
          </a:prstGeom>
          <a:noFill/>
        </p:spPr>
        <p:txBody>
          <a:bodyPr wrap="square" rtlCol="0">
            <a:spAutoFit/>
          </a:bodyPr>
          <a:p>
            <a:r>
              <a:rPr lang="zh-CN" altLang="en-US" sz="2000"/>
              <a:t>替换为定时器</a:t>
            </a:r>
            <a:r>
              <a:rPr lang="en-US" altLang="zh-CN" sz="2000"/>
              <a:t>2</a:t>
            </a:r>
            <a:r>
              <a:rPr lang="zh-CN" altLang="en-US" sz="2000"/>
              <a:t>：</a:t>
            </a:r>
            <a:endParaRPr lang="zh-CN" altLang="en-US" sz="2000"/>
          </a:p>
        </p:txBody>
      </p:sp>
    </p:spTree>
    <p:custDataLst>
      <p:tags r:id="rId3"/>
    </p:custData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文本框 57"/>
          <p:cNvSpPr txBox="1"/>
          <p:nvPr/>
        </p:nvSpPr>
        <p:spPr>
          <a:xfrm>
            <a:off x="3329305" y="2525395"/>
            <a:ext cx="5527040" cy="937260"/>
          </a:xfrm>
          <a:prstGeom prst="rect">
            <a:avLst/>
          </a:prstGeom>
          <a:noFill/>
        </p:spPr>
        <p:txBody>
          <a:bodyPr wrap="square" rtlCol="0">
            <a:spAutoFit/>
          </a:bodyPr>
          <a:p>
            <a:pPr algn="dist"/>
            <a:r>
              <a:rPr lang="zh-CN" altLang="en-US" sz="5500" b="1">
                <a:solidFill>
                  <a:srgbClr val="35729C"/>
                </a:solidFill>
                <a:latin typeface="微软雅黑" panose="020B0503020204020204" pitchFamily="34" charset="-122"/>
                <a:ea typeface="微软雅黑" panose="020B0503020204020204" pitchFamily="34" charset="-122"/>
                <a:cs typeface="微软雅黑" panose="020B0503020204020204" pitchFamily="34" charset="-122"/>
              </a:rPr>
              <a:t>谢谢大家</a:t>
            </a:r>
            <a:endParaRPr lang="zh-CN" altLang="en-US" sz="5500" b="1">
              <a:solidFill>
                <a:srgbClr val="35729C"/>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9" name="文本框 58"/>
          <p:cNvSpPr txBox="1"/>
          <p:nvPr/>
        </p:nvSpPr>
        <p:spPr>
          <a:xfrm>
            <a:off x="2706370" y="3552825"/>
            <a:ext cx="6771640" cy="337185"/>
          </a:xfrm>
          <a:prstGeom prst="rect">
            <a:avLst/>
          </a:prstGeom>
          <a:noFill/>
        </p:spPr>
        <p:txBody>
          <a:bodyPr wrap="square" rtlCol="0">
            <a:spAutoFit/>
          </a:bodyPr>
          <a:p>
            <a:pPr algn="dist"/>
            <a:r>
              <a:rPr lang="zh-CN" altLang="en-US" sz="1600" cap="all">
                <a:solidFill>
                  <a:srgbClr val="35729C">
                    <a:alpha val="50000"/>
                  </a:srgbClr>
                </a:solidFill>
                <a:uFillTx/>
                <a:cs typeface="微软雅黑" panose="020B0503020204020204" pitchFamily="34" charset="-122"/>
              </a:rPr>
              <a:t>Thank you for your attention</a:t>
            </a:r>
            <a:endParaRPr lang="zh-CN" altLang="en-US" sz="1600" cap="all">
              <a:solidFill>
                <a:srgbClr val="35729C">
                  <a:alpha val="50000"/>
                </a:srgbClr>
              </a:solidFill>
              <a:uFillTx/>
              <a:cs typeface="微软雅黑" panose="020B0503020204020204" pitchFamily="34" charset="-122"/>
            </a:endParaRPr>
          </a:p>
        </p:txBody>
      </p:sp>
      <p:sp>
        <p:nvSpPr>
          <p:cNvPr id="2" name="文本框 1"/>
          <p:cNvSpPr txBox="1"/>
          <p:nvPr/>
        </p:nvSpPr>
        <p:spPr>
          <a:xfrm>
            <a:off x="3469005" y="1702435"/>
            <a:ext cx="5527040" cy="937260"/>
          </a:xfrm>
          <a:prstGeom prst="rect">
            <a:avLst/>
          </a:prstGeom>
          <a:noFill/>
        </p:spPr>
        <p:txBody>
          <a:bodyPr wrap="square" rtlCol="0">
            <a:spAutoFit/>
          </a:bodyPr>
          <a:p>
            <a:pPr algn="dist"/>
            <a:endParaRPr lang="zh-CN" altLang="en-US" sz="5500" b="1">
              <a:solidFill>
                <a:srgbClr val="35729C"/>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文本框 2"/>
          <p:cNvSpPr txBox="1"/>
          <p:nvPr/>
        </p:nvSpPr>
        <p:spPr>
          <a:xfrm>
            <a:off x="2706370" y="3554095"/>
            <a:ext cx="6771640" cy="337185"/>
          </a:xfrm>
          <a:prstGeom prst="rect">
            <a:avLst/>
          </a:prstGeom>
          <a:noFill/>
        </p:spPr>
        <p:txBody>
          <a:bodyPr wrap="square" rtlCol="0">
            <a:spAutoFit/>
          </a:bodyPr>
          <a:p>
            <a:pPr algn="dist"/>
            <a:r>
              <a:rPr lang="zh-CN" altLang="en-US" sz="1600" cap="all">
                <a:solidFill>
                  <a:srgbClr val="35729C">
                    <a:alpha val="50000"/>
                  </a:srgbClr>
                </a:solidFill>
                <a:uFillTx/>
                <a:cs typeface="微软雅黑" panose="020B0503020204020204" pitchFamily="34" charset="-122"/>
              </a:rPr>
              <a:t>Thank you for your attention</a:t>
            </a:r>
            <a:endParaRPr lang="zh-CN" altLang="en-US" sz="1600" cap="all">
              <a:solidFill>
                <a:srgbClr val="35729C">
                  <a:alpha val="50000"/>
                </a:srgbClr>
              </a:solidFill>
              <a:uFillTx/>
              <a:cs typeface="微软雅黑" panose="020B0503020204020204" pitchFamily="34" charset="-122"/>
            </a:endParaRPr>
          </a:p>
        </p:txBody>
      </p:sp>
      <p:pic>
        <p:nvPicPr>
          <p:cNvPr id="102" name="图片 101"/>
          <p:cNvPicPr>
            <a:picLocks noChangeAspect="1"/>
          </p:cNvPicPr>
          <p:nvPr/>
        </p:nvPicPr>
        <p:blipFill>
          <a:blip r:embed="rId1"/>
          <a:stretch>
            <a:fillRect/>
          </a:stretch>
        </p:blipFill>
        <p:spPr>
          <a:xfrm>
            <a:off x="306705" y="187325"/>
            <a:ext cx="2322830" cy="872490"/>
          </a:xfrm>
          <a:prstGeom prst="rect">
            <a:avLst/>
          </a:prstGeom>
          <a:noFill/>
          <a:ln w="9525">
            <a:noFill/>
          </a:ln>
        </p:spPr>
      </p:pic>
    </p:spTree>
    <p:custDataLst>
      <p:tags r:id="rId2"/>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7.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14.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11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16.xml><?xml version="1.0" encoding="utf-8"?>
<p:tagLst xmlns:p="http://schemas.openxmlformats.org/presentationml/2006/main">
  <p:tag name="KSO_WM_UNIT_DIAGRAM_MODELTYPE" val="stripeEnum"/>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PLACING_PICTURE_MD4" val="0"/>
  <p:tag name="KSO_WM_DIAGRAM_GROUP_CODE" val="l1-1"/>
  <p:tag name="KSO_WM_UNIT_TYPE" val="l_h_a"/>
  <p:tag name="KSO_WM_UNIT_INDEX" val="1_2_1"/>
  <p:tag name="KSO_WM_UNIT_ID" val="diagram20198924_4*l_h_a*1_2_1"/>
  <p:tag name="KSO_WM_TEMPLATE_CATEGORY" val="diagram"/>
  <p:tag name="KSO_WM_TEMPLATE_INDEX" val="20198924"/>
  <p:tag name="KSO_WM_UNIT_LAYERLEVEL" val="1_1_1"/>
  <p:tag name="KSO_WM_TAG_VERSION" val="1.0"/>
  <p:tag name="KSO_WM_BEAUTIFY_FLAG" val="#wm#"/>
  <p:tag name="KSO_WM_UNIT_PRESET_TEXT" val="添加标题"/>
  <p:tag name="KSO_WM_UNIT_TEXT_FILL_FORE_SCHEMECOLOR_INDEX_BRIGHTNESS" val="0.35"/>
  <p:tag name="KSO_WM_UNIT_TEXT_FILL_FORE_SCHEMECOLOR_INDEX" val="13"/>
  <p:tag name="KSO_WM_UNIT_TEXT_FILL_TYPE" val="1"/>
  <p:tag name="KSO_WM_UNIT_USESOURCEFORMAT_APPLY" val="1"/>
</p:tagLst>
</file>

<file path=ppt/tags/tag117.xml><?xml version="1.0" encoding="utf-8"?>
<p:tagLst xmlns:p="http://schemas.openxmlformats.org/presentationml/2006/main">
  <p:tag name="KSO_WM_UNIT_DIAGRAM_MODELTYPE" val="stripeEnum"/>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PLACING_PICTURE_MD4" val="0"/>
  <p:tag name="KSO_WM_DIAGRAM_GROUP_CODE" val="l1-1"/>
  <p:tag name="KSO_WM_UNIT_TYPE" val="l_h_a"/>
  <p:tag name="KSO_WM_UNIT_INDEX" val="1_2_1"/>
  <p:tag name="KSO_WM_UNIT_ID" val="diagram20198924_4*l_h_a*1_2_1"/>
  <p:tag name="KSO_WM_TEMPLATE_CATEGORY" val="diagram"/>
  <p:tag name="KSO_WM_TEMPLATE_INDEX" val="20198924"/>
  <p:tag name="KSO_WM_UNIT_LAYERLEVEL" val="1_1_1"/>
  <p:tag name="KSO_WM_TAG_VERSION" val="1.0"/>
  <p:tag name="KSO_WM_BEAUTIFY_FLAG" val="#wm#"/>
  <p:tag name="KSO_WM_UNIT_PRESET_TEXT" val="添加标题"/>
  <p:tag name="KSO_WM_UNIT_TEXT_FILL_FORE_SCHEMECOLOR_INDEX_BRIGHTNESS" val="0.35"/>
  <p:tag name="KSO_WM_UNIT_TEXT_FILL_FORE_SCHEMECOLOR_INDEX" val="13"/>
  <p:tag name="KSO_WM_UNIT_TEXT_FILL_TYPE" val="1"/>
  <p:tag name="KSO_WM_UNIT_USESOURCEFORMAT_APPLY" val="1"/>
</p:tagLst>
</file>

<file path=ppt/tags/tag118.xml><?xml version="1.0" encoding="utf-8"?>
<p:tagLst xmlns:p="http://schemas.openxmlformats.org/presentationml/2006/main">
  <p:tag name="KSO_WM_UNIT_DIAGRAM_MODELTYPE" val="stripeEnum"/>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PLACING_PICTURE_MD4" val="0"/>
  <p:tag name="KSO_WM_DIAGRAM_GROUP_CODE" val="l1-1"/>
  <p:tag name="KSO_WM_UNIT_TYPE" val="l_h_a"/>
  <p:tag name="KSO_WM_UNIT_INDEX" val="1_2_1"/>
  <p:tag name="KSO_WM_UNIT_ID" val="diagram20198924_4*l_h_a*1_2_1"/>
  <p:tag name="KSO_WM_TEMPLATE_CATEGORY" val="diagram"/>
  <p:tag name="KSO_WM_TEMPLATE_INDEX" val="20198924"/>
  <p:tag name="KSO_WM_UNIT_LAYERLEVEL" val="1_1_1"/>
  <p:tag name="KSO_WM_TAG_VERSION" val="1.0"/>
  <p:tag name="KSO_WM_BEAUTIFY_FLAG" val="#wm#"/>
  <p:tag name="KSO_WM_UNIT_PRESET_TEXT" val="添加标题"/>
  <p:tag name="KSO_WM_UNIT_TEXT_FILL_FORE_SCHEMECOLOR_INDEX_BRIGHTNESS" val="0.35"/>
  <p:tag name="KSO_WM_UNIT_TEXT_FILL_FORE_SCHEMECOLOR_INDEX" val="13"/>
  <p:tag name="KSO_WM_UNIT_TEXT_FILL_TYPE" val="1"/>
  <p:tag name="KSO_WM_UNIT_USESOURCEFORMAT_APPLY" val="1"/>
</p:tagLst>
</file>

<file path=ppt/tags/tag119.xml><?xml version="1.0" encoding="utf-8"?>
<p:tagLst xmlns:p="http://schemas.openxmlformats.org/presentationml/2006/main">
  <p:tag name="KSO_WM_UNIT_DIAGRAM_MODELTYPE" val="stripeEnum"/>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PLACING_PICTURE_MD4" val="0"/>
  <p:tag name="KSO_WM_DIAGRAM_GROUP_CODE" val="l1-1"/>
  <p:tag name="KSO_WM_UNIT_TYPE" val="l_h_a"/>
  <p:tag name="KSO_WM_UNIT_INDEX" val="1_2_1"/>
  <p:tag name="KSO_WM_UNIT_ID" val="diagram20198924_4*l_h_a*1_2_1"/>
  <p:tag name="KSO_WM_TEMPLATE_CATEGORY" val="diagram"/>
  <p:tag name="KSO_WM_TEMPLATE_INDEX" val="20198924"/>
  <p:tag name="KSO_WM_UNIT_LAYERLEVEL" val="1_1_1"/>
  <p:tag name="KSO_WM_TAG_VERSION" val="1.0"/>
  <p:tag name="KSO_WM_BEAUTIFY_FLAG" val="#wm#"/>
  <p:tag name="KSO_WM_UNIT_PRESET_TEXT" val="添加标题"/>
  <p:tag name="KSO_WM_UNIT_TEXT_FILL_FORE_SCHEMECOLOR_INDEX_BRIGHTNESS" val="0.35"/>
  <p:tag name="KSO_WM_UNIT_TEXT_FILL_FORE_SCHEMECOLOR_INDEX" val="13"/>
  <p:tag name="KSO_WM_UNIT_TEXT_FILL_TYPE" val="1"/>
  <p:tag name="KSO_WM_UNIT_USESOURCEFORMAT_APPLY" val="1"/>
</p:tagLst>
</file>

<file path=ppt/tags/tag120.xml><?xml version="1.0" encoding="utf-8"?>
<p:tagLst xmlns:p="http://schemas.openxmlformats.org/presentationml/2006/main">
  <p:tag name="KSO_WM_BEAUTIFY_FLAG" val="#wm#"/>
  <p:tag name="KSO_WM_TEMPLATE_CATEGORY" val="diagram"/>
  <p:tag name="KSO_WM_TEMPLATE_INDEX" val="20198924"/>
  <p:tag name="KSO_WM_SLIDE_ID" val="diagram20198924_3"/>
  <p:tag name="KSO_WM_TEMPLATE_SUBCATEGORY" val="22"/>
  <p:tag name="KSO_WM_TEMPLATE_MASTER_TYPE" val="0"/>
  <p:tag name="KSO_WM_TEMPLATE_COLOR_TYPE" val="1"/>
  <p:tag name="KSO_WM_SLIDE_TYPE" val="text"/>
  <p:tag name="KSO_WM_SLIDE_SUBTYPE" val="diag"/>
  <p:tag name="KSO_WM_SLIDE_ITEM_CNT" val="5"/>
  <p:tag name="KSO_WM_SLIDE_INDEX" val="3"/>
  <p:tag name="KSO_WM_SLIDE_SIZE" val="900.387*205.958"/>
  <p:tag name="KSO_WM_SLIDE_POSITION" val="29.8064*167.021"/>
  <p:tag name="KSO_WM_DIAGRAM_GROUP_CODE" val="l1-1"/>
  <p:tag name="KSO_WM_SLIDE_DIAGTYPE" val="l"/>
  <p:tag name="KSO_WM_TAG_VERSION" val="1.0"/>
  <p:tag name="KSO_WM_SLIDE_LAYOUT" val="l"/>
  <p:tag name="KSO_WM_SLIDE_LAYOUT_CNT" val="1"/>
</p:tagLst>
</file>

<file path=ppt/tags/tag121.xml><?xml version="1.0" encoding="utf-8"?>
<p:tagLst xmlns:p="http://schemas.openxmlformats.org/presentationml/2006/main">
  <p:tag name="KSO_WM_UNIT_HIGHLIGHT" val="0"/>
  <p:tag name="KSO_WM_UNIT_COMPATIBLE" val="1"/>
  <p:tag name="KSO_WM_UNIT_DIAGRAM_ISNUMVISUAL" val="0"/>
  <p:tag name="KSO_WM_UNIT_DIAGRAM_ISREFERUNIT" val="0"/>
  <p:tag name="KSO_WM_UNIT_LAYERLEVEL" val="1"/>
  <p:tag name="KSO_WM_TAG_VERSION" val="1.0"/>
  <p:tag name="KSO_WM_BEAUTIFY_FLAG" val="#wm#"/>
  <p:tag name="KSO_WM_UNIT_NOCLEAR" val="0"/>
  <p:tag name="KSO_WM_UNIT_VALUE" val="1"/>
  <p:tag name="KSO_WM_UNIT_TYPE" val="e"/>
  <p:tag name="KSO_WM_UNIT_INDEX" val="1"/>
  <p:tag name="KSO_WM_UNIT_PRESET_TEXT" val="01"/>
  <p:tag name="KSO_WM_TEMPLATE_CATEGORY" val="custom"/>
  <p:tag name="KSO_WM_TEMPLATE_INDEX" val="20204357"/>
  <p:tag name="KSO_WM_UNIT_ID" val="custom20204357_7*e*1"/>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TEMPLATE_CATEGORY" val="custom"/>
  <p:tag name="KSO_WM_TEMPLATE_INDEX" val="20204357"/>
  <p:tag name="KSO_WM_UNIT_ID" val="custom20204357_7*i*2"/>
  <p:tag name="KSO_WM_UNIT_TYPE" val="i"/>
  <p:tag name="KSO_WM_UNIT_INDEX" val="2"/>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UNIT_ISCONTENTSTITLE" val="0"/>
  <p:tag name="KSO_WM_UNIT_NOCLEAR" val="0"/>
  <p:tag name="KSO_WM_UNIT_VALUE" val="9"/>
  <p:tag name="KSO_WM_UNIT_TYPE" val="a"/>
  <p:tag name="KSO_WM_UNIT_INDEX" val="1"/>
  <p:tag name="KSO_WM_UNIT_PRESET_TEXT" val="单击此处添加标题"/>
  <p:tag name="KSO_WM_TEMPLATE_CATEGORY" val="custom"/>
  <p:tag name="KSO_WM_TEMPLATE_INDEX" val="20204357"/>
  <p:tag name="KSO_WM_UNIT_ID" val="custom20204357_7*a*1"/>
  <p:tag name="KSO_WM_UNIT_ISNUMDGMTITLE" val="0"/>
</p:tagLst>
</file>

<file path=ppt/tags/tag124.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2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26.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27.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28.xml><?xml version="1.0" encoding="utf-8"?>
<p:tagLst xmlns:p="http://schemas.openxmlformats.org/presentationml/2006/main">
  <p:tag name="KSO_WM_UNIT_TABLE_BEAUTIFY" val="smartTable{3401a5fe-7002-455c-91e7-dc3c6ee6f880}"/>
  <p:tag name="TABLE_ENDDRAG_ORIGIN_RECT" val="681*362"/>
  <p:tag name="TABLE_ENDDRAG_RECT" val="120*76*681*362"/>
</p:tagLst>
</file>

<file path=ppt/tags/tag129.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30.xml><?xml version="1.0" encoding="utf-8"?>
<p:tagLst xmlns:p="http://schemas.openxmlformats.org/presentationml/2006/main">
  <p:tag name="TABLE_ENDDRAG_ORIGIN_RECT" val="701*32"/>
  <p:tag name="TABLE_ENDDRAG_RECT" val="129*450*701*32"/>
</p:tagLst>
</file>

<file path=ppt/tags/tag131.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32.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33.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34.xml><?xml version="1.0" encoding="utf-8"?>
<p:tagLst xmlns:p="http://schemas.openxmlformats.org/presentationml/2006/main">
  <p:tag name="KSO_WM_UNIT_HIGHLIGHT" val="0"/>
  <p:tag name="KSO_WM_UNIT_COMPATIBLE" val="1"/>
  <p:tag name="KSO_WM_UNIT_DIAGRAM_ISNUMVISUAL" val="0"/>
  <p:tag name="KSO_WM_UNIT_DIAGRAM_ISREFERUNIT" val="0"/>
  <p:tag name="KSO_WM_UNIT_LAYERLEVEL" val="1"/>
  <p:tag name="KSO_WM_TAG_VERSION" val="1.0"/>
  <p:tag name="KSO_WM_BEAUTIFY_FLAG" val="#wm#"/>
  <p:tag name="KSO_WM_UNIT_NOCLEAR" val="0"/>
  <p:tag name="KSO_WM_UNIT_VALUE" val="1"/>
  <p:tag name="KSO_WM_UNIT_TYPE" val="e"/>
  <p:tag name="KSO_WM_UNIT_INDEX" val="1"/>
  <p:tag name="KSO_WM_UNIT_PRESET_TEXT" val="01"/>
  <p:tag name="KSO_WM_TEMPLATE_CATEGORY" val="custom"/>
  <p:tag name="KSO_WM_TEMPLATE_INDEX" val="20204357"/>
  <p:tag name="KSO_WM_UNIT_ID" val="custom20204357_7*e*1"/>
</p:tagLst>
</file>

<file path=ppt/tags/tag1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TEMPLATE_CATEGORY" val="custom"/>
  <p:tag name="KSO_WM_TEMPLATE_INDEX" val="20204357"/>
  <p:tag name="KSO_WM_UNIT_ID" val="custom20204357_7*i*2"/>
  <p:tag name="KSO_WM_UNIT_TYPE" val="i"/>
  <p:tag name="KSO_WM_UNIT_INDEX" val="2"/>
</p:tagLst>
</file>

<file path=ppt/tags/tag1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UNIT_ISCONTENTSTITLE" val="0"/>
  <p:tag name="KSO_WM_UNIT_NOCLEAR" val="0"/>
  <p:tag name="KSO_WM_UNIT_VALUE" val="9"/>
  <p:tag name="KSO_WM_UNIT_TYPE" val="a"/>
  <p:tag name="KSO_WM_UNIT_INDEX" val="1"/>
  <p:tag name="KSO_WM_UNIT_PRESET_TEXT" val="单击此处添加标题"/>
  <p:tag name="KSO_WM_TEMPLATE_CATEGORY" val="custom"/>
  <p:tag name="KSO_WM_TEMPLATE_INDEX" val="20204357"/>
  <p:tag name="KSO_WM_UNIT_ID" val="custom20204357_7*a*1"/>
  <p:tag name="KSO_WM_UNIT_ISNUMDGMTITLE" val="0"/>
</p:tagLst>
</file>

<file path=ppt/tags/tag137.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38.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39.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40.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41.xml><?xml version="1.0" encoding="utf-8"?>
<p:tagLst xmlns:p="http://schemas.openxmlformats.org/presentationml/2006/main">
  <p:tag name="KSO_WM_UNIT_HIGHLIGHT" val="0"/>
  <p:tag name="KSO_WM_UNIT_COMPATIBLE" val="1"/>
  <p:tag name="KSO_WM_UNIT_DIAGRAM_ISNUMVISUAL" val="0"/>
  <p:tag name="KSO_WM_UNIT_DIAGRAM_ISREFERUNIT" val="0"/>
  <p:tag name="KSO_WM_UNIT_LAYERLEVEL" val="1"/>
  <p:tag name="KSO_WM_TAG_VERSION" val="1.0"/>
  <p:tag name="KSO_WM_BEAUTIFY_FLAG" val="#wm#"/>
  <p:tag name="KSO_WM_UNIT_NOCLEAR" val="0"/>
  <p:tag name="KSO_WM_UNIT_VALUE" val="1"/>
  <p:tag name="KSO_WM_UNIT_TYPE" val="e"/>
  <p:tag name="KSO_WM_UNIT_INDEX" val="1"/>
  <p:tag name="KSO_WM_UNIT_PRESET_TEXT" val="01"/>
  <p:tag name="KSO_WM_TEMPLATE_CATEGORY" val="custom"/>
  <p:tag name="KSO_WM_TEMPLATE_INDEX" val="20204357"/>
  <p:tag name="KSO_WM_UNIT_ID" val="custom20204357_7*e*1"/>
</p:tagLst>
</file>

<file path=ppt/tags/tag1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TEMPLATE_CATEGORY" val="custom"/>
  <p:tag name="KSO_WM_TEMPLATE_INDEX" val="20204357"/>
  <p:tag name="KSO_WM_UNIT_ID" val="custom20204357_7*i*2"/>
  <p:tag name="KSO_WM_UNIT_TYPE" val="i"/>
  <p:tag name="KSO_WM_UNIT_INDEX" val="2"/>
</p:tagLst>
</file>

<file path=ppt/tags/tag1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UNIT_ISCONTENTSTITLE" val="0"/>
  <p:tag name="KSO_WM_UNIT_NOCLEAR" val="0"/>
  <p:tag name="KSO_WM_UNIT_VALUE" val="9"/>
  <p:tag name="KSO_WM_UNIT_TYPE" val="a"/>
  <p:tag name="KSO_WM_UNIT_INDEX" val="1"/>
  <p:tag name="KSO_WM_UNIT_PRESET_TEXT" val="单击此处添加标题"/>
  <p:tag name="KSO_WM_TEMPLATE_CATEGORY" val="custom"/>
  <p:tag name="KSO_WM_TEMPLATE_INDEX" val="20204357"/>
  <p:tag name="KSO_WM_UNIT_ID" val="custom20204357_7*a*1"/>
  <p:tag name="KSO_WM_UNIT_ISNUMDGMTITLE" val="0"/>
</p:tagLst>
</file>

<file path=ppt/tags/tag144.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4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46.xml><?xml version="1.0" encoding="utf-8"?>
<p:tagLst xmlns:p="http://schemas.openxmlformats.org/presentationml/2006/main">
  <p:tag name="KSO_WM_UNIT_HIGHLIGHT" val="0"/>
  <p:tag name="KSO_WM_UNIT_COMPATIBLE" val="1"/>
  <p:tag name="KSO_WM_UNIT_DIAGRAM_ISNUMVISUAL" val="0"/>
  <p:tag name="KSO_WM_UNIT_DIAGRAM_ISREFERUNIT" val="0"/>
  <p:tag name="KSO_WM_UNIT_LAYERLEVEL" val="1"/>
  <p:tag name="KSO_WM_TAG_VERSION" val="1.0"/>
  <p:tag name="KSO_WM_BEAUTIFY_FLAG" val="#wm#"/>
  <p:tag name="KSO_WM_UNIT_NOCLEAR" val="0"/>
  <p:tag name="KSO_WM_UNIT_VALUE" val="1"/>
  <p:tag name="KSO_WM_UNIT_TYPE" val="e"/>
  <p:tag name="KSO_WM_UNIT_INDEX" val="1"/>
  <p:tag name="KSO_WM_UNIT_PRESET_TEXT" val="01"/>
  <p:tag name="KSO_WM_TEMPLATE_CATEGORY" val="custom"/>
  <p:tag name="KSO_WM_TEMPLATE_INDEX" val="20204357"/>
  <p:tag name="KSO_WM_UNIT_ID" val="custom20204357_7*e*1"/>
</p:tagLst>
</file>

<file path=ppt/tags/tag1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TEMPLATE_CATEGORY" val="custom"/>
  <p:tag name="KSO_WM_TEMPLATE_INDEX" val="20204357"/>
  <p:tag name="KSO_WM_UNIT_ID" val="custom20204357_7*i*2"/>
  <p:tag name="KSO_WM_UNIT_TYPE" val="i"/>
  <p:tag name="KSO_WM_UNIT_INDEX" val="2"/>
</p:tagLst>
</file>

<file path=ppt/tags/tag1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UNIT_ISCONTENTSTITLE" val="0"/>
  <p:tag name="KSO_WM_UNIT_NOCLEAR" val="0"/>
  <p:tag name="KSO_WM_UNIT_VALUE" val="9"/>
  <p:tag name="KSO_WM_UNIT_TYPE" val="a"/>
  <p:tag name="KSO_WM_UNIT_INDEX" val="1"/>
  <p:tag name="KSO_WM_UNIT_PRESET_TEXT" val="单击此处添加标题"/>
  <p:tag name="KSO_WM_TEMPLATE_CATEGORY" val="custom"/>
  <p:tag name="KSO_WM_TEMPLATE_INDEX" val="20204357"/>
  <p:tag name="KSO_WM_UNIT_ID" val="custom20204357_7*a*1"/>
  <p:tag name="KSO_WM_UNIT_ISNUMDGMTITLE" val="0"/>
</p:tagLst>
</file>

<file path=ppt/tags/tag149.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50.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51.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heme/theme1.xml><?xml version="1.0" encoding="utf-8"?>
<a:theme xmlns:a="http://schemas.openxmlformats.org/drawingml/2006/main" name="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3113</Words>
  <Application>WPS 演示</Application>
  <PresentationFormat>宽屏</PresentationFormat>
  <Paragraphs>196</Paragraphs>
  <Slides>19</Slides>
  <Notes>4</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19</vt:i4>
      </vt:variant>
    </vt:vector>
  </HeadingPairs>
  <TitlesOfParts>
    <vt:vector size="30" baseType="lpstr">
      <vt:lpstr>Arial</vt:lpstr>
      <vt:lpstr>宋体</vt:lpstr>
      <vt:lpstr>Wingdings</vt:lpstr>
      <vt:lpstr>微软雅黑</vt:lpstr>
      <vt:lpstr>Wingdings</vt:lpstr>
      <vt:lpstr>Arial</vt:lpstr>
      <vt:lpstr>Calibri</vt:lpstr>
      <vt:lpstr>Times New Roman</vt:lpstr>
      <vt:lpstr>Arial Unicode MS</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冷月枫</cp:lastModifiedBy>
  <cp:revision>429</cp:revision>
  <dcterms:created xsi:type="dcterms:W3CDTF">2019-06-19T02:08:00Z</dcterms:created>
  <dcterms:modified xsi:type="dcterms:W3CDTF">2022-05-20T02:02:33Z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2052-11.1.0.11372</vt:lpwstr>
  </property>
  <property fmtid="{D5CDD505-2E9C-101B-9397-08002B2CF9AE}" pid="3" name="KSOTemplateUUID">
    <vt:lpwstr>v1.0_mb_UVDUVYxfrMBBv8iemHXVyg==</vt:lpwstr>
  </property>
  <property fmtid="{D5CDD505-2E9C-101B-9397-08002B2CF9AE}" pid="4" name="ICV">
    <vt:lpwstr>F4FD8076E9E2473C85D3F1F44504090E</vt:lpwstr>
  </property>
  <property fmtid="{D5CDD505-2E9C-101B-9397-08002B2CF9AE}" pid="5" name="KSOSaveFontToCloudKey">
    <vt:lpwstr>203183318_embed</vt:lpwstr>
  </property>
</Properties>
</file>