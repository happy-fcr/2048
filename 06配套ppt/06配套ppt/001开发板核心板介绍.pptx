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1" r:id="rId3"/>
  </p:sldMasterIdLst>
  <p:notesMasterIdLst>
    <p:notesMasterId r:id="rId7"/>
  </p:notesMasterIdLst>
  <p:handoutMasterIdLst>
    <p:handoutMasterId r:id="rId18"/>
  </p:handoutMasterIdLst>
  <p:sldIdLst>
    <p:sldId id="409" r:id="rId4"/>
    <p:sldId id="497" r:id="rId5"/>
    <p:sldId id="490" r:id="rId6"/>
    <p:sldId id="606" r:id="rId8"/>
    <p:sldId id="670" r:id="rId9"/>
    <p:sldId id="671" r:id="rId10"/>
    <p:sldId id="672" r:id="rId11"/>
    <p:sldId id="607" r:id="rId12"/>
    <p:sldId id="673" r:id="rId13"/>
    <p:sldId id="674" r:id="rId14"/>
    <p:sldId id="675" r:id="rId15"/>
    <p:sldId id="595" r:id="rId16"/>
    <p:sldId id="427" r:id="rId17"/>
  </p:sldIdLst>
  <p:sldSz cx="12192000" cy="6858000"/>
  <p:notesSz cx="6858000" cy="9144000"/>
  <p:embeddedFontLst>
    <p:embeddedFont>
      <p:font typeface="微软雅黑" panose="020B0503020204020204" pitchFamily="34" charset="-122"/>
      <p:regular r:id="rId23"/>
    </p:embeddedFont>
    <p:embeddedFont>
      <p:font typeface="Calibri" panose="020F0502020204030204" charset="0"/>
      <p:regular r:id="rId24"/>
      <p:bold r:id="rId25"/>
      <p:italic r:id="rId26"/>
      <p:boldItalic r:id="rId27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幸全" initials="幸全" lastIdx="1" clrIdx="0"/>
  <p:cmAuthor id="3" name="Author" initials="A" lastIdx="0" clrIdx="2"/>
  <p:cmAuthor id="4" name="USER" initials="U" lastIdx="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A55"/>
    <a:srgbClr val="56CA95"/>
    <a:srgbClr val="6096E6"/>
    <a:srgbClr val="58B6E5"/>
    <a:srgbClr val="F18870"/>
    <a:srgbClr val="4691C0"/>
    <a:srgbClr val="70AACE"/>
    <a:srgbClr val="79C5D9"/>
    <a:srgbClr val="35729C"/>
    <a:srgbClr val="174A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410"/>
        <p:guide pos="384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font" Target="fonts/font5.fntdata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schemeClr val="tx1">
                <a:lumMod val="75000"/>
                <a:lumOff val="25000"/>
                <a:alpha val="6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654050" y="640715"/>
            <a:ext cx="10884535" cy="55765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schemeClr val="tx1">
                <a:lumMod val="75000"/>
                <a:lumOff val="25000"/>
                <a:alpha val="7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algn="ctr" rotWithShape="0">
              <a:schemeClr val="tx1">
                <a:lumMod val="75000"/>
                <a:lumOff val="2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57.xml"/><Relationship Id="rId17" Type="http://schemas.openxmlformats.org/officeDocument/2006/relationships/tags" Target="../tags/tag56.xml"/><Relationship Id="rId16" Type="http://schemas.openxmlformats.org/officeDocument/2006/relationships/tags" Target="../tags/tag55.xml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9" Type="http://schemas.openxmlformats.org/officeDocument/2006/relationships/tags" Target="../tags/tag114.xml"/><Relationship Id="rId18" Type="http://schemas.openxmlformats.org/officeDocument/2006/relationships/tags" Target="../tags/tag113.xml"/><Relationship Id="rId17" Type="http://schemas.openxmlformats.org/officeDocument/2006/relationships/tags" Target="../tags/tag112.xml"/><Relationship Id="rId16" Type="http://schemas.openxmlformats.org/officeDocument/2006/relationships/tags" Target="../tags/tag111.xml"/><Relationship Id="rId15" Type="http://schemas.openxmlformats.org/officeDocument/2006/relationships/tags" Target="../tags/tag110.xml"/><Relationship Id="rId14" Type="http://schemas.openxmlformats.org/officeDocument/2006/relationships/tags" Target="../tags/tag109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15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24.xml"/><Relationship Id="rId8" Type="http://schemas.openxmlformats.org/officeDocument/2006/relationships/tags" Target="../tags/tag123.xml"/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0" Type="http://schemas.openxmlformats.org/officeDocument/2006/relationships/slideLayout" Target="../slideLayouts/slideLayout8.xml"/><Relationship Id="rId1" Type="http://schemas.openxmlformats.org/officeDocument/2006/relationships/tags" Target="../tags/tag116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29.xml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30.xml"/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5.xml"/><Relationship Id="rId5" Type="http://schemas.openxmlformats.org/officeDocument/2006/relationships/tags" Target="../tags/tag13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32.xml"/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36.xml"/><Relationship Id="rId4" Type="http://schemas.openxmlformats.org/officeDocument/2006/relationships/tags" Target="../tags/tag135.xml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37.xml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5.xml"/><Relationship Id="rId5" Type="http://schemas.openxmlformats.org/officeDocument/2006/relationships/tags" Target="../tags/tag138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5.xml"/><Relationship Id="rId5" Type="http://schemas.openxmlformats.org/officeDocument/2006/relationships/tags" Target="../tags/tag139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5.xml"/><Relationship Id="rId6" Type="http://schemas.openxmlformats.org/officeDocument/2006/relationships/tags" Target="../tags/tag143.xml"/><Relationship Id="rId5" Type="http://schemas.openxmlformats.org/officeDocument/2006/relationships/tags" Target="../tags/tag142.xml"/><Relationship Id="rId4" Type="http://schemas.openxmlformats.org/officeDocument/2006/relationships/tags" Target="../tags/tag141.xml"/><Relationship Id="rId3" Type="http://schemas.openxmlformats.org/officeDocument/2006/relationships/tags" Target="../tags/tag140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44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5334000" y="2529205"/>
            <a:ext cx="65087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5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开发板核心板讲解</a:t>
            </a:r>
            <a:endParaRPr lang="zh-CN" altLang="en-US" sz="54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 descr="lceda-logo-左右透底蓝字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080" y="139065"/>
            <a:ext cx="2322830" cy="459740"/>
          </a:xfrm>
          <a:prstGeom prst="rect">
            <a:avLst/>
          </a:prstGeom>
        </p:spPr>
      </p:pic>
      <p:pic>
        <p:nvPicPr>
          <p:cNvPr id="6" name="图片 5" descr="专业版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05" y="1143000"/>
            <a:ext cx="4572000" cy="4572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文本框 53"/>
          <p:cNvSpPr txBox="1"/>
          <p:nvPr>
            <p:custDataLst>
              <p:tags r:id="rId1"/>
            </p:custDataLst>
          </p:nvPr>
        </p:nvSpPr>
        <p:spPr>
          <a:xfrm>
            <a:off x="1952661" y="3298986"/>
            <a:ext cx="3410854" cy="1106679"/>
          </a:xfrm>
          <a:prstGeom prst="rect">
            <a:avLst/>
          </a:prstGeom>
          <a:noFill/>
        </p:spPr>
        <p:txBody>
          <a:bodyPr wrap="square" lIns="90000" tIns="46800" rIns="90000" bIns="46800" anchor="ctr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开发板核心板初探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5" name="文本框 54"/>
          <p:cNvSpPr txBox="1"/>
          <p:nvPr>
            <p:custDataLst>
              <p:tags r:id="rId2"/>
            </p:custDataLst>
          </p:nvPr>
        </p:nvSpPr>
        <p:spPr>
          <a:xfrm>
            <a:off x="1559560" y="4574540"/>
            <a:ext cx="4813300" cy="899795"/>
          </a:xfrm>
          <a:prstGeom prst="rect">
            <a:avLst/>
          </a:prstGeom>
          <a:noFill/>
        </p:spPr>
        <p:txBody>
          <a:bodyPr wrap="square" lIns="90000" tIns="0" rIns="90000" bIns="46800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2000" spc="15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介绍开发板核心板，屏幕，</a:t>
            </a:r>
            <a:r>
              <a:rPr lang="en-US" altLang="zh-CN" sz="2000" spc="15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DAPLink</a:t>
            </a:r>
            <a:endParaRPr lang="en-US" altLang="zh-CN" sz="2000" spc="15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7" name="文本框 56"/>
          <p:cNvSpPr txBox="1"/>
          <p:nvPr>
            <p:custDataLst>
              <p:tags r:id="rId3"/>
            </p:custDataLst>
          </p:nvPr>
        </p:nvSpPr>
        <p:spPr>
          <a:xfrm>
            <a:off x="6492607" y="3370005"/>
            <a:ext cx="4141987" cy="1106679"/>
          </a:xfrm>
          <a:prstGeom prst="rect">
            <a:avLst/>
          </a:prstGeom>
          <a:noFill/>
        </p:spPr>
        <p:txBody>
          <a:bodyPr wrap="square" lIns="90000" tIns="46800" rIns="90000" bIns="46800" anchor="ctr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板载外设介绍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8" name="文本框 57"/>
          <p:cNvSpPr txBox="1"/>
          <p:nvPr>
            <p:custDataLst>
              <p:tags r:id="rId4"/>
            </p:custDataLst>
          </p:nvPr>
        </p:nvSpPr>
        <p:spPr>
          <a:xfrm>
            <a:off x="7145759" y="4574533"/>
            <a:ext cx="4539847" cy="2473754"/>
          </a:xfrm>
          <a:prstGeom prst="rect">
            <a:avLst/>
          </a:prstGeom>
          <a:noFill/>
        </p:spPr>
        <p:txBody>
          <a:bodyPr wrap="square" lIns="90000" tIns="0" rIns="90000" bIns="4680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2000" spc="15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介绍板载外设资源特性</a:t>
            </a:r>
            <a:endParaRPr lang="zh-CN" altLang="en-US" sz="2000" spc="15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6" name="任意形状 55" descr="A0"/>
          <p:cNvSpPr/>
          <p:nvPr>
            <p:custDataLst>
              <p:tags r:id="rId5"/>
            </p:custDataLst>
          </p:nvPr>
        </p:nvSpPr>
        <p:spPr>
          <a:xfrm>
            <a:off x="6983654" y="1693595"/>
            <a:ext cx="1336538" cy="1557309"/>
          </a:xfrm>
          <a:custGeom>
            <a:avLst/>
            <a:gdLst>
              <a:gd name="connsiteX0" fmla="*/ 316687 w 631918"/>
              <a:gd name="connsiteY0" fmla="*/ 0 h 736299"/>
              <a:gd name="connsiteX1" fmla="*/ 631918 w 631918"/>
              <a:gd name="connsiteY1" fmla="*/ 309389 h 736299"/>
              <a:gd name="connsiteX2" fmla="*/ 631918 w 631918"/>
              <a:gd name="connsiteY2" fmla="*/ 736299 h 736299"/>
              <a:gd name="connsiteX3" fmla="*/ 442195 w 631918"/>
              <a:gd name="connsiteY3" fmla="*/ 736299 h 736299"/>
              <a:gd name="connsiteX4" fmla="*/ 442195 w 631918"/>
              <a:gd name="connsiteY4" fmla="*/ 312322 h 736299"/>
              <a:gd name="connsiteX5" fmla="*/ 316687 w 631918"/>
              <a:gd name="connsiteY5" fmla="*/ 170751 h 736299"/>
              <a:gd name="connsiteX6" fmla="*/ 189723 w 631918"/>
              <a:gd name="connsiteY6" fmla="*/ 312311 h 736299"/>
              <a:gd name="connsiteX7" fmla="*/ 189723 w 631918"/>
              <a:gd name="connsiteY7" fmla="*/ 736299 h 736299"/>
              <a:gd name="connsiteX8" fmla="*/ 0 w 631918"/>
              <a:gd name="connsiteY8" fmla="*/ 736299 h 736299"/>
              <a:gd name="connsiteX9" fmla="*/ 0 w 631918"/>
              <a:gd name="connsiteY9" fmla="*/ 309389 h 736299"/>
              <a:gd name="connsiteX10" fmla="*/ 316687 w 631918"/>
              <a:gd name="connsiteY10" fmla="*/ 0 h 736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1918" h="736299">
                <a:moveTo>
                  <a:pt x="316687" y="0"/>
                </a:moveTo>
                <a:cubicBezTo>
                  <a:pt x="485970" y="0"/>
                  <a:pt x="631918" y="110913"/>
                  <a:pt x="631918" y="309389"/>
                </a:cubicBezTo>
                <a:lnTo>
                  <a:pt x="631918" y="736299"/>
                </a:lnTo>
                <a:lnTo>
                  <a:pt x="442195" y="736299"/>
                </a:lnTo>
                <a:lnTo>
                  <a:pt x="442195" y="312322"/>
                </a:lnTo>
                <a:cubicBezTo>
                  <a:pt x="442195" y="224747"/>
                  <a:pt x="391121" y="170751"/>
                  <a:pt x="316687" y="170751"/>
                </a:cubicBezTo>
                <a:cubicBezTo>
                  <a:pt x="242264" y="170751"/>
                  <a:pt x="189723" y="224747"/>
                  <a:pt x="189723" y="312311"/>
                </a:cubicBezTo>
                <a:lnTo>
                  <a:pt x="189723" y="736299"/>
                </a:lnTo>
                <a:lnTo>
                  <a:pt x="0" y="736299"/>
                </a:lnTo>
                <a:lnTo>
                  <a:pt x="0" y="309389"/>
                </a:lnTo>
                <a:cubicBezTo>
                  <a:pt x="0" y="110913"/>
                  <a:pt x="147402" y="0"/>
                  <a:pt x="316687" y="0"/>
                </a:cubicBezTo>
                <a:close/>
              </a:path>
            </a:pathLst>
          </a:custGeom>
          <a:solidFill>
            <a:schemeClr val="accent2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3" name="任意形状 62" descr="A2"/>
          <p:cNvSpPr/>
          <p:nvPr>
            <p:custDataLst>
              <p:tags r:id="rId6"/>
            </p:custDataLst>
          </p:nvPr>
        </p:nvSpPr>
        <p:spPr>
          <a:xfrm>
            <a:off x="8657006" y="1694981"/>
            <a:ext cx="1350413" cy="1513743"/>
          </a:xfrm>
          <a:custGeom>
            <a:avLst/>
            <a:gdLst>
              <a:gd name="connsiteX0" fmla="*/ 319975 w 638478"/>
              <a:gd name="connsiteY0" fmla="*/ 0 h 715701"/>
              <a:gd name="connsiteX1" fmla="*/ 638478 w 638478"/>
              <a:gd name="connsiteY1" fmla="*/ 305251 h 715701"/>
              <a:gd name="connsiteX2" fmla="*/ 526415 w 638478"/>
              <a:gd name="connsiteY2" fmla="*/ 545598 h 715701"/>
              <a:gd name="connsiteX3" fmla="*/ 379875 w 638478"/>
              <a:gd name="connsiteY3" fmla="*/ 715701 h 715701"/>
              <a:gd name="connsiteX4" fmla="*/ 146785 w 638478"/>
              <a:gd name="connsiteY4" fmla="*/ 715701 h 715701"/>
              <a:gd name="connsiteX5" fmla="*/ 392230 w 638478"/>
              <a:gd name="connsiteY5" fmla="*/ 430582 h 715701"/>
              <a:gd name="connsiteX6" fmla="*/ 446798 w 638478"/>
              <a:gd name="connsiteY6" fmla="*/ 303769 h 715701"/>
              <a:gd name="connsiteX7" fmla="*/ 319975 w 638478"/>
              <a:gd name="connsiteY7" fmla="*/ 172535 h 715701"/>
              <a:gd name="connsiteX8" fmla="*/ 191693 w 638478"/>
              <a:gd name="connsiteY8" fmla="*/ 306721 h 715701"/>
              <a:gd name="connsiteX9" fmla="*/ 0 w 638478"/>
              <a:gd name="connsiteY9" fmla="*/ 306721 h 715701"/>
              <a:gd name="connsiteX10" fmla="*/ 319975 w 638478"/>
              <a:gd name="connsiteY10" fmla="*/ 0 h 715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8478" h="715701">
                <a:moveTo>
                  <a:pt x="319975" y="0"/>
                </a:moveTo>
                <a:cubicBezTo>
                  <a:pt x="505776" y="0"/>
                  <a:pt x="638478" y="116486"/>
                  <a:pt x="638478" y="305251"/>
                </a:cubicBezTo>
                <a:cubicBezTo>
                  <a:pt x="638478" y="406990"/>
                  <a:pt x="598670" y="461547"/>
                  <a:pt x="526415" y="545598"/>
                </a:cubicBezTo>
                <a:lnTo>
                  <a:pt x="379875" y="715701"/>
                </a:lnTo>
                <a:lnTo>
                  <a:pt x="146785" y="715701"/>
                </a:lnTo>
                <a:lnTo>
                  <a:pt x="392230" y="430582"/>
                </a:lnTo>
                <a:cubicBezTo>
                  <a:pt x="430568" y="384870"/>
                  <a:pt x="446798" y="352422"/>
                  <a:pt x="446798" y="303769"/>
                </a:cubicBezTo>
                <a:cubicBezTo>
                  <a:pt x="446798" y="225622"/>
                  <a:pt x="401073" y="172535"/>
                  <a:pt x="319975" y="172535"/>
                </a:cubicBezTo>
                <a:cubicBezTo>
                  <a:pt x="256563" y="172535"/>
                  <a:pt x="191693" y="204982"/>
                  <a:pt x="191693" y="306721"/>
                </a:cubicBezTo>
                <a:lnTo>
                  <a:pt x="0" y="306721"/>
                </a:lnTo>
                <a:cubicBezTo>
                  <a:pt x="0" y="115028"/>
                  <a:pt x="140089" y="12"/>
                  <a:pt x="319975" y="0"/>
                </a:cubicBezTo>
                <a:close/>
              </a:path>
            </a:pathLst>
          </a:custGeom>
          <a:solidFill>
            <a:schemeClr val="accent2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3" name="任意形状 52" descr="A1"/>
          <p:cNvSpPr/>
          <p:nvPr>
            <p:custDataLst>
              <p:tags r:id="rId7"/>
            </p:custDataLst>
          </p:nvPr>
        </p:nvSpPr>
        <p:spPr>
          <a:xfrm>
            <a:off x="4178347" y="1687692"/>
            <a:ext cx="867668" cy="1521030"/>
          </a:xfrm>
          <a:custGeom>
            <a:avLst/>
            <a:gdLst>
              <a:gd name="connsiteX0" fmla="*/ 216296 w 410235"/>
              <a:gd name="connsiteY0" fmla="*/ 0 h 719146"/>
              <a:gd name="connsiteX1" fmla="*/ 410235 w 410235"/>
              <a:gd name="connsiteY1" fmla="*/ 0 h 719146"/>
              <a:gd name="connsiteX2" fmla="*/ 410235 w 410235"/>
              <a:gd name="connsiteY2" fmla="*/ 719146 h 719146"/>
              <a:gd name="connsiteX3" fmla="*/ 216319 w 410235"/>
              <a:gd name="connsiteY3" fmla="*/ 719146 h 719146"/>
              <a:gd name="connsiteX4" fmla="*/ 216319 w 410235"/>
              <a:gd name="connsiteY4" fmla="*/ 208872 h 719146"/>
              <a:gd name="connsiteX5" fmla="*/ 0 w 410235"/>
              <a:gd name="connsiteY5" fmla="*/ 396828 h 719146"/>
              <a:gd name="connsiteX6" fmla="*/ 0 w 410235"/>
              <a:gd name="connsiteY6" fmla="*/ 187979 h 719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0235" h="719146">
                <a:moveTo>
                  <a:pt x="216296" y="0"/>
                </a:moveTo>
                <a:lnTo>
                  <a:pt x="410235" y="0"/>
                </a:lnTo>
                <a:lnTo>
                  <a:pt x="410235" y="719146"/>
                </a:lnTo>
                <a:lnTo>
                  <a:pt x="216319" y="719146"/>
                </a:lnTo>
                <a:lnTo>
                  <a:pt x="216319" y="208872"/>
                </a:lnTo>
                <a:lnTo>
                  <a:pt x="0" y="396828"/>
                </a:lnTo>
                <a:lnTo>
                  <a:pt x="0" y="187979"/>
                </a:lnTo>
                <a:close/>
              </a:path>
            </a:pathLst>
          </a:custGeom>
          <a:solidFill>
            <a:schemeClr val="accent1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1" name="任意形状 50" descr="A0"/>
          <p:cNvSpPr/>
          <p:nvPr>
            <p:custDataLst>
              <p:tags r:id="rId8"/>
            </p:custDataLst>
          </p:nvPr>
        </p:nvSpPr>
        <p:spPr>
          <a:xfrm>
            <a:off x="2264153" y="1693595"/>
            <a:ext cx="1336538" cy="1557309"/>
          </a:xfrm>
          <a:custGeom>
            <a:avLst/>
            <a:gdLst>
              <a:gd name="connsiteX0" fmla="*/ 316687 w 631918"/>
              <a:gd name="connsiteY0" fmla="*/ 0 h 736299"/>
              <a:gd name="connsiteX1" fmla="*/ 631918 w 631918"/>
              <a:gd name="connsiteY1" fmla="*/ 309389 h 736299"/>
              <a:gd name="connsiteX2" fmla="*/ 631918 w 631918"/>
              <a:gd name="connsiteY2" fmla="*/ 736299 h 736299"/>
              <a:gd name="connsiteX3" fmla="*/ 442195 w 631918"/>
              <a:gd name="connsiteY3" fmla="*/ 736299 h 736299"/>
              <a:gd name="connsiteX4" fmla="*/ 442195 w 631918"/>
              <a:gd name="connsiteY4" fmla="*/ 312322 h 736299"/>
              <a:gd name="connsiteX5" fmla="*/ 316687 w 631918"/>
              <a:gd name="connsiteY5" fmla="*/ 170751 h 736299"/>
              <a:gd name="connsiteX6" fmla="*/ 189723 w 631918"/>
              <a:gd name="connsiteY6" fmla="*/ 312311 h 736299"/>
              <a:gd name="connsiteX7" fmla="*/ 189723 w 631918"/>
              <a:gd name="connsiteY7" fmla="*/ 736299 h 736299"/>
              <a:gd name="connsiteX8" fmla="*/ 0 w 631918"/>
              <a:gd name="connsiteY8" fmla="*/ 736299 h 736299"/>
              <a:gd name="connsiteX9" fmla="*/ 0 w 631918"/>
              <a:gd name="connsiteY9" fmla="*/ 309389 h 736299"/>
              <a:gd name="connsiteX10" fmla="*/ 316687 w 631918"/>
              <a:gd name="connsiteY10" fmla="*/ 0 h 736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1918" h="736299">
                <a:moveTo>
                  <a:pt x="316687" y="0"/>
                </a:moveTo>
                <a:cubicBezTo>
                  <a:pt x="485970" y="0"/>
                  <a:pt x="631918" y="110913"/>
                  <a:pt x="631918" y="309389"/>
                </a:cubicBezTo>
                <a:lnTo>
                  <a:pt x="631918" y="736299"/>
                </a:lnTo>
                <a:lnTo>
                  <a:pt x="442195" y="736299"/>
                </a:lnTo>
                <a:lnTo>
                  <a:pt x="442195" y="312322"/>
                </a:lnTo>
                <a:cubicBezTo>
                  <a:pt x="442195" y="224747"/>
                  <a:pt x="391121" y="170751"/>
                  <a:pt x="316687" y="170751"/>
                </a:cubicBezTo>
                <a:cubicBezTo>
                  <a:pt x="242263" y="170751"/>
                  <a:pt x="189723" y="224747"/>
                  <a:pt x="189723" y="312311"/>
                </a:cubicBezTo>
                <a:lnTo>
                  <a:pt x="189723" y="736299"/>
                </a:lnTo>
                <a:lnTo>
                  <a:pt x="0" y="736299"/>
                </a:lnTo>
                <a:lnTo>
                  <a:pt x="0" y="309389"/>
                </a:lnTo>
                <a:cubicBezTo>
                  <a:pt x="0" y="110913"/>
                  <a:pt x="147402" y="0"/>
                  <a:pt x="316687" y="0"/>
                </a:cubicBezTo>
                <a:close/>
              </a:path>
            </a:pathLst>
          </a:custGeom>
          <a:solidFill>
            <a:schemeClr val="accent1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lceda-logo-左右透底蓝字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" y="175260"/>
            <a:ext cx="2556510" cy="506095"/>
          </a:xfrm>
          <a:prstGeom prst="rect">
            <a:avLst/>
          </a:prstGeom>
        </p:spPr>
      </p:pic>
      <p:sp>
        <p:nvSpPr>
          <p:cNvPr id="7" name="TextBox 2"/>
          <p:cNvSpPr txBox="1"/>
          <p:nvPr>
            <p:custDataLst>
              <p:tags r:id="rId2"/>
            </p:custDataLst>
          </p:nvPr>
        </p:nvSpPr>
        <p:spPr>
          <a:xfrm>
            <a:off x="2828290" y="2486670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01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3"/>
            </p:custDataLst>
          </p:nvPr>
        </p:nvCxnSpPr>
        <p:spPr>
          <a:xfrm flipV="1">
            <a:off x="3050540" y="3721735"/>
            <a:ext cx="6631940" cy="5715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标题 11"/>
          <p:cNvSpPr>
            <a:spLocks noGrp="1"/>
          </p:cNvSpPr>
          <p:nvPr>
            <p:ph type="ctrTitle" idx="14"/>
            <p:custDataLst>
              <p:tags r:id="rId4"/>
            </p:custDataLst>
          </p:nvPr>
        </p:nvSpPr>
        <p:spPr>
          <a:xfrm>
            <a:off x="4315460" y="2752725"/>
            <a:ext cx="5763895" cy="705485"/>
          </a:xfrm>
        </p:spPr>
        <p:txBody>
          <a:bodyPr>
            <a:noAutofit/>
          </a:bodyPr>
          <a:lstStyle/>
          <a:p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开发板核心板初探</a:t>
            </a:r>
            <a:endParaRPr lang="zh-CN" altLang="en-US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pic>
        <p:nvPicPr>
          <p:cNvPr id="30" name="图片 29" descr="lceda-logo-左右透底蓝字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7780" y="300355"/>
            <a:ext cx="2933700" cy="581025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824208" y="330041"/>
            <a:ext cx="3837305" cy="52197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cs"/>
              </a:rPr>
              <a:t>开发板核心板3D模型图</a:t>
            </a:r>
            <a:endParaRPr kumimoji="0" lang="zh-CN" altLang="en-US" sz="2800" b="1" i="0" kern="1200" cap="none" spc="0" normalizeH="0" baseline="0" noProof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170" y="1131570"/>
            <a:ext cx="8963025" cy="49149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pic>
        <p:nvPicPr>
          <p:cNvPr id="30" name="图片 29" descr="lceda-logo-左右透底蓝字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7780" y="300355"/>
            <a:ext cx="2933700" cy="581025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 flipV="1">
            <a:off x="531495" y="829945"/>
            <a:ext cx="5264150" cy="431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824526" y="359251"/>
            <a:ext cx="5120640" cy="52197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cs"/>
              </a:rPr>
              <a:t>4.3寸RGB屏幕和MCU屏二合一</a:t>
            </a:r>
            <a:endParaRPr kumimoji="0" lang="zh-CN" altLang="en-US" sz="2800" b="1" i="0" kern="1200" cap="none" spc="0" normalizeH="0" baseline="0" noProof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5" name="图片 104"/>
          <p:cNvPicPr/>
          <p:nvPr/>
        </p:nvPicPr>
        <p:blipFill>
          <a:blip r:embed="rId3"/>
          <a:stretch>
            <a:fillRect/>
          </a:stretch>
        </p:blipFill>
        <p:spPr>
          <a:xfrm rot="16200000">
            <a:off x="3535045" y="-911860"/>
            <a:ext cx="5122545" cy="884618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pic>
        <p:nvPicPr>
          <p:cNvPr id="30" name="图片 29" descr="lceda-logo-左右透底蓝字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7780" y="300355"/>
            <a:ext cx="2933700" cy="581025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2865755" cy="69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824526" y="359251"/>
            <a:ext cx="2552700" cy="52197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cs"/>
              </a:rPr>
              <a:t>3.5寸MCU屏幕</a:t>
            </a:r>
            <a:endParaRPr kumimoji="0" lang="zh-CN" altLang="en-US" sz="2800" b="1" i="0" kern="1200" cap="none" spc="0" normalizeH="0" baseline="0" noProof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2315" y="998855"/>
            <a:ext cx="4069715" cy="537083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6060" y="967740"/>
            <a:ext cx="1985010" cy="543242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pic>
        <p:nvPicPr>
          <p:cNvPr id="30" name="图片 29" descr="lceda-logo-左右透底蓝字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7780" y="300355"/>
            <a:ext cx="2933700" cy="581025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 flipV="1">
            <a:off x="531495" y="849630"/>
            <a:ext cx="2385695" cy="234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963273" y="359251"/>
            <a:ext cx="1960245" cy="52197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cs"/>
              </a:rPr>
              <a:t>DAP_LINK</a:t>
            </a:r>
            <a:endParaRPr kumimoji="0" lang="zh-CN" altLang="en-US" sz="2800" b="1" i="0" kern="1200" cap="none" spc="0" normalizeH="0" baseline="0" noProof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70" y="1080770"/>
            <a:ext cx="10868025" cy="46958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lceda-logo-左右透底蓝字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" y="175260"/>
            <a:ext cx="2556510" cy="506095"/>
          </a:xfrm>
          <a:prstGeom prst="rect">
            <a:avLst/>
          </a:prstGeom>
        </p:spPr>
      </p:pic>
      <p:sp>
        <p:nvSpPr>
          <p:cNvPr id="7" name="TextBox 2"/>
          <p:cNvSpPr txBox="1"/>
          <p:nvPr>
            <p:custDataLst>
              <p:tags r:id="rId2"/>
            </p:custDataLst>
          </p:nvPr>
        </p:nvSpPr>
        <p:spPr>
          <a:xfrm>
            <a:off x="3388360" y="252667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58B6E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02</a:t>
            </a:r>
            <a:endParaRPr lang="en-US" altLang="zh-CN" sz="7200" b="1" spc="200" dirty="0">
              <a:solidFill>
                <a:srgbClr val="58B6E5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3"/>
            </p:custDataLst>
          </p:nvPr>
        </p:nvCxnSpPr>
        <p:spPr>
          <a:xfrm flipV="1">
            <a:off x="3610610" y="3717925"/>
            <a:ext cx="5203190" cy="49530"/>
          </a:xfrm>
          <a:prstGeom prst="line">
            <a:avLst/>
          </a:prstGeom>
          <a:ln w="25400">
            <a:solidFill>
              <a:srgbClr val="58B6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标题 11"/>
          <p:cNvSpPr>
            <a:spLocks noGrp="1"/>
          </p:cNvSpPr>
          <p:nvPr>
            <p:ph type="ctrTitle" idx="14"/>
            <p:custDataLst>
              <p:tags r:id="rId4"/>
            </p:custDataLst>
          </p:nvPr>
        </p:nvSpPr>
        <p:spPr>
          <a:xfrm>
            <a:off x="4875530" y="2792730"/>
            <a:ext cx="4074795" cy="705485"/>
          </a:xfrm>
        </p:spPr>
        <p:txBody>
          <a:bodyPr>
            <a:noAutofit/>
          </a:bodyPr>
          <a:lstStyle/>
          <a:p>
            <a:r>
              <a:rPr lang="zh-CN" altLang="en-US" sz="4800">
                <a:solidFill>
                  <a:srgbClr val="58B6E5"/>
                </a:solidFill>
                <a:sym typeface="Arial" panose="020B0604020202020204" pitchFamily="34" charset="0"/>
              </a:rPr>
              <a:t>板载外设讲解</a:t>
            </a:r>
            <a:endParaRPr lang="zh-CN" altLang="en-US" sz="4800">
              <a:solidFill>
                <a:srgbClr val="58B6E5"/>
              </a:solidFill>
              <a:sym typeface="Arial" panose="020B0604020202020204" pitchFamily="34" charset="0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pic>
        <p:nvPicPr>
          <p:cNvPr id="30" name="图片 29" descr="lceda-logo-左右透底蓝字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7780" y="300355"/>
            <a:ext cx="2933700" cy="581025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 flipV="1">
            <a:off x="531495" y="849630"/>
            <a:ext cx="2385695" cy="234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785156" y="359251"/>
            <a:ext cx="2316480" cy="52197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cs"/>
              </a:rPr>
              <a:t>板载外设讲解</a:t>
            </a:r>
            <a:endParaRPr kumimoji="0" lang="zh-CN" altLang="en-US" sz="2800" b="1" i="0" kern="1200" cap="none" spc="0" normalizeH="0" baseline="0" noProof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170" y="1071245"/>
            <a:ext cx="8963025" cy="49149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pic>
        <p:nvPicPr>
          <p:cNvPr id="30" name="图片 29" descr="lceda-logo-左右透底蓝字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7780" y="300355"/>
            <a:ext cx="2933700" cy="581025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 flipV="1">
            <a:off x="531495" y="849630"/>
            <a:ext cx="2385695" cy="234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982641" y="359251"/>
            <a:ext cx="1921510" cy="52197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cs"/>
              </a:rPr>
              <a:t>BOOT</a:t>
            </a:r>
            <a:r>
              <a:rPr kumimoji="0" lang="zh-CN" altLang="en-US" sz="2800" b="1" i="0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cs"/>
              </a:rPr>
              <a:t>配置</a:t>
            </a:r>
            <a:endParaRPr kumimoji="0" lang="zh-CN" altLang="en-US" sz="2800" b="1" i="0" kern="1200" cap="none" spc="0" normalizeH="0" baseline="0" noProof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2420" y="3324860"/>
            <a:ext cx="9275445" cy="27451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9060" y="1092200"/>
            <a:ext cx="8934450" cy="23145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pic>
        <p:nvPicPr>
          <p:cNvPr id="30" name="图片 29" descr="lceda-logo-左右透底蓝字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7780" y="300355"/>
            <a:ext cx="2933700" cy="581025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 flipV="1">
            <a:off x="531495" y="849630"/>
            <a:ext cx="2385695" cy="234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644503" y="359251"/>
            <a:ext cx="243522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cs"/>
              </a:rPr>
              <a:t>SWD</a:t>
            </a:r>
            <a:r>
              <a:rPr kumimoji="0" lang="zh-CN" altLang="en-US" sz="2800" b="1" i="0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cs"/>
              </a:rPr>
              <a:t>下载接口</a:t>
            </a:r>
            <a:endParaRPr kumimoji="0" lang="zh-CN" altLang="en-US" sz="2800" b="1" i="0" kern="1200" cap="none" spc="0" normalizeH="0" baseline="0" noProof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110" y="1504315"/>
            <a:ext cx="4152900" cy="364871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358390" y="5596255"/>
            <a:ext cx="19589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400" b="1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rPr>
              <a:t>核心板接口</a:t>
            </a:r>
            <a:endParaRPr lang="zh-CN" sz="2400" b="1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972425" y="5596255"/>
            <a:ext cx="20986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rPr>
              <a:t>DAPLink</a:t>
            </a:r>
            <a:r>
              <a:rPr lang="zh-CN" sz="2400" b="1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rPr>
              <a:t>接口</a:t>
            </a:r>
            <a:endParaRPr lang="zh-CN" sz="2400" b="1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1720" y="1504315"/>
            <a:ext cx="3073400" cy="364934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pic>
        <p:nvPicPr>
          <p:cNvPr id="30" name="图片 29" descr="lceda-logo-左右透底蓝字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7780" y="300355"/>
            <a:ext cx="2933700" cy="581025"/>
          </a:xfrm>
          <a:prstGeom prst="rect">
            <a:avLst/>
          </a:prstGeom>
        </p:spPr>
      </p:pic>
      <p:cxnSp>
        <p:nvCxnSpPr>
          <p:cNvPr id="33" name="直接连接符 32"/>
          <p:cNvCxnSpPr>
            <a:stCxn id="27" idx="2"/>
          </p:cNvCxnSpPr>
          <p:nvPr/>
        </p:nvCxnSpPr>
        <p:spPr>
          <a:xfrm>
            <a:off x="492125" y="877570"/>
            <a:ext cx="3063875" cy="4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856276" y="300196"/>
            <a:ext cx="2336800" cy="52197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pPr lvl="0" algn="ctr">
              <a:defRPr/>
            </a:pP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2E8CED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立创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2E8CED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EDA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2E8CED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愿景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任意多边形 3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293955" y="1323220"/>
            <a:ext cx="815283" cy="639829"/>
          </a:xfrm>
          <a:custGeom>
            <a:avLst/>
            <a:gdLst/>
            <a:ahLst/>
            <a:cxnLst/>
            <a:rect l="l" t="t" r="r" b="b"/>
            <a:pathLst>
              <a:path w="346472" h="271909">
                <a:moveTo>
                  <a:pt x="321916" y="0"/>
                </a:moveTo>
                <a:lnTo>
                  <a:pt x="346472" y="52238"/>
                </a:lnTo>
                <a:cubicBezTo>
                  <a:pt x="321171" y="60573"/>
                  <a:pt x="303163" y="72181"/>
                  <a:pt x="292448" y="87064"/>
                </a:cubicBezTo>
                <a:cubicBezTo>
                  <a:pt x="281732" y="101947"/>
                  <a:pt x="276077" y="121741"/>
                  <a:pt x="275481" y="146447"/>
                </a:cubicBezTo>
                <a:lnTo>
                  <a:pt x="336203" y="146447"/>
                </a:lnTo>
                <a:lnTo>
                  <a:pt x="336203" y="271909"/>
                </a:lnTo>
                <a:lnTo>
                  <a:pt x="210741" y="271909"/>
                </a:lnTo>
                <a:lnTo>
                  <a:pt x="210741" y="181719"/>
                </a:lnTo>
                <a:cubicBezTo>
                  <a:pt x="210741" y="145405"/>
                  <a:pt x="213866" y="116830"/>
                  <a:pt x="220117" y="95994"/>
                </a:cubicBezTo>
                <a:cubicBezTo>
                  <a:pt x="226368" y="75158"/>
                  <a:pt x="238200" y="56331"/>
                  <a:pt x="255613" y="39514"/>
                </a:cubicBezTo>
                <a:cubicBezTo>
                  <a:pt x="273026" y="22696"/>
                  <a:pt x="295126" y="9525"/>
                  <a:pt x="321916" y="0"/>
                </a:cubicBezTo>
                <a:close/>
                <a:moveTo>
                  <a:pt x="111175" y="0"/>
                </a:moveTo>
                <a:lnTo>
                  <a:pt x="135732" y="52238"/>
                </a:lnTo>
                <a:cubicBezTo>
                  <a:pt x="110728" y="60573"/>
                  <a:pt x="92795" y="72181"/>
                  <a:pt x="81930" y="87064"/>
                </a:cubicBezTo>
                <a:cubicBezTo>
                  <a:pt x="71066" y="101947"/>
                  <a:pt x="65485" y="121741"/>
                  <a:pt x="65187" y="146447"/>
                </a:cubicBezTo>
                <a:lnTo>
                  <a:pt x="125462" y="146447"/>
                </a:lnTo>
                <a:lnTo>
                  <a:pt x="125462" y="271909"/>
                </a:lnTo>
                <a:lnTo>
                  <a:pt x="0" y="271909"/>
                </a:lnTo>
                <a:lnTo>
                  <a:pt x="0" y="181719"/>
                </a:lnTo>
                <a:cubicBezTo>
                  <a:pt x="0" y="145405"/>
                  <a:pt x="3200" y="116830"/>
                  <a:pt x="9600" y="95994"/>
                </a:cubicBezTo>
                <a:cubicBezTo>
                  <a:pt x="15999" y="75158"/>
                  <a:pt x="27906" y="56331"/>
                  <a:pt x="45319" y="39514"/>
                </a:cubicBezTo>
                <a:cubicBezTo>
                  <a:pt x="62731" y="22696"/>
                  <a:pt x="84684" y="9525"/>
                  <a:pt x="111175" y="0"/>
                </a:cubicBez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6" name="任意多边形 31"/>
          <p:cNvSpPr>
            <a:spLocks noChangeAspect="1"/>
          </p:cNvSpPr>
          <p:nvPr>
            <p:custDataLst>
              <p:tags r:id="rId4"/>
            </p:custDataLst>
          </p:nvPr>
        </p:nvSpPr>
        <p:spPr>
          <a:xfrm rot="10800000">
            <a:off x="10018006" y="4894868"/>
            <a:ext cx="859084" cy="674203"/>
          </a:xfrm>
          <a:custGeom>
            <a:avLst/>
            <a:gdLst/>
            <a:ahLst/>
            <a:cxnLst/>
            <a:rect l="l" t="t" r="r" b="b"/>
            <a:pathLst>
              <a:path w="346472" h="271909">
                <a:moveTo>
                  <a:pt x="321916" y="0"/>
                </a:moveTo>
                <a:lnTo>
                  <a:pt x="346472" y="52238"/>
                </a:lnTo>
                <a:cubicBezTo>
                  <a:pt x="321171" y="60573"/>
                  <a:pt x="303163" y="72181"/>
                  <a:pt x="292448" y="87064"/>
                </a:cubicBezTo>
                <a:cubicBezTo>
                  <a:pt x="281732" y="101947"/>
                  <a:pt x="276077" y="121741"/>
                  <a:pt x="275481" y="146447"/>
                </a:cubicBezTo>
                <a:lnTo>
                  <a:pt x="336203" y="146447"/>
                </a:lnTo>
                <a:lnTo>
                  <a:pt x="336203" y="271909"/>
                </a:lnTo>
                <a:lnTo>
                  <a:pt x="210741" y="271909"/>
                </a:lnTo>
                <a:lnTo>
                  <a:pt x="210741" y="181719"/>
                </a:lnTo>
                <a:cubicBezTo>
                  <a:pt x="210741" y="145405"/>
                  <a:pt x="213866" y="116830"/>
                  <a:pt x="220117" y="95994"/>
                </a:cubicBezTo>
                <a:cubicBezTo>
                  <a:pt x="226368" y="75158"/>
                  <a:pt x="238200" y="56331"/>
                  <a:pt x="255613" y="39514"/>
                </a:cubicBezTo>
                <a:cubicBezTo>
                  <a:pt x="273026" y="22696"/>
                  <a:pt x="295126" y="9525"/>
                  <a:pt x="321916" y="0"/>
                </a:cubicBezTo>
                <a:close/>
                <a:moveTo>
                  <a:pt x="111175" y="0"/>
                </a:moveTo>
                <a:lnTo>
                  <a:pt x="135732" y="52238"/>
                </a:lnTo>
                <a:cubicBezTo>
                  <a:pt x="110728" y="60573"/>
                  <a:pt x="92795" y="72181"/>
                  <a:pt x="81930" y="87064"/>
                </a:cubicBezTo>
                <a:cubicBezTo>
                  <a:pt x="71066" y="101947"/>
                  <a:pt x="65485" y="121741"/>
                  <a:pt x="65187" y="146447"/>
                </a:cubicBezTo>
                <a:lnTo>
                  <a:pt x="125462" y="146447"/>
                </a:lnTo>
                <a:lnTo>
                  <a:pt x="125462" y="271909"/>
                </a:lnTo>
                <a:lnTo>
                  <a:pt x="0" y="271909"/>
                </a:lnTo>
                <a:lnTo>
                  <a:pt x="0" y="181719"/>
                </a:lnTo>
                <a:cubicBezTo>
                  <a:pt x="0" y="145405"/>
                  <a:pt x="3200" y="116830"/>
                  <a:pt x="9600" y="95994"/>
                </a:cubicBezTo>
                <a:cubicBezTo>
                  <a:pt x="15999" y="75158"/>
                  <a:pt x="27906" y="56331"/>
                  <a:pt x="45319" y="39514"/>
                </a:cubicBezTo>
                <a:cubicBezTo>
                  <a:pt x="62731" y="22696"/>
                  <a:pt x="84684" y="9525"/>
                  <a:pt x="111175" y="0"/>
                </a:cubicBez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1520825" y="2404110"/>
            <a:ext cx="9277985" cy="1955165"/>
          </a:xfrm>
          <a:prstGeom prst="rect">
            <a:avLst/>
          </a:prstGeom>
        </p:spPr>
        <p:txBody>
          <a:bodyPr wrap="square" anchor="ctr" anchorCtr="0"/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kern="1200" cap="none" spc="200" normalizeH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立创</a:t>
            </a:r>
            <a:r>
              <a:rPr kumimoji="0" lang="en-US" altLang="zh-CN" sz="3600" b="1" i="0" u="none" strike="noStrike" kern="1200" cap="none" spc="200" normalizeH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EDA</a:t>
            </a:r>
            <a:endParaRPr kumimoji="0" lang="en-US" altLang="zh-CN" sz="3600" b="1" i="0" u="none" strike="noStrike" kern="1200" cap="none" spc="200" normalizeH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kern="1200" cap="none" spc="200" normalizeH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立志成为全球工程师首选的</a:t>
            </a:r>
            <a:r>
              <a:rPr kumimoji="0" lang="en-US" altLang="zh-CN" sz="3600" b="1" i="0" u="none" strike="noStrike" kern="1200" cap="none" spc="200" normalizeH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EDA</a:t>
            </a:r>
            <a:r>
              <a:rPr kumimoji="0" lang="zh-CN" altLang="en-US" sz="3600" b="1" i="0" u="none" strike="noStrike" kern="1200" cap="none" spc="200" normalizeH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设计工具！</a:t>
            </a:r>
            <a:endParaRPr kumimoji="0" lang="zh-CN" altLang="en-US" sz="3600" b="1" i="0" u="none" strike="noStrike" kern="1200" cap="none" spc="200" normalizeH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600" b="1" i="0" u="none" strike="noStrike" kern="1200" cap="none" spc="200" normalizeH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--</a:t>
            </a:r>
            <a:r>
              <a:rPr kumimoji="0" lang="zh-CN" altLang="en-US" sz="3600" b="1" i="0" u="none" strike="noStrike" kern="1200" cap="none" spc="200" normalizeH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立创</a:t>
            </a:r>
            <a:r>
              <a:rPr kumimoji="0" lang="en-US" altLang="zh-CN" sz="3600" b="1" i="0" u="none" strike="noStrike" kern="1200" cap="none" spc="200" normalizeH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EDA</a:t>
            </a:r>
            <a:r>
              <a:rPr kumimoji="0" lang="zh-CN" altLang="en-US" sz="3600" b="1" i="0" u="none" strike="noStrike" kern="1200" cap="none" spc="200" normalizeH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团队</a:t>
            </a:r>
            <a:endParaRPr kumimoji="0" lang="zh-CN" altLang="en-US" sz="3600" b="1" i="0" u="none" strike="noStrike" kern="1200" cap="none" spc="200" normalizeH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  <p:custDataLst>
      <p:tags r:id="rId6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3329305" y="252539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5500" b="1">
                <a:solidFill>
                  <a:srgbClr val="3572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谢谢大家</a:t>
            </a:r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2706370" y="355282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69005" y="170243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6370" y="355409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pic>
        <p:nvPicPr>
          <p:cNvPr id="5" name="图片 4" descr="lceda-logo-左右透底蓝字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725" y="205105"/>
            <a:ext cx="2322830" cy="45974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1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6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1_1"/>
  <p:tag name="KSO_WM_UNIT_ID" val="diagram20198924_4*l_h_a*1_1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17.xml><?xml version="1.0" encoding="utf-8"?>
<p:tagLst xmlns:p="http://schemas.openxmlformats.org/presentationml/2006/main">
  <p:tag name="KSO_WM_UNIT_DIAGRAM_MODELTYPE" val="stripeEnum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f"/>
  <p:tag name="KSO_WM_UNIT_INDEX" val="1_1_1"/>
  <p:tag name="KSO_WM_UNIT_ID" val="diagram20198924_4*l_h_f*1_1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单击此处添加文本具体内容，简明扼要的阐述您的观点。"/>
  <p:tag name="KSO_WM_UNIT_TEXT_FILL_FORE_SCHEMECOLOR_INDEX_BRIGHTNESS" val="-0.5"/>
  <p:tag name="KSO_WM_UNIT_TEXT_FILL_FORE_SCHEMECOLOR_INDEX" val="14"/>
  <p:tag name="KSO_WM_UNIT_TEXT_FILL_TYPE" val="1"/>
  <p:tag name="KSO_WM_UNIT_USESOURCEFORMAT_APPLY" val="1"/>
</p:tagLst>
</file>

<file path=ppt/tags/tag118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19.xml><?xml version="1.0" encoding="utf-8"?>
<p:tagLst xmlns:p="http://schemas.openxmlformats.org/presentationml/2006/main">
  <p:tag name="KSO_WM_UNIT_DIAGRAM_MODELTYPE" val="stripeEnum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f"/>
  <p:tag name="KSO_WM_UNIT_INDEX" val="1_2_1"/>
  <p:tag name="KSO_WM_UNIT_ID" val="diagram20198924_4*l_h_f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单击此处添加文本具体内容，简明扼要的阐述您的观点。"/>
  <p:tag name="KSO_WM_UNIT_TEXT_FILL_FORE_SCHEMECOLOR_INDEX_BRIGHTNESS" val="-0.5"/>
  <p:tag name="KSO_WM_UNIT_TEXT_FILL_FORE_SCHEMECOLOR_INDEX" val="14"/>
  <p:tag name="KSO_WM_UNIT_TEXT_FILL_TYPE" val="1"/>
  <p:tag name="KSO_WM_UNIT_USESOURCEFORMAT_APPLY" val="1"/>
</p:tagLst>
</file>

<file path=ppt/tags/tag120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198924_4*l_h_i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21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198924_4*l_h_i*1_2_2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22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198924_4*l_h_i*1_1_2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23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198924_4*l_h_i*1_1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24.xml><?xml version="1.0" encoding="utf-8"?>
<p:tagLst xmlns:p="http://schemas.openxmlformats.org/presentationml/2006/main">
  <p:tag name="KSO_WM_BEAUTIFY_FLAG" val="#wm#"/>
  <p:tag name="KSO_WM_TEMPLATE_CATEGORY" val="diagram"/>
  <p:tag name="KSO_WM_TEMPLATE_INDEX" val="20198924"/>
  <p:tag name="KSO_WM_SLIDE_ID" val="diagram20198924_3"/>
  <p:tag name="KSO_WM_TEMPLATE_SUBCATEGORY" val="22"/>
  <p:tag name="KSO_WM_TEMPLATE_MASTER_TYPE" val="0"/>
  <p:tag name="KSO_WM_TEMPLATE_COLOR_TYPE" val="1"/>
  <p:tag name="KSO_WM_SLIDE_TYPE" val="text"/>
  <p:tag name="KSO_WM_SLIDE_SUBTYPE" val="diag"/>
  <p:tag name="KSO_WM_SLIDE_ITEM_CNT" val="5"/>
  <p:tag name="KSO_WM_SLIDE_INDEX" val="3"/>
  <p:tag name="KSO_WM_SLIDE_SIZE" val="900.387*205.958"/>
  <p:tag name="KSO_WM_SLIDE_POSITION" val="29.8064*167.021"/>
  <p:tag name="KSO_WM_DIAGRAM_GROUP_CODE" val="l1-1"/>
  <p:tag name="KSO_WM_SLIDE_DIAGTYPE" val="l"/>
  <p:tag name="KSO_WM_TAG_VERSION" val="1.0"/>
  <p:tag name="KSO_WM_SLIDE_LAYOUT" val="l"/>
  <p:tag name="KSO_WM_SLIDE_LAYOUT_CNT" val="1"/>
</p:tagLst>
</file>

<file path=ppt/tags/tag125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2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3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3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0634_1*i*1"/>
  <p:tag name="KSO_WM_TEMPLATE_CATEGORY" val="diagram"/>
  <p:tag name="KSO_WM_TEMPLATE_INDEX" val="20200634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0634_1*i*2"/>
  <p:tag name="KSO_WM_TEMPLATE_CATEGORY" val="diagram"/>
  <p:tag name="KSO_WM_TEMPLATE_INDEX" val="20200634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PRESET_TEXT" val="世界上一成不变的东西，&#13;只有“任何事物都是在不断变化的”这条真理。&#13; &#13;                                             —— 斯里兰卡"/>
  <p:tag name="KSO_WM_UNIT_NOCLEAR" val="0"/>
  <p:tag name="KSO_WM_UNIT_VALUE" val="72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0634_1*f*1"/>
  <p:tag name="KSO_WM_TEMPLATE_CATEGORY" val="diagram"/>
  <p:tag name="KSO_WM_TEMPLATE_INDEX" val="20200634"/>
  <p:tag name="KSO_WM_UNIT_LAYERLEVEL" val="1"/>
  <p:tag name="KSO_WM_TAG_VERSION" val="1.0"/>
  <p:tag name="KSO_WM_BEAUTIFY_FLAG" val="#wm#"/>
  <p:tag name="KSO_WM_UNIT_SUBTYPE" val="a"/>
</p:tagLst>
</file>

<file path=ppt/tags/tag14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</Words>
  <Application>WPS 演示</Application>
  <PresentationFormat>宽屏</PresentationFormat>
  <Paragraphs>48</Paragraphs>
  <Slides>13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Wingdings</vt:lpstr>
      <vt:lpstr>Arial</vt:lpstr>
      <vt:lpstr>Arial Unicode MS</vt:lpstr>
      <vt:lpstr>Calibri</vt:lpstr>
      <vt:lpstr>Office 主题​​</vt:lpstr>
      <vt:lpstr>1_Office 主题​​</vt:lpstr>
      <vt:lpstr>PowerPoint 演示文稿</vt:lpstr>
      <vt:lpstr>PowerPoint 演示文稿</vt:lpstr>
      <vt:lpstr>版本介绍</vt:lpstr>
      <vt:lpstr>PowerPoint 演示文稿</vt:lpstr>
      <vt:lpstr>PowerPoint 演示文稿</vt:lpstr>
      <vt:lpstr>PowerPoint 演示文稿</vt:lpstr>
      <vt:lpstr>PowerPoint 演示文稿</vt:lpstr>
      <vt:lpstr>特色功能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冷月枫</cp:lastModifiedBy>
  <cp:revision>175</cp:revision>
  <dcterms:created xsi:type="dcterms:W3CDTF">2019-06-19T02:08:00Z</dcterms:created>
  <dcterms:modified xsi:type="dcterms:W3CDTF">2022-04-07T07:56:07Z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2052-11.1.0.11369</vt:lpwstr>
  </property>
  <property fmtid="{D5CDD505-2E9C-101B-9397-08002B2CF9AE}" pid="3" name="KSOTemplateUUID">
    <vt:lpwstr>v1.0_mb_UVDUVYxfrMBBv8iemHXVyg==</vt:lpwstr>
  </property>
  <property fmtid="{D5CDD505-2E9C-101B-9397-08002B2CF9AE}" pid="4" name="ICV">
    <vt:lpwstr>F4FD8076E9E2473C85D3F1F44504090E</vt:lpwstr>
  </property>
  <property fmtid="{D5CDD505-2E9C-101B-9397-08002B2CF9AE}" pid="5" name="KSOSaveFontToCloudKey">
    <vt:lpwstr>203183318_embed</vt:lpwstr>
  </property>
</Properties>
</file>