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8"/>
  </p:handoutMasterIdLst>
  <p:sldIdLst>
    <p:sldId id="409" r:id="rId4"/>
    <p:sldId id="497" r:id="rId6"/>
    <p:sldId id="720" r:id="rId7"/>
    <p:sldId id="722" r:id="rId8"/>
    <p:sldId id="730" r:id="rId9"/>
    <p:sldId id="731" r:id="rId10"/>
    <p:sldId id="732" r:id="rId11"/>
    <p:sldId id="716" r:id="rId12"/>
    <p:sldId id="718" r:id="rId13"/>
    <p:sldId id="721" r:id="rId14"/>
    <p:sldId id="717" r:id="rId15"/>
    <p:sldId id="719" r:id="rId16"/>
    <p:sldId id="427" r:id="rId17"/>
  </p:sldIdLst>
  <p:sldSz cx="12192000" cy="6858000"/>
  <p:notesSz cx="6858000" cy="9144000"/>
  <p:embeddedFontLst>
    <p:embeddedFont>
      <p:font typeface="微软雅黑" panose="020B0503020204020204" pitchFamily="34" charset="-122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8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7.xml"/><Relationship Id="rId6" Type="http://schemas.openxmlformats.org/officeDocument/2006/relationships/image" Target="../media/image3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3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8.xml"/><Relationship Id="rId5" Type="http://schemas.openxmlformats.org/officeDocument/2006/relationships/image" Target="../media/image3.png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9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0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44.xml"/><Relationship Id="rId4" Type="http://schemas.openxmlformats.org/officeDocument/2006/relationships/image" Target="../media/image3.png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4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68452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串口通信原理介绍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336359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串口原理图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4970780" y="152034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6056473" y="152034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379298" y="3761281"/>
            <a:ext cx="4179794" cy="1116781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串口驱动流程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302625" y="1520349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537910" y="1520349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83515" y="3761105"/>
            <a:ext cx="351028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8580"/>
            <a:ext cx="4588510" cy="444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V="1">
            <a:off x="3765550" y="2595245"/>
            <a:ext cx="5125720" cy="825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030470" y="1628775"/>
            <a:ext cx="495300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66235" y="3249295"/>
            <a:ext cx="407733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串口介绍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串口通信参数介绍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串口工作模式</a:t>
            </a:r>
            <a:endParaRPr lang="zh-CN" altLang="en-US" sz="3200"/>
          </a:p>
          <a:p>
            <a:r>
              <a:rPr lang="en-US" altLang="zh-CN" sz="3200"/>
              <a:t>4.</a:t>
            </a:r>
            <a:r>
              <a:rPr lang="zh-CN" altLang="en-US" sz="3200"/>
              <a:t>串口通信协议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229360" y="1798320"/>
            <a:ext cx="10012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串口是指外设和处理器之间通过数据信号线、地线和控制线等，按位进行数据传输的一种通讯方式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153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串口通信参数介绍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557020" y="1202690"/>
          <a:ext cx="853313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395"/>
                <a:gridCol w="70237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波特率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表示每秒钟传送</a:t>
                      </a:r>
                      <a:r>
                        <a:rPr lang="en-US" altLang="zh-CN"/>
                        <a:t>bit</a:t>
                      </a:r>
                      <a:r>
                        <a:rPr lang="zh-CN" altLang="en-US"/>
                        <a:t>的个数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表示一个信息包里包含的数据位的个数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停止位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表示单个信息包的最后位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奇偶校验位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表示一种检查数据错误的方式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547495" y="3691255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波特率计算方法：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891030" y="4370070"/>
            <a:ext cx="90068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一个字节是</a:t>
            </a:r>
            <a:r>
              <a:rPr lang="en-US" altLang="zh-CN"/>
              <a:t>8bit</a:t>
            </a:r>
            <a:r>
              <a:rPr lang="zh-CN" altLang="en-US"/>
              <a:t>，如果波特率是</a:t>
            </a:r>
            <a:r>
              <a:rPr lang="en-US" altLang="zh-CN"/>
              <a:t>9600bps</a:t>
            </a:r>
            <a:r>
              <a:rPr lang="zh-CN" altLang="en-US"/>
              <a:t>，理论上</a:t>
            </a:r>
            <a:r>
              <a:rPr lang="en-US" altLang="zh-CN"/>
              <a:t>1</a:t>
            </a:r>
            <a:r>
              <a:rPr lang="zh-CN" altLang="en-US"/>
              <a:t>秒可以传输</a:t>
            </a:r>
            <a:r>
              <a:rPr lang="en-US" altLang="zh-CN"/>
              <a:t>9600 / 8 = 1200</a:t>
            </a:r>
            <a:r>
              <a:rPr lang="zh-CN" altLang="en-US"/>
              <a:t>字节</a:t>
            </a:r>
            <a:endParaRPr lang="zh-CN" altLang="en-US"/>
          </a:p>
          <a:p>
            <a:pPr algn="l"/>
            <a:r>
              <a:rPr lang="en-US" altLang="zh-CN"/>
              <a:t> 	             </a:t>
            </a:r>
            <a:r>
              <a:rPr lang="zh-CN" altLang="en-US">
                <a:sym typeface="+mn-ea"/>
              </a:rPr>
              <a:t>如果波特率是</a:t>
            </a:r>
            <a:r>
              <a:rPr lang="en-US" altLang="zh-CN">
                <a:sym typeface="+mn-ea"/>
              </a:rPr>
              <a:t>115200bps</a:t>
            </a:r>
            <a:r>
              <a:rPr lang="zh-CN" altLang="en-US">
                <a:sym typeface="+mn-ea"/>
              </a:rPr>
              <a:t>，理论上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秒可以传输</a:t>
            </a:r>
            <a:r>
              <a:rPr lang="en-US" altLang="zh-CN">
                <a:sym typeface="+mn-ea"/>
              </a:rPr>
              <a:t>115200 / 8 = 14400</a:t>
            </a:r>
            <a:r>
              <a:rPr lang="zh-CN" altLang="en-US">
                <a:sym typeface="+mn-ea"/>
              </a:rPr>
              <a:t>字节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153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串口工作模式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2502535" y="1575435"/>
            <a:ext cx="4983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串口可以工作在单工、半双工和全双工模式下。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828800" y="2667000"/>
          <a:ext cx="8533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595"/>
                <a:gridCol w="68205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工作模式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单工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数据只能由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到</a:t>
                      </a:r>
                      <a:r>
                        <a:rPr lang="en-US" altLang="zh-CN"/>
                        <a:t>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半双工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数据可由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到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，也可由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到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，但同时只能有一个方向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全双工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数据可由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到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的同时也可以由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到</a:t>
                      </a: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153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串口通信协议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70" y="1202690"/>
            <a:ext cx="8626475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2035175" y="4341495"/>
            <a:ext cx="78613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800" b="0"/>
              <a:t>串口通信是一位一位地传输，每传输一个字符总是以起始位开始，以停止位结束，字符之间没有固定的时间间隔要求。每一个字符的前面都有一位起始位（低电平），后面由7位数据位组成，接着是一位校验位，最后是停止位。停止位后面是不定长的空闲位，停止位和空闲位都规定为高电平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>
            <a:off x="3754120" y="2583815"/>
            <a:ext cx="5309235" cy="444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12559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串口原理图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26739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串口原理图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202690"/>
            <a:ext cx="6217920" cy="4768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28549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串口开发板分布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45" y="1276985"/>
            <a:ext cx="9465310" cy="44564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55390" y="2609850"/>
            <a:ext cx="5974715" cy="317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493331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串口驱动流程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30816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串口驱动流程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34210" y="1915160"/>
            <a:ext cx="83229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</a:t>
            </a:r>
            <a:r>
              <a:rPr lang="zh-CN" sz="2800"/>
              <a:t>配置串口使能，配置波特率、停止位、检验位等参数，调用发送函数。</a:t>
            </a:r>
            <a:endParaRPr lang="zh-CN" sz="28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TABLE_BEAUTIFY" val="smartTable{bcdfc62c-0107-4846-b9c4-9186c54f842a}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UNIT_TABLE_BEAUTIFY" val="smartTable{fd238031-8347-49db-9704-310fcdd261d5}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WPS 演示</Application>
  <PresentationFormat>宽屏</PresentationFormat>
  <Paragraphs>96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263</cp:revision>
  <dcterms:created xsi:type="dcterms:W3CDTF">2019-06-19T02:08:00Z</dcterms:created>
  <dcterms:modified xsi:type="dcterms:W3CDTF">2022-05-11T05:53:55Z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