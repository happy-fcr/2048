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497" r:id="rId6"/>
    <p:sldId id="720" r:id="rId7"/>
    <p:sldId id="722" r:id="rId8"/>
    <p:sldId id="732" r:id="rId9"/>
    <p:sldId id="733" r:id="rId10"/>
    <p:sldId id="716" r:id="rId11"/>
    <p:sldId id="734" r:id="rId12"/>
    <p:sldId id="717" r:id="rId13"/>
    <p:sldId id="752" r:id="rId14"/>
    <p:sldId id="735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60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2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9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3.xml"/><Relationship Id="rId4" Type="http://schemas.openxmlformats.org/officeDocument/2006/relationships/image" Target="../media/image3.png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8.xml"/><Relationship Id="rId4" Type="http://schemas.openxmlformats.org/officeDocument/2006/relationships/image" Target="../media/image3.png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滴答定时器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857115" y="3761105"/>
            <a:ext cx="259080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滴答定时器配置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447915" y="3703955"/>
            <a:ext cx="333121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灯闪烁实验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044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滴答定时器介绍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26815" y="2613025"/>
            <a:ext cx="566864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567436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26635" y="1640205"/>
            <a:ext cx="47917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滴答定时器介绍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sz="3200"/>
              <a:t>滴答定时器概念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滴答定时器寄存器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滴答定时器函数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滴答定时器概念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76400" y="1323975"/>
            <a:ext cx="883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SysTick定时器可用作标准的下行计数器，是一个24位向下计数器，有自动重新装载能力，可屏蔽系统中断发生器。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</a:t>
            </a:r>
            <a:r>
              <a:rPr lang="zh-CN" altLang="en-US"/>
              <a:t>Cortex-M4处理器内部包含了一个简单的定时器，所有基于M4内核的控制器都带有SysTick定时器,这样就方便了程序在不同的器件之间的移植。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76400" y="3272155"/>
            <a:ext cx="9031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        </a:t>
            </a:r>
            <a:r>
              <a:rPr lang="zh-CN" altLang="en-US"/>
              <a:t>RCU 通过 AHB 时钟（HCLK）8 分频后作为 Cortex 系统定时器（SysTick）的外部时钟。通过对 SysTick 控制和状态寄存器的设置，可选择上述时钟或 AHB（HCLK）时钟作为 SysTick 时钟。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76400" y="4665980"/>
            <a:ext cx="9031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      </a:t>
            </a:r>
            <a:r>
              <a:t>SysTick定时器设定初值并使能之后，每经过1个系统时钟周期，计数值就减1，减到0时，SysTick计数器自动重新装载初值并继续计数，同时内部的COUNTFLAG标志位被置位，触发中断（前提开启中断）。</a:t>
            </a: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滴答定时器寄存器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623" name="图片 -21474826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1252220"/>
            <a:ext cx="8653780" cy="2081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619" name="图片 -2147482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640" y="3707130"/>
            <a:ext cx="8420735" cy="19246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滴答定时器函数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256665" y="1075055"/>
            <a:ext cx="873633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b="0"/>
              <a:t>SysTick_Config(uint32_t ticks)</a:t>
            </a:r>
            <a:r>
              <a:rPr lang="en-US" altLang="zh-CN" b="0"/>
              <a:t>:</a:t>
            </a:r>
            <a:r>
              <a:rPr lang="zh-CN" altLang="en-US" b="0"/>
              <a:t>设置定时时间</a:t>
            </a:r>
            <a:endParaRPr lang="zh-CN" altLang="en-US" b="0"/>
          </a:p>
          <a:p>
            <a:pPr indent="560705"/>
            <a:r>
              <a:rPr lang="zh-CN" altLang="en-US" b="0"/>
              <a:t>systick_clksource_set(uint32_t systick_clksource)：用来选择SysTick时钟源。</a:t>
            </a:r>
            <a:endParaRPr lang="zh-CN" altLang="en-US"/>
          </a:p>
        </p:txBody>
      </p:sp>
      <p:pic>
        <p:nvPicPr>
          <p:cNvPr id="-2147482621" name="图片 -2147482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760" y="1916430"/>
            <a:ext cx="6227445" cy="45713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2220"/>
            <a:ext cx="5765800" cy="4889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滴答定时器配置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滴答定时器配置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661160" y="955675"/>
            <a:ext cx="718058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void systick_config(void)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/* setup systick timer for 1000Hz interrupts */</a:t>
            </a:r>
            <a:endParaRPr lang="zh-CN" altLang="en-US"/>
          </a:p>
          <a:p>
            <a:r>
              <a:rPr lang="zh-CN" altLang="en-US"/>
              <a:t>    if (SysTick_Config(SystemCoreClock / 1000U)){</a:t>
            </a:r>
            <a:endParaRPr lang="zh-CN" altLang="en-US"/>
          </a:p>
          <a:p>
            <a:r>
              <a:rPr lang="zh-CN" altLang="en-US"/>
              <a:t>        /* capture error */</a:t>
            </a:r>
            <a:endParaRPr lang="zh-CN" altLang="en-US"/>
          </a:p>
          <a:p>
            <a:r>
              <a:rPr lang="zh-CN" altLang="en-US"/>
              <a:t>        while (1){</a:t>
            </a:r>
            <a:endParaRPr lang="zh-CN" altLang="en-US"/>
          </a:p>
          <a:p>
            <a:r>
              <a:rPr lang="zh-CN" altLang="en-US"/>
              <a:t>        }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/* configure the systick handler priority */</a:t>
            </a:r>
            <a:endParaRPr lang="zh-CN" altLang="en-US"/>
          </a:p>
          <a:p>
            <a:r>
              <a:rPr lang="zh-CN" altLang="en-US"/>
              <a:t>    NVIC_SetPriority(SysTick_IRQn, 0x00U);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661160" y="4197350"/>
            <a:ext cx="870077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 algn="l">
              <a:buClrTx/>
              <a:buSzTx/>
              <a:buNone/>
            </a:pPr>
            <a:endParaRPr lang="zh-CN" altLang="en-US" sz="1800" b="0"/>
          </a:p>
          <a:p>
            <a:pPr indent="560705" algn="l">
              <a:buClrTx/>
              <a:buSzTx/>
              <a:buNone/>
            </a:pPr>
            <a:r>
              <a:rPr lang="zh-CN" altLang="en-US" sz="1800" b="0"/>
              <a:t>SystemCoreClock / 1000U 是时钟计数次数，即放入重装载寄存器中的值，每计数一次时钟为1/200 000 000s的时间，那么计数SystemCoreClock / 1000U 个时钟的时间就是SystemCoreClock / 1000U * 1/200 000000s = 1 / 1000U = 1ms。</a:t>
            </a:r>
            <a:endParaRPr lang="zh-CN" altLang="en-US" sz="1800" b="0"/>
          </a:p>
          <a:p>
            <a:pPr indent="560705" algn="l">
              <a:buClrTx/>
              <a:buSzTx/>
              <a:buNone/>
            </a:pPr>
            <a:r>
              <a:rPr lang="zh-CN" altLang="en-US" sz="1800" b="0"/>
              <a:t>NVIC_SetPriority(SysTick_IRQn, 0x00U);是开启中断，每当定时1ms时间到就会进入到中断函数SysTick_Handler里面，所以每进入一次中断就是1ms，如果我们定时5ms，只需要进入5次中断即可。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850"/>
            <a:ext cx="5908040" cy="31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31368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LED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灯闪烁实验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灯闪烁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25980" y="1437640"/>
            <a:ext cx="7265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2800"/>
              <a:t>如何实现让</a:t>
            </a:r>
            <a:r>
              <a:rPr lang="en-US" altLang="zh-CN" sz="2800"/>
              <a:t>LED</a:t>
            </a:r>
            <a:r>
              <a:rPr lang="zh-CN" altLang="en-US" sz="2800"/>
              <a:t>灯闪烁呢？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2858135" y="2545080"/>
            <a:ext cx="11099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打开灯；</a:t>
            </a:r>
            <a:endParaRPr lang="en-US" altLang="zh-CN"/>
          </a:p>
          <a:p>
            <a:pPr algn="l"/>
            <a:r>
              <a:rPr lang="zh-CN" altLang="en-US"/>
              <a:t>延时</a:t>
            </a:r>
            <a:r>
              <a:rPr lang="en-US" altLang="zh-CN"/>
              <a:t>1s</a:t>
            </a:r>
            <a:r>
              <a:rPr lang="zh-CN" altLang="en-US"/>
              <a:t>；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关闭灯；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延时</a:t>
            </a:r>
            <a:r>
              <a:rPr lang="en-US" altLang="zh-CN">
                <a:sym typeface="+mn-ea"/>
              </a:rPr>
              <a:t>1s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355215" y="1599565"/>
            <a:ext cx="72650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        </a:t>
            </a:r>
            <a:r>
              <a:rPr lang="zh-CN" altLang="en-US" sz="2800"/>
              <a:t>烧录代码之后，可以</a:t>
            </a:r>
            <a:r>
              <a:rPr sz="2800"/>
              <a:t>看到开发板LED2将会1s亮1s灭</a:t>
            </a:r>
            <a:endParaRPr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1280</Words>
  <Application>WPS 演示</Application>
  <PresentationFormat>宽屏</PresentationFormat>
  <Paragraphs>78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297</cp:revision>
  <dcterms:created xsi:type="dcterms:W3CDTF">2019-06-19T02:08:00Z</dcterms:created>
  <dcterms:modified xsi:type="dcterms:W3CDTF">2022-04-29T07:55:08Z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