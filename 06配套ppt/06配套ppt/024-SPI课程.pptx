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26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5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  <p:sldMasterId id="2147483675" r:id="rId4"/>
  </p:sldMasterIdLst>
  <p:notesMasterIdLst>
    <p:notesMasterId r:id="rId6"/>
  </p:notesMasterIdLst>
  <p:handoutMasterIdLst>
    <p:handoutMasterId r:id="rId27"/>
  </p:handoutMasterIdLst>
  <p:sldIdLst>
    <p:sldId id="409" r:id="rId5"/>
    <p:sldId id="497" r:id="rId7"/>
    <p:sldId id="720" r:id="rId8"/>
    <p:sldId id="722" r:id="rId9"/>
    <p:sldId id="806" r:id="rId10"/>
    <p:sldId id="738" r:id="rId11"/>
    <p:sldId id="813" r:id="rId12"/>
    <p:sldId id="716" r:id="rId13"/>
    <p:sldId id="827" r:id="rId14"/>
    <p:sldId id="821" r:id="rId15"/>
    <p:sldId id="820" r:id="rId16"/>
    <p:sldId id="823" r:id="rId17"/>
    <p:sldId id="822" r:id="rId18"/>
    <p:sldId id="800" r:id="rId19"/>
    <p:sldId id="834" r:id="rId20"/>
    <p:sldId id="838" r:id="rId21"/>
    <p:sldId id="840" r:id="rId22"/>
    <p:sldId id="839" r:id="rId23"/>
    <p:sldId id="836" r:id="rId24"/>
    <p:sldId id="841" r:id="rId25"/>
    <p:sldId id="427" r:id="rId26"/>
  </p:sldIdLst>
  <p:sldSz cx="12192000" cy="6858000"/>
  <p:notesSz cx="6858000" cy="9144000"/>
  <p:embeddedFontLst>
    <p:embeddedFont>
      <p:font typeface="微软雅黑" panose="020B0503020204020204" pitchFamily="34" charset="-122"/>
      <p:regular r:id="rId34"/>
    </p:embeddedFont>
    <p:embeddedFont>
      <p:font typeface="黑体" panose="02010609060101010101" charset="-122"/>
      <p:regular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  <p:cmAuthor id="5" name="win" initials="w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50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0" Type="http://schemas.openxmlformats.org/officeDocument/2006/relationships/tags" Target="tags/tag265.xml"/><Relationship Id="rId4" Type="http://schemas.openxmlformats.org/officeDocument/2006/relationships/slideMaster" Target="slideMasters/slideMaster3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customXml" Target="../customXml/item1.xml"/><Relationship Id="rId32" Type="http://schemas.openxmlformats.org/officeDocument/2006/relationships/customXmlProps" Target="../customXml/itemProps264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5" dt="2023-07-04T19:17:17.655" idx="1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/>
          <a:p>
            <a:r>
              <a:t>主设备通过控制时钟线的电平来同步数据传输。时钟线的上升沿和下降沿用于控制数据的传输和采样。</a:t>
            </a:r>
          </a:p>
          <a:p>
            <a:r>
              <a:t>主设备通过片选线选择要与之通信的从设备。每个从设备都有一个片选线，当片选线为低电平时，表示该从设备被选中。</a:t>
            </a:r>
          </a:p>
          <a:p>
            <a:r>
              <a:t>主设备通过MOSI线向从设备发送数据，从设备通过MISO线向主设备发送数据。在每个时钟周期中，主设备将一个位发送到MOSI线上，从设备在下一个时钟周期中读取该位。同时，从设备将一个位发送到MISO线上，主设备在下一个时钟周期中读取该位。</a:t>
            </a:r>
          </a:p>
          <a:p>
            <a:r>
              <a:t>SPI通信可以是全双工的，即主设备和从设备可以同时发送和接收数据。数据传输的长度可以是可变的，通常以字节为单位。数据传输可以是单向的，即主设备只发送数据或只接收数据。同时，SPI支持多主设备，即多个主设备可以与多个从设备进行通信。</a:t>
            </a:r>
          </a:p>
          <a:p/>
          <a:p>
            <a:r>
              <a:t>SPI协议具有高速传输、低成本、简单实现等优点，被广泛应用于各种领域，如通信、嵌入式系统、传感器等。在使用SPI时，需要根据具体的硬件设备和通信需求来配置相应的时钟频率、数据格式和传输模式等参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>
                <a:sym typeface="+mn-ea"/>
              </a:rPr>
              <a:t>硬件缓冲区是一个专门的内存区域，用于临时存储待发送的数据和接收到的数据。在SPI通信中，主机通过向硬件缓冲区写入数据来发送数据，从而实现数据的传输。同时，接收到的数据也会存储在硬件缓冲区中，主机可以从缓冲区中读取数据进行后续的处理。</a:t>
            </a:r>
            <a:br>
              <a:rPr lang="en-US">
                <a:sym typeface="+mn-ea"/>
              </a:rPr>
            </a:br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通过使用硬件缓冲区，SPI通信可以实现数据的快速传输，而无需使用软件来处理数据的发送和接收。这提高了SPI通信的效率，并减轻了主机处理数据的负担。</a:t>
            </a: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>
                <a:sym typeface="+mn-ea"/>
              </a:rPr>
              <a:t>"闪"这个词用来形容闪存是因为它的读写操作速度非常快，可以在极短的时间内完成数据的存储和读取。这种快速的操作速度类似于光的闪烁，因此得名。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"存"这个词则表示闪存是一种用于存储数据的存储器件。它可以持久保存数据，并且在断电后依然能够保持数据的完整性。与其他存储器件（如RAM）相比，闪存具有非易失性的特性。</a:t>
            </a: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1. 如果工作在主机模式或从机TI模式，配置SPI_CTL0中的PSC[2:0]位来生成预期波特率的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SCK信号，或配置TI模式下的Td时间。否则，忽略此步骤。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2. 配置数据格式（SPI_CTL0中的FF16位）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3. 配置时钟时序（SPI_CTL0中的CKPL位和CKPH位）。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4. 配置帧格式（SPI_CTL0中的LF位）。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5. 按照上文NSS功能的描述，根据应用程序的需求，配置NSS模式（SPI_CTL0中的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SWNSSEN位和SPI_CTL1中的NSSDRV位）。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6. 如果工作在TI模式，需要将SPI_CTL1中的TMOD位置1，否则，忽略此步骤。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7. 根据表21-5. SPI运行模式，配置MSTMOD位、RO位、BDEN位和BDOEN位。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8. 如果工作在SPI四线模式，需要将SPI_QCTL中的QMOD位置1，如果不是，则忽略此步骤。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9. 使能SPI（将SPIEN位置1）。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注意：在通信过程中，不应更改 CKPH、CKPL、MSTMOD、PSC[2:0]、LF 位。</a:t>
            </a:r>
            <a:endParaRPr 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1,硬件NSS,是指SPI自动控制SPI的片选信号,发送数据的时候,输出低电平,不发送的时候,是高电平,这个模式一般不用.因为这种方式只能1个SPI接1个从机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2,软件模式就是完全软件控制SPI片选,就是一个普通IO控制,你要SPI通信之前,必须先用软件的方式,控制SPI从机的片选为低电平,然后在发送数据.发完后,拉高. 一般用这个模式,因为可以一个SPI控制N多个从机...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1,硬件NSS,是指SPI自动控制SPI的片选信号,发送数据的时候,输出低电平,不发送的时候,是高电平,这个模式一般不用.因为这种方式只能1个SPI接1个从机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2,软件模式就是完全软件控制SPI片选,就是一个普通IO控制,你要SPI通信之前,必须先用软件的方式,控制SPI从机的片选为低电平,然后在发送数据.发完后,拉高. 一般用这个模式,因为可以一个SPI控制N多个从机...</a:t>
            </a:r>
            <a:endParaRPr lang="en-US">
              <a:sym typeface="+mn-ea"/>
            </a:endParaRPr>
          </a:p>
          <a:p>
            <a:pPr indent="457200" algn="l">
              <a:lnSpc>
                <a:spcPct val="140000"/>
              </a:lnSpc>
              <a:buClrTx/>
              <a:buSzTx/>
              <a:buNone/>
            </a:pP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indent="457200" algn="l">
              <a:lnSpc>
                <a:spcPct val="140000"/>
              </a:lnSpc>
              <a:buClrTx/>
              <a:buSzTx/>
              <a:buNone/>
            </a:pP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heme" Target="../theme/theme3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5.xml"/><Relationship Id="rId3" Type="http://schemas.openxmlformats.org/officeDocument/2006/relationships/image" Target="../media/image3.png"/><Relationship Id="rId2" Type="http://schemas.openxmlformats.org/officeDocument/2006/relationships/tags" Target="../tags/tag124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37.xml"/><Relationship Id="rId7" Type="http://schemas.openxmlformats.org/officeDocument/2006/relationships/image" Target="../media/image3.png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5.xml"/><Relationship Id="rId7" Type="http://schemas.openxmlformats.org/officeDocument/2006/relationships/tags" Target="../tags/tag141.xml"/><Relationship Id="rId6" Type="http://schemas.openxmlformats.org/officeDocument/2006/relationships/image" Target="../media/image5.png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image" Target="../media/image3.png"/><Relationship Id="rId2" Type="http://schemas.openxmlformats.org/officeDocument/2006/relationships/tags" Target="../tags/tag138.xml"/><Relationship Id="rId10" Type="http://schemas.openxmlformats.org/officeDocument/2006/relationships/comments" Target="../comments/commen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26.xml"/><Relationship Id="rId21" Type="http://schemas.openxmlformats.org/officeDocument/2006/relationships/tags" Target="../tags/tag159.xml"/><Relationship Id="rId20" Type="http://schemas.openxmlformats.org/officeDocument/2006/relationships/image" Target="../media/image6.png"/><Relationship Id="rId2" Type="http://schemas.openxmlformats.org/officeDocument/2006/relationships/tags" Target="../tags/tag143.xml"/><Relationship Id="rId19" Type="http://schemas.openxmlformats.org/officeDocument/2006/relationships/tags" Target="../tags/tag158.xml"/><Relationship Id="rId18" Type="http://schemas.openxmlformats.org/officeDocument/2006/relationships/tags" Target="../tags/tag157.xml"/><Relationship Id="rId17" Type="http://schemas.openxmlformats.org/officeDocument/2006/relationships/image" Target="../media/image4.png"/><Relationship Id="rId16" Type="http://schemas.openxmlformats.org/officeDocument/2006/relationships/tags" Target="../tags/tag156.xml"/><Relationship Id="rId15" Type="http://schemas.openxmlformats.org/officeDocument/2006/relationships/image" Target="../media/image3.png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62.xml"/><Relationship Id="rId4" Type="http://schemas.openxmlformats.org/officeDocument/2006/relationships/image" Target="../media/image3.png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5.xml"/><Relationship Id="rId7" Type="http://schemas.openxmlformats.org/officeDocument/2006/relationships/tags" Target="../tags/tag166.xml"/><Relationship Id="rId6" Type="http://schemas.openxmlformats.org/officeDocument/2006/relationships/image" Target="../media/image7.png"/><Relationship Id="rId5" Type="http://schemas.openxmlformats.org/officeDocument/2006/relationships/tags" Target="../tags/tag165.xml"/><Relationship Id="rId4" Type="http://schemas.openxmlformats.org/officeDocument/2006/relationships/image" Target="../media/image3.png"/><Relationship Id="rId3" Type="http://schemas.openxmlformats.org/officeDocument/2006/relationships/tags" Target="../tags/tag164.xml"/><Relationship Id="rId2" Type="http://schemas.openxmlformats.org/officeDocument/2006/relationships/image" Target="../media/image4.png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72.xml"/><Relationship Id="rId6" Type="http://schemas.openxmlformats.org/officeDocument/2006/relationships/image" Target="../media/image3.png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5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image" Target="../media/image8.png"/><Relationship Id="rId4" Type="http://schemas.openxmlformats.org/officeDocument/2006/relationships/tags" Target="../tags/tag174.xml"/><Relationship Id="rId3" Type="http://schemas.openxmlformats.org/officeDocument/2006/relationships/image" Target="../media/image3.png"/><Relationship Id="rId2" Type="http://schemas.openxmlformats.org/officeDocument/2006/relationships/tags" Target="../tags/tag17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image" Target="../media/image9.png"/><Relationship Id="rId7" Type="http://schemas.openxmlformats.org/officeDocument/2006/relationships/tags" Target="../tags/tag180.xml"/><Relationship Id="rId6" Type="http://schemas.openxmlformats.org/officeDocument/2006/relationships/image" Target="../media/image8.png"/><Relationship Id="rId5" Type="http://schemas.openxmlformats.org/officeDocument/2006/relationships/tags" Target="../tags/tag179.xml"/><Relationship Id="rId4" Type="http://schemas.openxmlformats.org/officeDocument/2006/relationships/image" Target="../media/image3.png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98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06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212.xml"/><Relationship Id="rId7" Type="http://schemas.openxmlformats.org/officeDocument/2006/relationships/image" Target="../media/image3.png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image" Target="../media/image4.png"/><Relationship Id="rId2" Type="http://schemas.openxmlformats.org/officeDocument/2006/relationships/tags" Target="../tags/tag208.xml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214.xml"/><Relationship Id="rId11" Type="http://schemas.openxmlformats.org/officeDocument/2006/relationships/image" Target="../media/image11.png"/><Relationship Id="rId10" Type="http://schemas.openxmlformats.org/officeDocument/2006/relationships/tags" Target="../tags/tag213.xml"/><Relationship Id="rId1" Type="http://schemas.openxmlformats.org/officeDocument/2006/relationships/tags" Target="../tags/tag20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20.xml"/><Relationship Id="rId7" Type="http://schemas.openxmlformats.org/officeDocument/2006/relationships/image" Target="../media/image3.png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image" Target="../media/image4.png"/><Relationship Id="rId2" Type="http://schemas.openxmlformats.org/officeDocument/2006/relationships/tags" Target="../tags/tag216.xml"/><Relationship Id="rId16" Type="http://schemas.openxmlformats.org/officeDocument/2006/relationships/notesSlide" Target="../notesSlides/notesSlide15.xml"/><Relationship Id="rId15" Type="http://schemas.openxmlformats.org/officeDocument/2006/relationships/slideLayout" Target="../slideLayouts/slideLayout15.xml"/><Relationship Id="rId14" Type="http://schemas.openxmlformats.org/officeDocument/2006/relationships/tags" Target="../tags/tag223.xml"/><Relationship Id="rId13" Type="http://schemas.openxmlformats.org/officeDocument/2006/relationships/image" Target="../media/image14.png"/><Relationship Id="rId12" Type="http://schemas.openxmlformats.org/officeDocument/2006/relationships/tags" Target="../tags/tag222.xml"/><Relationship Id="rId11" Type="http://schemas.openxmlformats.org/officeDocument/2006/relationships/image" Target="../media/image13.png"/><Relationship Id="rId10" Type="http://schemas.openxmlformats.org/officeDocument/2006/relationships/tags" Target="../tags/tag221.xml"/><Relationship Id="rId1" Type="http://schemas.openxmlformats.org/officeDocument/2006/relationships/tags" Target="../tags/tag21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229.xml"/><Relationship Id="rId7" Type="http://schemas.openxmlformats.org/officeDocument/2006/relationships/image" Target="../media/image3.png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image" Target="../media/image4.png"/><Relationship Id="rId2" Type="http://schemas.openxmlformats.org/officeDocument/2006/relationships/tags" Target="../tags/tag225.xml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231.xml"/><Relationship Id="rId11" Type="http://schemas.openxmlformats.org/officeDocument/2006/relationships/image" Target="../media/image14.png"/><Relationship Id="rId10" Type="http://schemas.openxmlformats.org/officeDocument/2006/relationships/tags" Target="../tags/tag230.xml"/><Relationship Id="rId1" Type="http://schemas.openxmlformats.org/officeDocument/2006/relationships/tags" Target="../tags/tag22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image" Target="../media/image4.png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image" Target="../media/image16.png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5.xml"/><Relationship Id="rId13" Type="http://schemas.openxmlformats.org/officeDocument/2006/relationships/tags" Target="../tags/tag239.xml"/><Relationship Id="rId12" Type="http://schemas.openxmlformats.org/officeDocument/2006/relationships/image" Target="../media/image14.png"/><Relationship Id="rId11" Type="http://schemas.openxmlformats.org/officeDocument/2006/relationships/tags" Target="../tags/tag238.xml"/><Relationship Id="rId10" Type="http://schemas.openxmlformats.org/officeDocument/2006/relationships/image" Target="../media/image17.png"/><Relationship Id="rId1" Type="http://schemas.openxmlformats.org/officeDocument/2006/relationships/tags" Target="../tags/tag23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image" Target="../media/image4.png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image" Target="../media/image18.png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247.xml"/><Relationship Id="rId11" Type="http://schemas.openxmlformats.org/officeDocument/2006/relationships/image" Target="../media/image14.png"/><Relationship Id="rId10" Type="http://schemas.openxmlformats.org/officeDocument/2006/relationships/tags" Target="../tags/tag246.xml"/><Relationship Id="rId1" Type="http://schemas.openxmlformats.org/officeDocument/2006/relationships/tags" Target="../tags/tag24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253.xml"/><Relationship Id="rId7" Type="http://schemas.openxmlformats.org/officeDocument/2006/relationships/image" Target="../media/image3.png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image" Target="../media/image4.png"/><Relationship Id="rId2" Type="http://schemas.openxmlformats.org/officeDocument/2006/relationships/tags" Target="../tags/tag249.xml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54.xml"/><Relationship Id="rId1" Type="http://schemas.openxmlformats.org/officeDocument/2006/relationships/tags" Target="../tags/tag24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260.xml"/><Relationship Id="rId7" Type="http://schemas.openxmlformats.org/officeDocument/2006/relationships/image" Target="../media/image3.png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image" Target="../media/image4.png"/><Relationship Id="rId2" Type="http://schemas.openxmlformats.org/officeDocument/2006/relationships/tags" Target="../tags/tag256.xml"/><Relationship Id="rId12" Type="http://schemas.openxmlformats.org/officeDocument/2006/relationships/notesSlide" Target="../notesSlides/notesSlide20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61.xml"/><Relationship Id="rId1" Type="http://schemas.openxmlformats.org/officeDocument/2006/relationships/tags" Target="../tags/tag25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63.xml"/><Relationship Id="rId2" Type="http://schemas.openxmlformats.org/officeDocument/2006/relationships/image" Target="../media/image3.png"/><Relationship Id="rId1" Type="http://schemas.openxmlformats.org/officeDocument/2006/relationships/tags" Target="../tags/tag2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744845" y="2529205"/>
            <a:ext cx="4109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SPI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898640" y="3676015"/>
            <a:ext cx="28670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SPI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操作流程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33285" y="149431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781175" y="3676015"/>
            <a:ext cx="28962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SPI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基础知识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65550" y="2606675"/>
            <a:ext cx="6508115" cy="63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>
            <p:custDataLst>
              <p:tags r:id="rId3"/>
            </p:custDataLst>
          </p:nvPr>
        </p:nvSpPr>
        <p:spPr>
          <a:xfrm>
            <a:off x="3543300" y="136272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V="1">
            <a:off x="3765550" y="2596515"/>
            <a:ext cx="4558030" cy="698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30470" y="1628775"/>
            <a:ext cx="536765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SPI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基础知识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40835" y="2865755"/>
            <a:ext cx="4551680" cy="3340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3200"/>
              <a:t>1.SPI</a:t>
            </a:r>
            <a:r>
              <a:rPr lang="zh-CN" altLang="en-US" sz="3200"/>
              <a:t>介绍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>
                <a:sym typeface="+mn-ea"/>
              </a:rPr>
              <a:t>2.SPI</a:t>
            </a:r>
            <a:r>
              <a:rPr lang="zh-CN" altLang="en-US" sz="3200">
                <a:sym typeface="+mn-ea"/>
              </a:rPr>
              <a:t>传输模式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/>
              <a:t>3.</a:t>
            </a:r>
            <a:r>
              <a:rPr lang="en-US" altLang="zh-CN" sz="3200">
                <a:sym typeface="+mn-ea"/>
              </a:rPr>
              <a:t>SPI</a:t>
            </a:r>
            <a:r>
              <a:rPr lang="zh-CN" altLang="en-US" sz="3200">
                <a:sym typeface="+mn-ea"/>
              </a:rPr>
              <a:t>基本参数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>
                <a:sym typeface="+mn-ea"/>
              </a:rPr>
              <a:t>4.SPI</a:t>
            </a:r>
            <a:r>
              <a:rPr lang="zh-CN" altLang="en-US" sz="3200">
                <a:sym typeface="+mn-ea"/>
              </a:rPr>
              <a:t>通信过程</a:t>
            </a:r>
            <a:endParaRPr lang="zh-CN" altLang="en-US" sz="3200"/>
          </a:p>
          <a:p>
            <a:pPr>
              <a:lnSpc>
                <a:spcPct val="120000"/>
              </a:lnSpc>
            </a:pPr>
            <a:endParaRPr lang="zh-CN" altLang="en-US" sz="32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SPI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1990" y="1155700"/>
            <a:ext cx="10712450" cy="147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sz="1600">
                <a:sym typeface="+mn-ea"/>
              </a:rPr>
              <a:t>SPI（Serial Peripheral Interface）是一种同步串行通信协议，用于在微控制器和外部设备之间进行数据传输。它由一个主设备（通常是微控制器）和一个或多个从设备组成</a:t>
            </a:r>
            <a:r>
              <a:rPr lang="en-US" sz="1600">
                <a:sym typeface="+mn-ea"/>
              </a:rPr>
              <a:t>，即一主多从模式。</a:t>
            </a:r>
            <a:endParaRPr lang="en-US" sz="1600">
              <a:sym typeface="+mn-ea"/>
            </a:endParaRP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sz="1600">
                <a:sym typeface="+mn-ea"/>
              </a:rPr>
              <a:t>SPI</a:t>
            </a:r>
            <a:r>
              <a:rPr lang="en-US" sz="1600">
                <a:sym typeface="+mn-ea"/>
              </a:rPr>
              <a:t>主要使用</a:t>
            </a:r>
            <a:r>
              <a:rPr lang="en-US" sz="1600">
                <a:sym typeface="+mn-ea"/>
              </a:rPr>
              <a:t>4</a:t>
            </a:r>
            <a:r>
              <a:rPr lang="en-US" sz="1600">
                <a:sym typeface="+mn-ea"/>
              </a:rPr>
              <a:t>根线，时钟线（</a:t>
            </a:r>
            <a:r>
              <a:rPr lang="en-US" sz="1600">
                <a:sym typeface="+mn-ea"/>
              </a:rPr>
              <a:t>SCLK</a:t>
            </a:r>
            <a:r>
              <a:rPr lang="en-US" sz="1600">
                <a:sym typeface="+mn-ea"/>
              </a:rPr>
              <a:t>），主输出从输入线（</a:t>
            </a:r>
            <a:r>
              <a:rPr lang="en-US" sz="1600">
                <a:sym typeface="+mn-ea"/>
              </a:rPr>
              <a:t>MOSI</a:t>
            </a:r>
            <a:r>
              <a:rPr lang="en-US" sz="1600">
                <a:sym typeface="+mn-ea"/>
              </a:rPr>
              <a:t>），主输入从输出线（</a:t>
            </a:r>
            <a:r>
              <a:rPr lang="en-US" sz="1600">
                <a:sym typeface="+mn-ea"/>
              </a:rPr>
              <a:t>MISO</a:t>
            </a:r>
            <a:r>
              <a:rPr lang="en-US" sz="1600">
                <a:sym typeface="+mn-ea"/>
              </a:rPr>
              <a:t>）和片选线（</a:t>
            </a:r>
            <a:r>
              <a:rPr lang="en-US" sz="1600">
                <a:sym typeface="+mn-ea"/>
              </a:rPr>
              <a:t>CS</a:t>
            </a:r>
            <a:r>
              <a:rPr lang="en-US" sz="1600">
                <a:sym typeface="+mn-ea"/>
              </a:rPr>
              <a:t>）</a:t>
            </a:r>
            <a:r>
              <a:rPr lang="zh-CN" altLang="en-US" sz="1600">
                <a:sym typeface="+mn-ea"/>
              </a:rPr>
              <a:t>。</a:t>
            </a:r>
            <a:endParaRPr lang="en-US" sz="16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>
            <p:custDataLst>
              <p:tags r:id="rId4"/>
            </p:custDataLst>
          </p:nvPr>
        </p:nvGraphicFramePr>
        <p:xfrm>
          <a:off x="645795" y="2867660"/>
          <a:ext cx="5599430" cy="2294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115"/>
                <a:gridCol w="4933315"/>
              </a:tblGrid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sym typeface="+mn-ea"/>
                        </a:rPr>
                        <a:t>SCLK</a:t>
                      </a:r>
                      <a:endParaRPr lang="en-US" altLang="en-US" sz="1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sym typeface="+mn-ea"/>
                        </a:rPr>
                        <a:t>时钟线，也叫做SCK。由主机产生时钟信号。</a:t>
                      </a:r>
                      <a:endParaRPr lang="en-US" sz="12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en-US" altLang="en-US" sz="1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MISO</a:t>
                      </a:r>
                      <a:endParaRPr lang="en-US" alt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主设备输入从设备输出线，也叫做SDI。意为主机接收从机的数据。</a:t>
                      </a:r>
                      <a:endParaRPr lang="en-US" alt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MOSI</a:t>
                      </a:r>
                      <a:endParaRPr lang="en-US" alt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主设备输出从设备输入线，也叫做SDO。意为主机向从机发送数据。</a:t>
                      </a:r>
                      <a:endParaRPr lang="en-US" alt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CS</a:t>
                      </a:r>
                      <a:endParaRPr lang="en-US" alt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lvl="0" algn="ctr">
                        <a:lnSpc>
                          <a:spcPct val="140000"/>
                        </a:lnSpc>
                        <a:buClrTx/>
                        <a:buSzTx/>
                        <a:buFontTx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片选线，也叫做NSS。从机使能信号，由主机控制。当我们的主机</a:t>
                      </a:r>
                      <a:r>
                        <a:rPr lang="zh-CN" altLang="en-US" sz="1200" b="1">
                          <a:solidFill>
                            <a:schemeClr val="tx1"/>
                          </a:solidFill>
                          <a:sym typeface="+mn-ea"/>
                        </a:rPr>
                        <a:t>控制某个从机时，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需要</a:t>
                      </a:r>
                      <a:r>
                        <a:rPr lang="zh-CN" altLang="en-US" sz="1200" b="1">
                          <a:solidFill>
                            <a:schemeClr val="tx1"/>
                          </a:solidFill>
                          <a:sym typeface="+mn-ea"/>
                        </a:rPr>
                        <a:t>将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从</a:t>
                      </a:r>
                      <a:r>
                        <a:rPr lang="zh-CN" altLang="en-US" sz="1200" b="1">
                          <a:solidFill>
                            <a:schemeClr val="tx1"/>
                          </a:solidFill>
                          <a:sym typeface="+mn-ea"/>
                        </a:rPr>
                        <a:t>机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对应的片选引脚电平拉低或者是拉高。</a:t>
                      </a:r>
                      <a:endParaRPr 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lvl="0"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endParaRPr lang="en-US" alt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531495" y="5709285"/>
            <a:ext cx="11155045" cy="833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sz="16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PI协议具有高速传输、低成本、简单实现等优点，被广泛应用于各种领域，如通信、嵌入式系统、传感器等。在使用SPI时，需要根据具体的硬件设备和通信需求来配置相应的时钟频率、数据格式和传输模式等参数。</a:t>
            </a:r>
            <a:endParaRPr lang="en-US" sz="16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80200" y="2871470"/>
            <a:ext cx="4180840" cy="241554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858407"/>
            <a:ext cx="12192000" cy="9995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直角三角形 35"/>
          <p:cNvSpPr/>
          <p:nvPr>
            <p:custDataLst>
              <p:tags r:id="rId2"/>
            </p:custDataLst>
          </p:nvPr>
        </p:nvSpPr>
        <p:spPr>
          <a:xfrm flipV="1">
            <a:off x="0" y="5858406"/>
            <a:ext cx="1042559" cy="999593"/>
          </a:xfrm>
          <a:prstGeom prst="rtTriangl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直角三角形 36"/>
          <p:cNvSpPr/>
          <p:nvPr>
            <p:custDataLst>
              <p:tags r:id="rId3"/>
            </p:custDataLst>
          </p:nvPr>
        </p:nvSpPr>
        <p:spPr>
          <a:xfrm flipH="1">
            <a:off x="11149441" y="5858406"/>
            <a:ext cx="1042559" cy="999593"/>
          </a:xfrm>
          <a:prstGeom prst="rtTriangl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直角三角形 19"/>
          <p:cNvSpPr/>
          <p:nvPr>
            <p:custDataLst>
              <p:tags r:id="rId4"/>
            </p:custDataLst>
          </p:nvPr>
        </p:nvSpPr>
        <p:spPr>
          <a:xfrm flipH="1">
            <a:off x="9650627" y="3973856"/>
            <a:ext cx="1498814" cy="1498814"/>
          </a:xfrm>
          <a:prstGeom prst="rtTriangl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任意多边形: 形状 20"/>
          <p:cNvSpPr/>
          <p:nvPr>
            <p:custDataLst>
              <p:tags r:id="rId5"/>
            </p:custDataLst>
          </p:nvPr>
        </p:nvSpPr>
        <p:spPr>
          <a:xfrm>
            <a:off x="6236054" y="1671940"/>
            <a:ext cx="4913387" cy="3800730"/>
          </a:xfrm>
          <a:custGeom>
            <a:avLst/>
            <a:gdLst>
              <a:gd name="connsiteX0" fmla="*/ 2753832 w 4913387"/>
              <a:gd name="connsiteY0" fmla="*/ 0 h 3800730"/>
              <a:gd name="connsiteX1" fmla="*/ 4913387 w 4913387"/>
              <a:gd name="connsiteY1" fmla="*/ 0 h 3800730"/>
              <a:gd name="connsiteX2" fmla="*/ 4913387 w 4913387"/>
              <a:gd name="connsiteY2" fmla="*/ 2301916 h 3800730"/>
              <a:gd name="connsiteX3" fmla="*/ 3414573 w 4913387"/>
              <a:gd name="connsiteY3" fmla="*/ 3800730 h 3800730"/>
              <a:gd name="connsiteX4" fmla="*/ 0 w 4913387"/>
              <a:gd name="connsiteY4" fmla="*/ 3800730 h 3800730"/>
              <a:gd name="connsiteX5" fmla="*/ 0 w 4913387"/>
              <a:gd name="connsiteY5" fmla="*/ 2753832 h 3800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13387" h="3800730">
                <a:moveTo>
                  <a:pt x="2753832" y="0"/>
                </a:moveTo>
                <a:lnTo>
                  <a:pt x="4913387" y="0"/>
                </a:lnTo>
                <a:lnTo>
                  <a:pt x="4913387" y="2301916"/>
                </a:lnTo>
                <a:lnTo>
                  <a:pt x="3414573" y="3800730"/>
                </a:lnTo>
                <a:lnTo>
                  <a:pt x="0" y="3800730"/>
                </a:lnTo>
                <a:lnTo>
                  <a:pt x="0" y="275383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直角三角形 21"/>
          <p:cNvSpPr/>
          <p:nvPr>
            <p:custDataLst>
              <p:tags r:id="rId6"/>
            </p:custDataLst>
          </p:nvPr>
        </p:nvSpPr>
        <p:spPr>
          <a:xfrm flipV="1">
            <a:off x="6236054" y="1671940"/>
            <a:ext cx="2753832" cy="2753832"/>
          </a:xfrm>
          <a:prstGeom prst="rtTriangl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直角三角形 17"/>
          <p:cNvSpPr/>
          <p:nvPr>
            <p:custDataLst>
              <p:tags r:id="rId7"/>
            </p:custDataLst>
          </p:nvPr>
        </p:nvSpPr>
        <p:spPr>
          <a:xfrm flipH="1">
            <a:off x="4457132" y="3973856"/>
            <a:ext cx="1498814" cy="1498814"/>
          </a:xfrm>
          <a:prstGeom prst="rtTriangl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8"/>
            </p:custDataLst>
          </p:nvPr>
        </p:nvSpPr>
        <p:spPr>
          <a:xfrm>
            <a:off x="1042559" y="1671940"/>
            <a:ext cx="4913387" cy="3800730"/>
          </a:xfrm>
          <a:custGeom>
            <a:avLst/>
            <a:gdLst>
              <a:gd name="connsiteX0" fmla="*/ 2753832 w 4913387"/>
              <a:gd name="connsiteY0" fmla="*/ 0 h 3800730"/>
              <a:gd name="connsiteX1" fmla="*/ 4913387 w 4913387"/>
              <a:gd name="connsiteY1" fmla="*/ 0 h 3800730"/>
              <a:gd name="connsiteX2" fmla="*/ 4913387 w 4913387"/>
              <a:gd name="connsiteY2" fmla="*/ 2301916 h 3800730"/>
              <a:gd name="connsiteX3" fmla="*/ 3414573 w 4913387"/>
              <a:gd name="connsiteY3" fmla="*/ 3800730 h 3800730"/>
              <a:gd name="connsiteX4" fmla="*/ 0 w 4913387"/>
              <a:gd name="connsiteY4" fmla="*/ 3800730 h 3800730"/>
              <a:gd name="connsiteX5" fmla="*/ 0 w 4913387"/>
              <a:gd name="connsiteY5" fmla="*/ 2753832 h 3800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13387" h="3800730">
                <a:moveTo>
                  <a:pt x="2753832" y="0"/>
                </a:moveTo>
                <a:lnTo>
                  <a:pt x="4913387" y="0"/>
                </a:lnTo>
                <a:lnTo>
                  <a:pt x="4913387" y="2301916"/>
                </a:lnTo>
                <a:lnTo>
                  <a:pt x="3414573" y="3800730"/>
                </a:lnTo>
                <a:lnTo>
                  <a:pt x="0" y="3800730"/>
                </a:lnTo>
                <a:lnTo>
                  <a:pt x="0" y="275383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直角三角形 12"/>
          <p:cNvSpPr/>
          <p:nvPr>
            <p:custDataLst>
              <p:tags r:id="rId9"/>
            </p:custDataLst>
          </p:nvPr>
        </p:nvSpPr>
        <p:spPr>
          <a:xfrm flipV="1">
            <a:off x="1042559" y="1671940"/>
            <a:ext cx="2753832" cy="2753832"/>
          </a:xfrm>
          <a:prstGeom prst="rtTriangl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1190841" y="1814484"/>
            <a:ext cx="4525926" cy="3532189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0200" lvl="0" indent="-33020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85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时钟极性 (CKPL)：时钟极性定义了时钟信号在空闲状态时的电平。</a:t>
            </a:r>
            <a:endParaRPr lang="zh-CN" altLang="en-US" spc="10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330200" lvl="0" indent="-33020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85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CKPL</a:t>
            </a: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 0：时钟信号在空闲状态时为低电平。</a:t>
            </a:r>
            <a:endParaRPr lang="zh-CN" altLang="en-US" spc="10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330200" lvl="0" indent="-33020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85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CKPL</a:t>
            </a: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 1：时钟信号在空闲状态时为高电平。</a:t>
            </a:r>
            <a:endParaRPr lang="zh-CN" altLang="en-US" spc="10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770859" y="6004117"/>
            <a:ext cx="10650279" cy="624840"/>
          </a:xfrm>
          <a:prstGeom prst="rect">
            <a:avLst/>
          </a:prstGeom>
          <a:noFill/>
        </p:spPr>
        <p:txBody>
          <a:bodyPr wrap="square" lIns="90170" tIns="46990" rIns="90170" bIns="46990" rtlCol="0" anchor="ctr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en-US" sz="1800" spc="100">
                <a:solidFill>
                  <a:schemeClr val="l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SPI的传输模式主要由两个参数决定：时钟极性 (CPOL) 和相位 (CPHA)。</a:t>
            </a:r>
            <a:endParaRPr lang="en-US" sz="1800" spc="100">
              <a:solidFill>
                <a:schemeClr val="lt1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2"/>
            </p:custDataLst>
          </p:nvPr>
        </p:nvSpPr>
        <p:spPr>
          <a:xfrm>
            <a:off x="6475230" y="1814484"/>
            <a:ext cx="4525926" cy="3532189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0200" lvl="0" indent="-33020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85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相位 (CKPH)：相位定义了数据采样和更新发生在时钟信号的哪个边沿上。</a:t>
            </a:r>
            <a:endParaRPr lang="zh-CN" altLang="en-US" spc="10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330200" lvl="0" indent="-33020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85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CKPH = 0：数据采样发生在时钟的第一个边沿，数据更新发生在第二个边沿。</a:t>
            </a:r>
            <a:endParaRPr lang="zh-CN" altLang="en-US" spc="10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330200" lvl="0" indent="-33020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85000"/>
                </a:schemeClr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CKPH = 1：数据采样发生在时钟的第二个边沿，数据</a:t>
            </a: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更新</a:t>
            </a:r>
            <a:r>
              <a:rPr lang="zh-CN" altLang="en-US" spc="10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发生在第一个边沿。</a:t>
            </a:r>
            <a:endParaRPr lang="zh-CN" altLang="en-US" spc="10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3"/>
            </p:custDataLst>
          </p:nvPr>
        </p:nvCxnSpPr>
        <p:spPr>
          <a:xfrm>
            <a:off x="6095998" y="2362787"/>
            <a:ext cx="0" cy="2519914"/>
          </a:xfrm>
          <a:prstGeom prst="line">
            <a:avLst/>
          </a:prstGeom>
          <a:ln w="12700">
            <a:solidFill>
              <a:schemeClr val="lt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638030" y="507365"/>
            <a:ext cx="1912620" cy="497205"/>
          </a:xfrm>
          <a:prstGeom prst="rect">
            <a:avLst/>
          </a:prstGeom>
        </p:spPr>
      </p:pic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18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19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SPI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传输模式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62100" y="1269365"/>
            <a:ext cx="8648700" cy="4324350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SPI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基本参数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760855" y="1335405"/>
          <a:ext cx="8533130" cy="427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355"/>
                <a:gridCol w="620077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7207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速率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需要根据硬件设备的规格和性能要求选择适当的时钟频率。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43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时钟极</a:t>
                      </a:r>
                      <a:r>
                        <a:rPr lang="zh-CN" altLang="en-US"/>
                        <a:t>性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定义了时钟信号在空闲状态时的电平。可以是高电平（C</a:t>
                      </a:r>
                      <a:r>
                        <a:rPr lang="en-US" altLang="zh-CN" sz="1800">
                          <a:sym typeface="+mn-ea"/>
                        </a:rPr>
                        <a:t>KP</a:t>
                      </a:r>
                      <a:r>
                        <a:rPr lang="zh-CN" altLang="en-US" sz="1800">
                          <a:sym typeface="+mn-ea"/>
                        </a:rPr>
                        <a:t>L=1）或低电平（</a:t>
                      </a:r>
                      <a:r>
                        <a:rPr lang="zh-CN" altLang="en-US" sz="1800">
                          <a:sym typeface="+mn-ea"/>
                        </a:rPr>
                        <a:t>C</a:t>
                      </a:r>
                      <a:r>
                        <a:rPr lang="en-US" altLang="zh-CN" sz="1800">
                          <a:sym typeface="+mn-ea"/>
                        </a:rPr>
                        <a:t>KP</a:t>
                      </a:r>
                      <a:r>
                        <a:rPr lang="zh-CN" altLang="en-US" sz="1800">
                          <a:sym typeface="+mn-ea"/>
                        </a:rPr>
                        <a:t>L</a:t>
                      </a:r>
                      <a:r>
                        <a:rPr lang="zh-CN" altLang="en-US" sz="1800">
                          <a:sym typeface="+mn-ea"/>
                        </a:rPr>
                        <a:t>=0）。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 anchor="ctr" anchorCtr="0"/>
                </a:tc>
              </a:tr>
              <a:tr h="833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时钟</a:t>
                      </a:r>
                      <a:r>
                        <a:rPr lang="zh-CN" altLang="en-US" sz="1800">
                          <a:sym typeface="+mn-ea"/>
                        </a:rPr>
                        <a:t>相</a:t>
                      </a:r>
                      <a:r>
                        <a:rPr lang="zh-CN" altLang="en-US" sz="1800">
                          <a:sym typeface="+mn-ea"/>
                        </a:rPr>
                        <a:t>位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定义了数据采样和更新发生在时钟信号的哪个边沿上。可以是上升沿或下降沿。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1498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800">
                          <a:sym typeface="+mn-ea"/>
                        </a:rPr>
                        <a:t>数据传输</a:t>
                      </a:r>
                      <a:endParaRPr sz="18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t>数据位数（Data Bits）：每个数据字节的位数。通常为8位，但有些设备可能支持其他位数</a:t>
                      </a:r>
                      <a:r>
                        <a:rPr lang="zh-CN"/>
                        <a:t>。</a:t>
                      </a:r>
                      <a:endParaRPr lang="zh-CN"/>
                    </a:p>
                    <a:p>
                      <a:pPr algn="ctr">
                        <a:buNone/>
                      </a:pPr>
                      <a:r>
                        <a:t>传输顺序（Data Order）：数据位的传输顺序可以是最高位优先（MSB-first）或者最低位优先（LSB-first）。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6153785"/>
            <a:ext cx="12192000" cy="7042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硬件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SPI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72820" y="1182370"/>
            <a:ext cx="9735185" cy="1033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>
              <a:lnSpc>
                <a:spcPct val="140000"/>
              </a:lnSpc>
              <a:buClrTx/>
              <a:buSzTx/>
              <a:buNone/>
            </a:pPr>
            <a:r>
              <a:rPr lang="en-US" sz="1600">
                <a:sym typeface="+mn-ea"/>
              </a:rPr>
              <a:t>GD32F470具有多个硬件SPI（串行外设接口）模块，用于实现与外部设备的高速串行通信。每个硬件SPI模块都具有独立的寄存器和控制信号，可以配置为主模式或从模式。</a:t>
            </a:r>
            <a:endParaRPr lang="en-US" sz="16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496560" y="2343785"/>
            <a:ext cx="6334125" cy="34385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63395" y="356806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6285" y="2343785"/>
            <a:ext cx="4064000" cy="325120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indent="0" algn="l" fontAlgn="t">
              <a:lnSpc>
                <a:spcPct val="120000"/>
              </a:lnSpc>
            </a:pPr>
            <a:r>
              <a:rPr lang="en-US"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中断和DMA支持：</a:t>
            </a:r>
            <a:r>
              <a:rPr 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硬件SPI可以与中断控制器和DMA控制器配合使用，实现数据的高效处理和传输。</a:t>
            </a:r>
            <a:br>
              <a:rPr 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br>
              <a:rPr 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r>
              <a:rPr 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硬件缓冲区：</a:t>
            </a:r>
            <a:r>
              <a:rPr 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硬件SPI具有内部缓冲区，可以在主机和外设之间进行数据的中转，提高数据的传输效率。</a:t>
            </a:r>
            <a:endParaRPr 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br>
              <a:rPr 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r>
              <a:rPr 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高速传输：</a:t>
            </a:r>
            <a:r>
              <a:rPr 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硬件SPI使用硬件模块进行数据传输，速度通常比软件实现的SPI更快。</a:t>
            </a:r>
            <a:endParaRPr 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72820" y="6322060"/>
            <a:ext cx="104717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t"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硬件SPI利用硬件模块处理数据传输，减轻了CPU的负担，具有高性能和稳定性。</a:t>
            </a:r>
            <a:endParaRPr lang="en-US" sz="20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48545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SPI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0685" y="3952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</a:t>
            </a:r>
            <a:r>
              <a:rPr lang="en-US"/>
              <a:t>W25Q64存储器芯片</a:t>
            </a:r>
            <a:r>
              <a:rPr lang="zh-CN" altLang="en-US"/>
              <a:t>作为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56285" y="330200"/>
            <a:ext cx="3916680" cy="54229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W25Q64存储器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72820" y="1182370"/>
            <a:ext cx="9735185" cy="1033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>
              <a:lnSpc>
                <a:spcPct val="140000"/>
              </a:lnSpc>
              <a:buClrTx/>
              <a:buSzTx/>
              <a:buNone/>
            </a:pPr>
            <a:endParaRPr lang="en-US" sz="16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4230" y="1051560"/>
            <a:ext cx="10156190" cy="1736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5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W25Q64是一种常见的串行闪存器件，它采用SPI（Serial Peripheral Interface）接口协议，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具有高速读写和擦除功能，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可用于存储和读取数据。W25Q64芯片容量为64 Mbit（8 MB），</a:t>
            </a:r>
            <a:r>
              <a:rPr 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其中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名称后的数字</a:t>
            </a:r>
            <a:r>
              <a:rPr 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代表不同的容量选项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。不同的型号和容量选项可以满足不同应用的需求，比如W25Q16、W25Q32、W25Q128等。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通常被用于嵌入式设备、存储设备、路由器等高性能电子设备中。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27165" y="3089275"/>
            <a:ext cx="5267325" cy="2861945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>
            <p:custDataLst>
              <p:tags r:id="rId6"/>
            </p:custDataLst>
          </p:nvPr>
        </p:nvGraphicFramePr>
        <p:xfrm>
          <a:off x="238760" y="2721610"/>
          <a:ext cx="6179820" cy="3912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330"/>
                <a:gridCol w="5444490"/>
              </a:tblGrid>
              <a:tr h="4933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CLK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从外部获取时间，为输入输出功能提供时钟 </a:t>
                      </a:r>
                      <a:endParaRPr 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en-US" alt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DI 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标准SPI使用单向的DI，来串行的写入指令，地址，或者数据到FLASH中，在时钟的上升沿。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en-US" alt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627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DO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标准SPI使用单向的DO，来从处于下降边沿时钟的设备，读取数据或者状态。</a:t>
                      </a:r>
                      <a:endParaRPr lang="zh-CN" altLang="en-US" sz="1200" b="1" u="sng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zh-CN" altLang="en-US" sz="1200" b="1" u="sng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628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WP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防止状态寄存器被写入</a:t>
                      </a:r>
                      <a:endParaRPr lang="zh-CN" altLang="en-US" sz="1200" b="1" u="sng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932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HOLD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indent="0" algn="l" fontAlgn="t">
                        <a:lnSpc>
                          <a:spcPct val="90000"/>
                        </a:lnSpc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当它有效时允许设备暂停，低电平：DO引脚高阻态，DI CLK引脚的信号被忽略。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indent="0" algn="l" fontAlgn="t">
                        <a:lnSpc>
                          <a:spcPct val="90000"/>
                        </a:lnSpc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高电平：设备重新开始，当多个设备共享相同的SPI信 号的时候该功能可能会被用到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zh-CN" altLang="en-US" sz="1200" b="1" u="sng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5918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sym typeface="+mn-ea"/>
                        </a:rPr>
                        <a:t>CS</a:t>
                      </a:r>
                      <a:endParaRPr lang="en-US" altLang="en-US" sz="12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p>
                      <a:pPr lvl="0"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CS高电平的时候其他引脚成高阻态，处于低电平的时候，可以读写数据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SPI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2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确定引脚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1495" y="2437130"/>
            <a:ext cx="5837555" cy="3171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365365" y="2220595"/>
            <a:ext cx="3910965" cy="34683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SPI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1981835" y="2228850"/>
            <a:ext cx="7842250" cy="3959225"/>
          </a:xfrm>
          <a:prstGeom prst="rect">
            <a:avLst/>
          </a:prstGeom>
          <a:noFill/>
        </p:spPr>
        <p:txBody>
          <a:bodyPr wrap="square" rtlCol="0" anchor="t" anchorCtr="0"/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rcu_periph_clock_enable(RCU_GPIOF);  // 使用F端口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rcu_periph_clock_enable(RCU_SPI4);     // 使能SPI4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//</a:t>
            </a:r>
            <a:r>
              <a:rPr lang="zh-CN" altLang="en-US" sz="1400">
                <a:sym typeface="+mn-ea"/>
              </a:rPr>
              <a:t>引脚复用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gpio_af_set(GPIOF, GPIO_AF_5, GPIO_PIN_7);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gpio_af_set(GPIOF, GPIO_AF_5, GPIO_PIN_8);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gpio_af_set(GPIOF, GPIO_AF_5, GPIO_PIN_9);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//</a:t>
            </a:r>
            <a:r>
              <a:rPr lang="zh-CN" altLang="en-US" sz="1400">
                <a:sym typeface="+mn-ea"/>
              </a:rPr>
              <a:t>引脚模式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gpio_mode_set(GPIOF, GPIO_MODE_AF, GPIO_PUPD_NONE, GPIO_PIN_7);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gpio_mode_set(GPIOF, GPIO_MODE_AF, GPIO_PUPD_NONE, GPIO_PIN_8);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gpio_mode_set(GPIOF, GPIO_MODE_AF, GPIO_PUPD_NONE, GPIO_PIN_9);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//</a:t>
            </a:r>
            <a:r>
              <a:rPr lang="zh-CN" altLang="en-US" sz="1400">
                <a:sym typeface="+mn-ea"/>
              </a:rPr>
              <a:t>输出模式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gpio_output_options_set(GPIOF, GPIO_OTYPE_PP, GPIO_OSPEED_50MHZ, GPIO_PIN_7);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gpio_output_options_set(GPIOF, GPIO_OTYPE_PP, GPIO_OSPEED_50MHZ, GPIO_PIN_8);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gpio_output_options_set(GPIOF, GPIO_OTYPE_PP, GPIO_OSPEED_50MHZ, GPIO_PIN_9);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    </a:t>
            </a:r>
            <a:endParaRPr lang="en-US" sz="1400"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配置引脚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2498090" y="2219960"/>
            <a:ext cx="7905750" cy="431736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 anchorCtr="0"/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altLang="zh-CN" sz="1400">
                <a:solidFill>
                  <a:schemeClr val="bg1"/>
                </a:solidFill>
                <a:sym typeface="+mn-ea"/>
              </a:rPr>
              <a:t>//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开启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CS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引脚时钟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rcu_periph_clock_enable(</a:t>
            </a:r>
            <a:r>
              <a:rPr lang="en-US" sz="1400">
                <a:solidFill>
                  <a:schemeClr val="bg1"/>
                </a:solidFill>
                <a:sym typeface="+mn-ea"/>
              </a:rPr>
              <a:t>RCU_GPIOF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);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altLang="zh-CN" sz="1400">
                <a:solidFill>
                  <a:schemeClr val="bg1"/>
                </a:solidFill>
                <a:sym typeface="+mn-ea"/>
              </a:rPr>
              <a:t>//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配置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CS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引脚模式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gpio_mode_set(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GPIOF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, GPIO_MODE_OUTPUT, GPIO_PUPD_PULLUP, 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GPIO_PIN_6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);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altLang="zh-CN" sz="1400">
                <a:solidFill>
                  <a:schemeClr val="bg1"/>
                </a:solidFill>
                <a:sym typeface="+mn-ea"/>
              </a:rPr>
              <a:t>//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配置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CS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输出模式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gpio_output_options_set(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GPIOF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, GPIO_OTYPE_PP, GPIO_OSPEED_50MHZ, 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GPIO_PIN_6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);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//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W25Q64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不选中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gpio_bit_write(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GPIOF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,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GPIO_PIN_6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,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 SET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);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SPI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1981835" y="2228850"/>
            <a:ext cx="7842250" cy="3959225"/>
          </a:xfrm>
          <a:prstGeom prst="rect">
            <a:avLst/>
          </a:prstGeom>
          <a:noFill/>
        </p:spPr>
        <p:txBody>
          <a:bodyPr wrap="square" rtlCol="0" anchor="t" anchorCtr="0"/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//SPI</a:t>
            </a:r>
            <a:r>
              <a:rPr lang="zh-CN" altLang="en-US" sz="1400">
                <a:sym typeface="+mn-ea"/>
              </a:rPr>
              <a:t>参数定义结构体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spi_parameter_struct spi_init_struct;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spi_init_struct.trans_mode            = SPI_TRANSMODE_FULLDUPLEX;  // 传输模式全双工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spi_init_struct.device_mode          = SPI_MASTER;                	// 配置为主机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spi_init_struct.frame_size              = SPI_FRAMESIZE_8BIT;        	// 8位数据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spi_init_struct.clock_polarity_phase = SPI_CK_PL_HIGH_PH_2EDGE;//</a:t>
            </a:r>
            <a:r>
              <a:rPr lang="zh-CN" altLang="en-US" sz="1400">
                <a:sym typeface="+mn-ea"/>
              </a:rPr>
              <a:t>极性相位</a:t>
            </a:r>
            <a:r>
              <a:rPr lang="en-US" sz="1400">
                <a:sym typeface="+mn-ea"/>
              </a:rPr>
              <a:t>  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spi_init_struct.nss                         = SPI_NSS_SOFT;              	// 软件cs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spi_init_struct.prescale                 = SPI_PSC_2;                 	//SPI时钟预调因数为2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spi_init_struct.endian                    = SPI_ENDIAN_MSB;            	//高位在前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//将参数填入SPI4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spi_init(SPI4, &amp;spi_init_struct);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//使能SPI</a:t>
            </a:r>
            <a:endParaRPr lang="en-US" sz="1400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 sz="1400">
                <a:sym typeface="+mn-ea"/>
              </a:rPr>
              <a:t>spi_enable(SPI4);</a:t>
            </a:r>
            <a:endParaRPr lang="en-US" sz="1400"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配置</a:t>
            </a:r>
            <a:r>
              <a:rPr lang="en-US" altLang="zh-CN" sz="3200"/>
              <a:t>SPI</a:t>
            </a:r>
            <a:endParaRPr lang="en-US" altLang="zh-CN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SPI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1981835" y="2228850"/>
            <a:ext cx="7842250" cy="3959225"/>
          </a:xfrm>
          <a:prstGeom prst="rect">
            <a:avLst/>
          </a:prstGeom>
          <a:noFill/>
        </p:spPr>
        <p:txBody>
          <a:bodyPr wrap="square" rtlCol="0" anchor="t" anchorCtr="0"/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endParaRPr lang="en-US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uint8_t spi_read_write_byte(uint8_t dat)</a:t>
            </a:r>
            <a:endParaRPr lang="en-US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{</a:t>
            </a:r>
            <a:endParaRPr lang="en-US">
              <a:sym typeface="+mn-ea"/>
            </a:endParaRPr>
          </a:p>
          <a:p>
            <a:pPr indent="45720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while(RESET == spi_i2s_flag_get(SPI4,  SPI_FLAG_TBE) );</a:t>
            </a:r>
            <a:endParaRPr lang="en-US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         spi_i2s_data_transmit(SPI4, dat);</a:t>
            </a:r>
            <a:endParaRPr lang="en-US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	</a:t>
            </a:r>
            <a:endParaRPr lang="en-US">
              <a:sym typeface="+mn-ea"/>
            </a:endParaRPr>
          </a:p>
          <a:p>
            <a:pPr indent="45720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while(RESET == spi_i2s_flag_get(SPI4,  SPI_FLAG_RBNE) );</a:t>
            </a:r>
            <a:endParaRPr lang="en-US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         </a:t>
            </a:r>
            <a:r>
              <a:rPr lang="en-US">
                <a:solidFill>
                  <a:srgbClr val="FF0000"/>
                </a:solidFill>
                <a:sym typeface="+mn-ea"/>
              </a:rPr>
              <a:t>return</a:t>
            </a:r>
            <a:r>
              <a:rPr lang="en-US">
                <a:sym typeface="+mn-ea"/>
              </a:rPr>
              <a:t> spi_i2s_data_receive(SPI4);</a:t>
            </a:r>
            <a:endParaRPr lang="en-US">
              <a:sym typeface="+mn-ea"/>
            </a:endParaRPr>
          </a:p>
          <a:p>
            <a:pPr indent="0" algn="l" eaLnBrk="0" fontAlgn="auto">
              <a:lnSpc>
                <a:spcPct val="140000"/>
              </a:lnSpc>
              <a:buClrTx/>
              <a:buSzTx/>
              <a:buNone/>
            </a:pPr>
            <a:r>
              <a:rPr lang="en-US">
                <a:sym typeface="+mn-ea"/>
              </a:rPr>
              <a:t>}</a:t>
            </a:r>
            <a:endParaRPr lang="en-US"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发送与接收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677545" y="330200"/>
            <a:ext cx="421640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W25Q64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存储器案例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8475" t="3236" r="9735" b="3454"/>
          <a:stretch>
            <a:fillRect/>
          </a:stretch>
        </p:blipFill>
        <p:spPr>
          <a:xfrm>
            <a:off x="6049645" y="2788920"/>
            <a:ext cx="5564505" cy="38087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953125" y="811530"/>
            <a:ext cx="4063365" cy="20237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1495" y="1139825"/>
            <a:ext cx="5352415" cy="5605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2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//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读取设备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ID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uint16_t W25Q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64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_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eadID(void)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uint16_t 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emp = 0;	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gpio_bit_write(GPIOF, GPIO_PIN_6, 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SET);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indent="0" algn="l" fontAlgn="t">
              <a:lnSpc>
                <a:spcPct val="120000"/>
              </a:lnSpc>
            </a:pPr>
            <a:r>
              <a:rPr lang="en-US" sz="1600">
                <a:sym typeface="+mn-ea"/>
              </a:rPr>
              <a:t>spi_read_write_byte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(0x90);//发送读取ID命令	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en-US" sz="1600">
                <a:sym typeface="+mn-ea"/>
              </a:rPr>
              <a:t>spi_read_write_byte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(0x00); 	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en-US" sz="1600">
                <a:sym typeface="+mn-ea"/>
              </a:rPr>
              <a:t>spi_read_write_byte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(0x00); 	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en-US" sz="1600">
                <a:sym typeface="+mn-ea"/>
              </a:rPr>
              <a:t>spi_read_write_byte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(0x00);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接收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数据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emp |=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sz="1600">
                <a:sym typeface="+mn-ea"/>
              </a:rPr>
              <a:t>spi_read_write_byte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(0xFF)&lt;&lt;8;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emp |=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sz="1600">
                <a:sym typeface="+mn-ea"/>
              </a:rPr>
              <a:t>spi_read_write_byte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(0xFF);	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gpio_bit_write(GPIOF, GPIO_PIN_6, SET);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return 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emp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;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582295" y="330200"/>
            <a:ext cx="517525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W25Q64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存储器案例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判断忙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609455" y="6099175"/>
            <a:ext cx="3016885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写入数据的流程</a:t>
            </a:r>
            <a:endParaRPr lang="zh-CN" altLang="en-US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425700" y="4188460"/>
            <a:ext cx="7183755" cy="22866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333365" y="1689100"/>
            <a:ext cx="4276090" cy="2032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31495" y="989965"/>
            <a:ext cx="4725670" cy="34353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W25Q64_wait_busy(void)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unsigned char byte = 0;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do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{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gpio_bit_write(GPIOF, GPIO_PIN_6, RESET);                       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spi_read_write_byte(0x05);          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r>
              <a:rPr sz="1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byte</a:t>
            </a: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= spi_read_write_byte(0Xff);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gpio_bit_write(GPIOF, GPIO_PIN_6, SET);  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}while( ( byte &amp; 0x01 ) == 1 );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2" name="ECB019B1-382A-4266-B25C-5B523AA43C14-4" descr="C:/Users/win/AppData/Local/Temp/wpp.EAPrzKwpp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927590" y="1027113"/>
            <a:ext cx="2018030" cy="520763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572770" y="330200"/>
            <a:ext cx="524256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W25Q64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存储器案例</a:t>
            </a: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写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使能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638030" y="6099175"/>
            <a:ext cx="3016885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写入数据的流程</a:t>
            </a:r>
            <a:endParaRPr lang="zh-CN" altLang="en-US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1495" y="1118870"/>
            <a:ext cx="7454900" cy="1699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20000"/>
              </a:lnSpc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发送写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使能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W25Q64_write_enable(void)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gpio_bit_write(GPIOF, GPIO_PIN_6, RESET);                    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spi_read_write_byte(0x06);           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gpio_bit_write(GPIOF, GPIO_PIN_6, SET);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      	  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439795" y="3243580"/>
            <a:ext cx="6330315" cy="3367405"/>
          </a:xfrm>
          <a:prstGeom prst="rect">
            <a:avLst/>
          </a:prstGeom>
        </p:spPr>
      </p:pic>
      <p:pic>
        <p:nvPicPr>
          <p:cNvPr id="12" name="ECB019B1-382A-4266-B25C-5B523AA43C14-3" descr="C:/Users/win/AppData/Local/Temp/wpp.FYEcyHwpp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927908" y="1027113"/>
            <a:ext cx="2017395" cy="520763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6895" y="4298315"/>
            <a:ext cx="6677025" cy="230949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6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601345" y="349250"/>
            <a:ext cx="517525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W25Q64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存储器案例</a:t>
            </a: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擦除数据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638030" y="6099175"/>
            <a:ext cx="3016885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写入数据的流程</a:t>
            </a:r>
            <a:endParaRPr lang="zh-CN" altLang="en-US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1495" y="989965"/>
            <a:ext cx="5563870" cy="4520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20000"/>
              </a:lnSpc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W25Q64_erase_sector(uint32_t addr)   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addr *= 4096;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W25Q64_write_enable();  //写使能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W25Q64_wait_busy();     //判断忙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gpio_bit_write(GPIOF, GPIO_PIN_6, RESET);                                 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spi_read_write_byte(0x20);        	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spi_read_write_byte((uint8_t)((addr)&gt;&gt;16));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spi_read_write_byte((uint8_t)((addr)&gt;&gt;8));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spi_read_write_byte((uint8_t)addr);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gpio_bit_write(GPIOF, GPIO_PIN_6, SET);           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//等待擦除完成                           	     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</a:t>
            </a: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W25Q64_wait_busy(); 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				                      	  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4620" y="958215"/>
            <a:ext cx="4820920" cy="5649595"/>
          </a:xfrm>
          <a:prstGeom prst="rect">
            <a:avLst/>
          </a:prstGeom>
        </p:spPr>
      </p:pic>
      <p:pic>
        <p:nvPicPr>
          <p:cNvPr id="8" name="ECB019B1-382A-4266-B25C-5B523AA43C14-2" descr="C:/Users/win/AppData/Local/Temp/wpp.EAPrzKwpp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927590" y="1027113"/>
            <a:ext cx="2018030" cy="520763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24755" y="4133215"/>
            <a:ext cx="5040630" cy="248348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6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677545" y="330200"/>
            <a:ext cx="50406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W25Q64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存储器案例</a:t>
            </a:r>
            <a:r>
              <a:rPr lang="en-US" altLang="zh-CN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写入数据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065385" y="6099175"/>
            <a:ext cx="2000250" cy="35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写入数据的流程</a:t>
            </a:r>
            <a:endParaRPr lang="zh-CN" altLang="en-US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1495" y="1026795"/>
            <a:ext cx="7475220" cy="5103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W25Q64_write(uint8_t* buffer, uint32_t addr, uint16_t numbyte)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unsigned int i = 0;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W25Q64_erase_sector(addr/4096);//擦除扇区数据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W25Q64_write_enable();//写使能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W25Q64_wait_busy(); //忙检测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//写入数据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gpio_bit_write(GPIOF, GPIO_PIN_6, RESET);                                 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spi_read_write_byte(0x02);              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spi_read_write_byte((uint8_t)((addr)&gt;&gt;16));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spi_read_write_byte((uint8_t)((addr)&gt;&gt;8));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spi_read_write_byte((uint8_t)addr);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for(i=0;i&lt;numbyte;i++)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{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spi_read_write_byte(buffer[i]);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}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gpio_bit_write(GPIOF, GPIO_PIN_6, SET);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W25Q64_wait_busy(); //忙检测      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120000"/>
              </a:lnSpc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8" name="ECB019B1-382A-4266-B25C-5B523AA43C14-1" descr="C:/Users/win/AppData/Local/Temp/wpp.EAPrzKwpp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927590" y="1027113"/>
            <a:ext cx="2018030" cy="520763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677545" y="330200"/>
            <a:ext cx="649351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l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W25Q64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存储器案例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读取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数据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77545" y="1106805"/>
            <a:ext cx="7900035" cy="5314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W25Q64_read(uint8_t* buffer,uint32_t read_addr,uint16_t read_length)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uint16_t i;   		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gpio_bit_write(GPIOF, GPIO_PIN_6, RESET);            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spi_read_write_byte(0x03);                       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spi_read_write_byte((uint8_t)((read_addr)&gt;&gt;16));      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spi_read_write_byte((uint8_t)((read_addr)&gt;&gt;8));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spi_read_write_byte((uint8_t)read_addr);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or(i=0;i&lt;read_length;i++)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buffer[i]= spi_read_write_byte(0XFF);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gpio_bit_write(GPIOF, GPIO_PIN_6, SET);  		    	  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302250" y="3949700"/>
            <a:ext cx="6598920" cy="262763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677545" y="330200"/>
            <a:ext cx="649351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l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W25Q64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存储器案例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擦除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全部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77545" y="1106805"/>
            <a:ext cx="7900035" cy="5314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void W25Q64_erase_chip(void)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                               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W25Q64_write_enable();//写使能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W25Q64_wait_busy();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W25QXX_CS_ON(0);                          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spi_read_write_byte(W25X_ChipErase);      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W25QXX_CS_ON(1);                                 	   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W25Q64_wait_busy();  				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   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459355" y="3486785"/>
            <a:ext cx="6764020" cy="30099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2905" y="381635"/>
            <a:ext cx="1912620" cy="497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30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3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6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TABLE_ENDDRAG_ORIGIN_RECT" val="617*158"/>
  <p:tag name="TABLE_ENDDRAG_RECT" val="87*235*617*158"/>
  <p:tag name="KSO_WM_UNIT_TABLE_BEAUTIFY" val="smartTable{e92cef81-fb62-463c-bd8c-6dea614b8ed0}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5089_1*i*1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5089_1*i*2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5089_1*i*3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5089_1*i*4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5089_1*i*5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5089_1*i*6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5089_1*i*7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205089_1*i*8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5089_1*i*9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1.xml><?xml version="1.0" encoding="utf-8"?>
<p:tagLst xmlns:p="http://schemas.openxmlformats.org/presentationml/2006/main">
  <p:tag name="KSO_WM_UNIT_NOCLEAR" val="0"/>
  <p:tag name="KSO_WM_UNIT_VALUE" val="42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05089_1*f*2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3;您的正文已经简明扼要，但信息却错综复杂，需要用更多的文字来表述；但请您尽可能提炼思想的精髓，否则容易造成观者的阅读压力，适得其反。&#13;正如我们都希望改变世界，希望给人带去光明，但更多时候只需播下一颗种子，自然有微光照拂，雨露滋养。恰如其分的表达观点，往往可以事半功倍。&#13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25"/>
  <p:tag name="KSO_WM_UNIT_TEXT_FILL_FORE_SCHEMECOLOR_INDEX" val="13"/>
  <p:tag name="KSO_WM_UNIT_TEXT_FILL_TYPE" val="1"/>
</p:tagLst>
</file>

<file path=ppt/tags/tag152.xml><?xml version="1.0" encoding="utf-8"?>
<p:tagLst xmlns:p="http://schemas.openxmlformats.org/presentationml/2006/main">
  <p:tag name="KSO_WM_UNIT_TEXT_PART_ID_V2" val="d-4-2"/>
  <p:tag name="KSO_WM_UNIT_NOCLEAR" val="0"/>
  <p:tag name="KSO_WM_UNIT_VALUE" val="10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5089_1*f*1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"/>
  <p:tag name="KSO_WM_UNIT_TEXT_FILL_FORE_SCHEMECOLOR_INDEX_BRIGHTNESS" val="0"/>
  <p:tag name="KSO_WM_UNIT_TEXT_FILL_FORE_SCHEMECOLOR_INDEX" val="14"/>
  <p:tag name="KSO_WM_UNIT_TEXT_FILL_TYPE" val="1"/>
</p:tagLst>
</file>

<file path=ppt/tags/tag153.xml><?xml version="1.0" encoding="utf-8"?>
<p:tagLst xmlns:p="http://schemas.openxmlformats.org/presentationml/2006/main">
  <p:tag name="KSO_WM_UNIT_NOCLEAR" val="0"/>
  <p:tag name="KSO_WM_UNIT_VALUE" val="42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diagram20205089_1*f*3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3;您的正文已经简明扼要，但信息却错综复杂，需要用更多的文字来表述；但请您尽可能提炼思想的精髓，否则容易造成观者的阅读压力，适得其反。&#13;正如我们都希望改变世界，希望给人带去光明，但更多时候只需播下一颗种子，自然有微光照拂，雨露滋养。恰如其分的表达观点，往往可以事半功倍。&#13;单击此处输入你的正文，文字是您思想的提炼，为了最终演示发布的良好效果，请尽量言简意赅的阐述观点；根据需要可酌情增减文字，以便观者可以准确理解您所传达的信息。"/>
  <p:tag name="KSO_WM_UNIT_TEXT_FILL_FORE_SCHEMECOLOR_INDEX_BRIGHTNESS" val="0.25"/>
  <p:tag name="KSO_WM_UNIT_TEXT_FILL_FORE_SCHEMECOLOR_INDEX" val="13"/>
  <p:tag name="KSO_WM_UNIT_TEXT_FILL_TYPE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205089_1*i*10"/>
  <p:tag name="KSO_WM_TEMPLATE_CATEGORY" val="diagram"/>
  <p:tag name="KSO_WM_TEMPLATE_INDEX" val="20205089"/>
  <p:tag name="KSO_WM_UNIT_LAYERLEVEL" val="1"/>
  <p:tag name="KSO_WM_TAG_VERSION" val="1.0"/>
  <p:tag name="KSO_WM_BEAUTIFY_FLAG" val="#wm#"/>
  <p:tag name="KSO_WM_UNIT_LINE_FORE_SCHEMECOLOR_INDEX_BRIGHTNESS" val="-0.15"/>
  <p:tag name="KSO_WM_UNIT_LINE_FORE_SCHEMECOLOR_INDEX" val="14"/>
  <p:tag name="KSO_WM_UNIT_LINE_FILL_TYPE" val="2"/>
</p:tagLst>
</file>

<file path=ppt/tags/tag155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  <p:tag name="KSO_WM_UNIT_TYPE" val="j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SLIDE_ID" val="diagram20205089_1"/>
  <p:tag name="KSO_WM_TEMPLATE_SUBCATEGORY" val="0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05089"/>
  <p:tag name="KSO_WM_SLIDE_LAYOUT" val="a_f"/>
  <p:tag name="KSO_WM_SLIDE_LAYOUT_CNT" val="1_3"/>
  <p:tag name="KSO_WM_UNIT_SHOW_EDIT_AREA_INDICATION" val="1"/>
  <p:tag name="KSO_WM_TEMPLATE_THUMBS_INDEX" val="1、4、7、12、13、14、15、16、17、18、20、24、25、28、33、36、40、43、44"/>
  <p:tag name="KSO_WM_SLIDE_SIZE" val="960*490"/>
  <p:tag name="KSO_WM_SLIDE_POSITION" val="0*49"/>
</p:tagLst>
</file>

<file path=ppt/tags/tag160.xml><?xml version="1.0" encoding="utf-8"?>
<p:tagLst xmlns:p="http://schemas.openxmlformats.org/presentationml/2006/main">
  <p:tag name="KSO_WM_UNIT_TABLE_BEAUTIFY" val="smartTable{21255b03-04cf-48c7-8cf7-ebb755ffad3a}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5089_1*i*1"/>
  <p:tag name="KSO_WM_TEMPLATE_CATEGORY" val="diagram"/>
  <p:tag name="KSO_WM_TEMPLATE_INDEX" val="20205089"/>
  <p:tag name="KSO_WM_UNIT_LAYERLEVEL" val="1"/>
  <p:tag name="KSO_WM_TAG_VERSION" val="1.0"/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TABLE_ENDDRAG_ORIGIN_RECT" val="486*305"/>
  <p:tag name="TABLE_ENDDRAG_RECT" val="18*214*486*305"/>
  <p:tag name="KSO_WM_UNIT_TABLE_BEAUTIFY" val="smartTable{c0c1eaf5-7869-458e-b7b2-28ebee68abe6}"/>
  <p:tag name="KSO_WM_BEAUTIFY_FLAG" val=""/>
</p:tagLst>
</file>

<file path=ppt/tags/tag1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185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0"/>
</p:tagLst>
</file>

<file path=ppt/tags/tag1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194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202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253.xml><?xml version="1.0" encoding="utf-8"?>
<p:tagLst xmlns:p="http://schemas.openxmlformats.org/presentationml/2006/main">
  <p:tag name="KSO_WM_BEAUTIFY_FLAG" val=""/>
  <p:tag name="KSO_WM_UNIT_PLACING_PICTURE_USER_VIEWPORT" val="{&quot;height&quot;:4138,&quot;width&quot;:10392}"/>
</p:tagLst>
</file>

<file path=ppt/tags/tag254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262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2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5.xml><?xml version="1.0" encoding="utf-8"?>
<p:tagLst xmlns:p="http://schemas.openxmlformats.org/presentationml/2006/main">
  <p:tag name="KSO_WPP_MARK_KEY" val="20655751-83b5-4141-9554-5e7661096423"/>
  <p:tag name="COMMONDATA" val="eyJjb3VudCI6MTA4LCJoZGlkIjoiMmQ1NTA5ZmE0MmUzMzcyM2RlY2UwNDZhMDg2M2Y2ZDAiLCJ1c2VyQ291bnQiOjV9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54849E"/>
      </a:dk2>
      <a:lt2>
        <a:srgbClr val="D9E3E7"/>
      </a:lt2>
      <a:accent1>
        <a:srgbClr val="158CD0"/>
      </a:accent1>
      <a:accent2>
        <a:srgbClr val="3A74C2"/>
      </a:accent2>
      <a:accent3>
        <a:srgbClr val="5F5CB5"/>
      </a:accent3>
      <a:accent4>
        <a:srgbClr val="8544A8"/>
      </a:accent4>
      <a:accent5>
        <a:srgbClr val="AA2C9B"/>
      </a:accent5>
      <a:accent6>
        <a:srgbClr val="D0148E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QxODY0NjM4OTc2IiwKCSJHcm91cElkIiA6ICI1MTE0NDg5MzIiLAoJIkltYWdlIiA6ICJpVkJPUncwS0dnb0FBQUFOU1VoRVVnQUFBVThBQUFML0NBWUFBQURtNzBVYUFBQUFDWEJJV1hNQUFBc1RBQUFMRXdFQW1wd1lBQUFnQUVsRVFWUjRuT3pkZVZ3VTVlTUg4TTl3Q1lnZ0tDS0ttWGxmR1BqTE0vUE9Jdy9FNDJzZWtkblhJNitzdlBKTXMweFR2K29YTXpYUHBOUTByMUF6cnp5cGdCQXBVY2tiUExuUFpYZm45d2V2bmUrT3U4QXlITXV5bi9mcnhhdWRtV2RubmlYNTdEUFBQUE1NUUVSRVJFUkVSRVJFUkVSRVJFUkVSRVJFUkVSRVJFUkVSRVJFUkVSRVJFUkVSRVJFUkVSRVJFUkVSRVJFUkVSRVJFUkVSRVJFUkVSRVJFUkVSRVJFUkVSRVJFUkVSRVJFUkVSRVJFUkVSRVJFUkVSRVJFUkVSRVJFUkVSRVJFUkVSRVJFUkVSRVJFUkVSRVJFUkVSRVJFUkVSRVJFUkVSRVJFUlVZZ1J6VjRES3Q5YXRXenVMb3RoYkZNWE9naUIwQkZBYlFEVUE5bWF1V25taEZrVXhFVUM4SUFnWEFaek55TWc0R2hzYm0yYnVpbEhwWW5pU1VTMWJ0blMzdDdmL0NNQmtBSzdtcm84bEVVVXhReFRGalZxdGR0bVZLMWNlbTdzK1ZEb1lubVNnZGV2V1E3VmE3ZGVDSUxnTGdvQ1hYMzRaSFR0MmhMKy9QMnJYcm8ycVZhdkN6czdPM05Vc0Y5UnFOVkpTVXBDUWtJQ0lpQWhjdkhnUmYvenhCMFJSQklCVUFOTWlJaUsybWJlV1ZCb1lucVRQMXQvZmZ5V0FhUURRdVhOblRKczJEWFhyMWpWenRTeExmSHc4MXE1ZGl4TW5UdWhXYlltSWlCZ1BRRzNHYWxFSlkzaVNqcDIvdi84bUFHOVhxVklGOCtmUFIvZnUzYzFkSjR0MitmSmx6SnMzRDBsSlNRQndRQkNFWWVIaDRibm1yaGVWREZ0elY0REtCejgvditXQ0lMem42ZW1KelpzM3c5L2YzOXhWc25nK1BqN28yYk1uenA0OWk3UzB0Q1lBZkJJU0VnNmF1MTVVTXRqeUpMejg4c3NqYkd4c2RsV3RXaFhidG0xRG5UcDF6RjJsQ3VYUm8wY0lDZ3JDa3lkUEFHQktSRVRFZjgxZEp5bytocWVWOC9QenF5VUl3dCsydHJhdTY5YXRROXUyYmMxZHBRcnA2dFdyR0R0MkxISnpjelBVYXJWdmRIVDBQK2F1RXhXUGpia3JRT1lsQ01KL0FMZ09IejZjd1ZtS1dyUm9nUWtUSmtBUWhNcDJkbllielYwZktqNjJQSzJZcjY5dld6czd1OHZlM3Q3WXYzOC9IQndjekYybENpMDNOeGZEaHcvSDdkdTNvZEZvZWtWRlJmMXM3anFSY214NVdqRmJXOXRQQU9EZi8vNDNnN01NMk52YlkrclVxUUQrOTdzbnk4WHd0Rkt0V3JWcUxnaENyOXExYTJQQWdBSG1ybzdWZU8yMTEvRFNTeThCUUx2V3JWdXpuOFNDTVR5dGxLMnQ3YnNBRUJBUUFFRmc3MDFaRVFRQm8wZVBCZ0JvdGRyM3pWd2RLZ2FHcHhWcTNyeTVneWlLYjluWjJTRXdNTkRjMWJFNjNicDFnNzI5UFFSQjZQUGlpeTg2bXJzK3BBekQwd281T0RpOEpnaUNoNStmSDZwV3JXcnU2cFNJOFBCd25EaHhBbEZSVVVoT1RpNnc3SjkvL29rclY2NUFxOVdXVWUza1hGeGMwTGx6WndCdzgvRHdHR2lXU2xDeE1UeXRrQ2lLUFFHZ1k4ZU81cTVLaVFrSkNjSHMyYlB4emp2djRNaVJJL21XVTZ2Vm1EZHZIc2FNR1lOZXZYb2hKQ1NrREd2NVAxMjdkZ1VBaUtMNGhsa3FRTVhHcVhHc2tDQUkvWUc4aXhkbG9YUG56a2hQVHkvUmZZYUhoOHVXRXhJU3BOZjE2dFhMOTMwSER4NlV5aVlsSmFGVnExWWxXaTlUNlIyM2sxa3FRTVhHbHFlVmFkNjh1WWNnQ0UwOVBEd3ExR3hKOSsvZmwxN25GNTZabVpuWXVQRi80OU1IRGh5SXBrMmI0dlRwMDFpelprMnAxMUdmdDdjM3ZMeThJQWpDaTc2K3ZqWEs5T0JVSWhpZVZzYmUzdDRYQUJvMGFHRHVxcFNZeE1SRVpHUmtBQUFjSFIzaDdlMXR0TnczMzN5RHAwK2ZBZ0NxVkttQ3laTW5ZK25TcGZqb280K3dZOGNPWEw1OHVjenFEQUMrdnI0QUFEczd1MWZMOU1CVUluamFibVVFUVdnQ0ZIeHFXOUtPSFR1bW14d1lBTkNwMC8vT1ZHZk5tb1YrL2ZvWnZPZnUzYnNZT1hLa3RMeCsvWHEwYk5sU1ZtYm56cDNZc1dPSDdNS1BTcVhDNjYrL0xpdDMrUEJoM0wxN0Y3dDI3WkxXZmZUUlIzQjNkOGZBZ1FOeDRNQUJBTUNxVmF2dy9mZmZ3OGFtYk5vVVRaczIxYzM1MlJyQS9qSTVLSlVZaHFlVjBZVm5XWjZ5T3prNTVidk53Y0VCenM3T0J1c2RIZVVqZUNwVnFtUlFMak16RTRtSmliSjFXcTNXNkxxRkN4Y2lOemR2S3MwdVhicElnZTNyNjR1WFgzNFpmLzc1SitMaTRuRHc0RUVNR2pUSTlBOVhETFZyMXdZQWlLSll2MHdPU0NXS3ArMVdSaFRGUmdEd3dnc3ZtTHNxWmNMQndRR2ZmZllacmwrL0RnQndkM2ZIM0xsemtabVppUWNQSHVEcTFhdG8xcXlaVkg3VHBrMVFxVlJsVWpjdkx5L2RTK3Y0bjFIQnNPVnBmYndCb0hyMTZ1YXVSN0dOSHo4ZTQ4ZVB4OFNKRS9IYmI3OEJ5RHU5YjlPbURkcTBhUU90Vmd1MVdvMmpSNDlLNzBsUFQwZWZQbjJnVmh0L0lzYWpSNC93NDQ4LzRsLy8rbGVwMTkvTnpVMzNzbHFwSDR4S0hGdWVWa1lRaEpwQVhndXNvdEMxS2dHZ2NlUEdTRXRMay9wQjY5ZXZqOGFORzB2YmMzTno4dzFPbmExYnQ1Wko2OVBWTmUraHBJSWdNRHd0RUZ1ZTFxY3lBS1A5akpibzhlUEgwaDFGTldyVVFOV3FWUkVYRnlkdDkvVDBSSmN1WGJCczJUSjRlM3VqZHUzYThQTHlRbzBhTlZDdFdqVjRlSGpBdzhNRHJxNnVtRFJwRXA0OWU0WW5UNTRnTkRRVUFRRUJwVnAzdlg3ZC9EdUZxZHhpZUZvZkp3QmxNZ1hkWDMvOUpVMkNrWjhsUzVaZ3laSWxoZTVyN05peEJ1dkN3OE1OV3AwQWNPL2VQV21kbDVjWEJnNGNpUDc5K3hmNm1RY1BIb3lMRnk4aUtDZ0lYYnAwS2JST3hXVnZiNjk3eWZrQUxSREQwMHBWbEptVXJseTVJcjF1M3J3NUFPRG16WnZTdW5yMTZwbjhqUG14WThkaS9QanhKVnRCMDFTTS94bFdodUZwWlVSUnpCWUV3U1VuSjZkQ25Mci8rZWVmMG12ZFZmT29xQ2hwM1VzdnZZUUhEeDRVNlFMUTd0MjdwV0ZFcFVrM2RBcEFUcWtmakVvY3c5UDZaQUJ3eWNyS0t2WHdiTktrQ2M2ZE8yZXd2a2VQSHNqSnljdUxVYU5HR1czdG1USklYcTFXNCtyVnE5THlsU3RYNE8vdkw5MzNibU5qZzVZdFd5SXBLUWxaV1ZrbTE3dXNabHZTL1E1RVVjd3Vrd05TaWVMVmRpc2pDTUlqSUc5U2pOSm1ZMk1EWjJkbjJVOVdWcFlVR2dCUXMyWk5nekxPenM3NURwTFgvN0d6czVQMXFXN2V2QmxCUVVIUy9oczFhZ1FYRjVkUy81eEtwYWFtNmw0K00yYzlTQm0yUEsxUEFnRGZwMCtmbXVYK2R2M1RiQURGZmtiOHhJa1RVYU5HRFN4YnRneGFyVloycGIxNzkrNUczL1A4akV3QTBMcDE2MkxWUTRtVWxCUUFnQ0FJREU4THhKYW5sUkZGOFRvZ3Z5SmRsa0pEUTJYTCttTXdsUm84ZURDV0xsMXFjR0hJeDhlbjJQc3VUWThlUGRLOU5NLy9EQ29XdGp5dGpDaUsxd1JCd08zYnQ4djgyT0hoNFRoNzlxeTBYTDkrZlhoNmVwYkl2bjE4ZkdCblp5Y2JBRDkvL255a3BxYVcyK2ZSeDhmSEF3QkVVWXdycENpVlF3eFBLeU1JUWl5QU1nL1A2OWV2WThhTUdiTFpsVXJxcVowUEhqekF0R25Ua0owdHYrNmlWcXZ4K2VlZmw5bWt6MFYxN2RvMUFJQldxNDAwYzFWSUFZYW5sYkd4c1lrU1JWRTJGckswblR4NUVvc1dMVUptWnFhMHpzZkhCME9HRENuMnZtTmlZakJqeGd6WlRFb0RCZ3pBc1dQSG9GS3BVS2xTSlhUcTFBbS8vdnFydE4wYy9adkc2SVpVMmRqWW5EZHpWVWdCOW5sYW1mRHc4S2VpS041NCt2U3BiUGIxMHFEUmFEQnYzanpNbkRsVEZweVZLMWZHOHVYTERhNm9GOVV2di95Q3NXUEg2dmNkNHEyMzNzTENoUXV4YXRVcVZLNWNHVjkrK1NWZWVlV1ZZaDJuTkR4Ky9GajNPSkI3a1pHUjhlYXVEeFVkdzlNNkhRWmdkQXhtU2JLMXRjV0FBUU5rVCtqMDhQQkFjSEJ3aVZ3b2F0bXlKVHc4UEtUbGtTTkhZdXJVcVFDQTl1M2I0OGlSSStqUW9ZUEIrNXljbkF4K3lwcXUxU21LSWx1ZEZvcW43VlpJRUlRVEFENjRjT0VDM256enpWSTlWcHMyYmJCanh3NU1uejRkZGVyVXdadzVjMHlhRHE5eTVjcXlHZUdOelFMbDVlV0ZkZXZXWWRLa1NaZytmVHA2OWVvbDI2NmJ0ZWg1NTg4YjVsVlpuOHJyTHB3SmdoQmFTRkVxcDNoUHJSVjY4Y1VYSFQwOFBCN1oyOXU3bmpoeEFsV3FWQ24xWTZyVmFwUHZNUytxM054Yy9VazJqRzcvNTU5L3BHVmpyZDVuei80MzFOTGQzYjFVSDhXUm1abUpIajE2SURzN084UEd4cVpHZUhoNFp1SHZvdkxHMXR3Vm9MS1huSnlzOXZiMnJxUFZhbDl4ZDNlWEhrUldta296akd4dEMvNW5iR3RyaStyVnEwcy94dWpmdVZUYWs2Yjg4c3N2dW1jWEhZNklpTmhWV0hrcW45am5hYVUwR3MxbUFOaS9mNzlzK0JDVkxsRVU4ZTIzMytvVzE1bXpMbFE4REU4ckZSVVZGU21LNHRrN2QrN2crUEhqNXE2TzFiaDgrYkp1ZkdkRVpHVGsyY0xLVS9uRjhMUnVDd0RnNjYrLzFwOGVqVXFKV3EzR3VuVjVqVTJ0VnJ2WXpOV2hZbUtmcHhWNytQRGhIVzl2NzFkU1VsSWFpYUpZTHNkRFZpUzdkKy9HNGNPSElZcmloVC8vL0hPV3VldER4Y09XcDVWVHE5VlRBR1JzMzc0ZDBkSFI1cTVPaFhYejVrMnNYYnNXQUxLMFdxMVpwcXVua3NYd3RISlhybHk1cGRWcTMxZXIxWmd4WTRic2JoMHFHWW1KaWZqZ2d3K2dVcW1nMVdxWFJFVkZ4Wmk3VGxSOFBHMG5QSHo0TU1MYjI3dDJabVptNnpObnpxQkxseTVsTXZiVEdqeDkraFFUSjA3RW5UdDNBR0J2WkdUa05IUFhpVW9HVzU0RUFCQUVZUktBQXc4ZVBNRG8wYVB4KysrL203dEtGaTg2T2hxalI0L1dUZEI4TWpVMXRlQkhpWkpGNFIxR3BNL08zOTkvQzREUlFON3NST1BHallPM3Q3ZVpxMlZabmo1OWltKysrUVo3OSs3VmphSDlVUkNFZjRXSGgzTklRd1hDOENRRC92Nys0d0VzQitBcUNBSTZkZXFFN3QyN28zSGp4dkQwOUlTTGkwdXAzV3BwYVRRYURkTFQwL0gwNlZQRXhzYmk3Tm16T0hYcWxPNGhjaG1pS0M2TWpJeGNhZTU2VXNsamVKSlJ2cjYrTld4dGJUOERNRndRaE1ybXJvK0Z5UUt3WDYxV3o3NXk1VXJwenZ0SFpzUHdwQUkxYnR5NGlyT3o4eWhCRUxvQThBWGdDY0FObkpGTFJ5T0tZZ3J5bm9CNVJSVEZjeHFOWmtkMGRIVHBQNTZVaUtpby9QMzlSWDkvZjk2VVQyYkRxKzFFUkFvd1BJbUlGR0I0RWhFcHdQQWtJbEtBNFVsRXBBRERrNGhJQVlZbkVaRUNERThpSWdVWW5rUkVDakE4aVlnVVlIZ1NFU25BOENRaVVvRGhTVVNrQUtla0k0dmc1K2ZYSFVBZjNiSWdDQjhDZ0NpSytoTU5YNHFNak54WDFuVWo2OFE1R2NsU3FIV0JxVTkvblVhakNTemJLcEUxNDJrN1dZVEl5TWdMb2lnbUZsQWtWYTFXLzFSbUZTS3J4L0FrUzZFR3NMdUE3Yi9FeE1Tb3lxb3lSQXhQc2lUNzg5c2dpdUxlc3F3SUVjT1RMRVphV3RvNUFLblByeGRGTVNNcEtlbUFHYXBFVm96aFNSYmo1czJiT2FJby92RDhla0VRVHQyK2ZUdmJISFVpNjhYd0pJc2lpcUxCVUNTdFZzdmhTVlRtR0o1a1VSNC9mbndHUUliZXFxemMzRnlHSjVVNWhpZFpsUGo0K0V3QSt2MmJaMk5pWXRMTlZSK3lYZ3hQc2poYXJWYS8zNU1YaXNnc0dKNWtjYkt5c2s0Q3lCWkZVWldibTd2SDNQVWg2OFR3SklzVEd4dWJKb3JpRVVFUXprZEhSeWVadXo1a25YaHZPMWtrVVJUM0FLaHA3bnFROWVLc1NtYmk3KzkvRWtBM2M5ZURySnNvaXI5RlJrYTJOWGM5TEJGUDI4Mkh3VWxtSndoQ0czUFh3Vkx4dE4zTXdzUER6VjBGc2xLdFc3YzJkeFVzR2x1ZVJFUUtNRHlKaUJSZ2VCSVJLY0R3SkNKU2dPRkpSS1FBdzVPSVNBR0dKeEdSQWd4UElpSUZHSjVFUkFvd1BJbUlGR0I0RWhFcHdQQWtJbEtBNFVsRXBBRERrNGhJQVlZbkVaRUNERStpY2tLcjFlTFJvMGZtcmdhWmlKTWhXNEVwVTZaQXJWWURBRDc1NUJQVXFGR2owUGNrSnlmanl5Ky9sSlkvL2ZSVEFNRHUzYnVSbkp3TUFCZy9mcnkwZmZ2MjdZaUlpRURObWpVeFo4NmNBdmV0MVdyeDRNRUQzTDU5RzlldVhZT1RreE5HalJwVjVNOVYzdWttRzNaeWNzTDU4K2Z6TFhmMjdGa2NQWG9VWVdGaGNIWjJ4dUhEaDJGanczWk5lY2Z3ckdEUzA5T3hkZXRXdlA3NjYyamN1REVBNFBMbHk5QnF0UUFnaGVoUFAvMkVqSXdNOU8vZkgwNU9UZ2I3eWN6TXhOR2pSNlZsL2ZDOGMrY09BR0RNbURFSUR3OUgrL2J0Y2UzYU5ady9meDUxNjlZRmtEZERmb01HRGVEbTVvYUZDeGNpSlNVRlNVbEplUExrQ1o0OGVTTFZCd0RzN2UzUnMyZFBlSGw1U2V2Q3dzTHczbnZ2RmZ2M3NYNzllclJ0Kzc5SDlFeWJOcTNBSUZPcU9FOEV1SEhqQms2Y09BRUFTRTFOeFprelo5Q3RHNS9TVXQ0eFBDdVFodzhmWXVUSWtVaE9Uc2FGQ3hmdzdiZmZ3czdPVGhaVWRuWjJ5TTNOUlhCd01CNDllb1QxNjlkajBhSkZPSDc4dUZUbTg4OC9OK2w0ZmZyMFFYSnlNdmJzTVh4MCtwdzVjNUNjbkl4eDQ4Ymh5SkVqQmU0bk56Y1gyN2R2eDh5Wk0wMzhwQlZMLy83OThmWFhYMHYvbi9idjM4L3d0QUFNendxa1pzMmFxRnUzTHBLVGszSGp4ZzNzM0xrVGI3MzFscXlNdmIwOURoMDZKUFd0dWJxNm9sR2pSdmp3d3crbE1xYUdaKzNhdFpHY25JelRwMC9MMXYvenp6OTQ5dXdaQUtCZXZYb0c3N094c1VHdFdyWFFvRUVETkd2V0RLMWF0WUt2cjIrQnh4bzhlTEJKZFFLQWZmdjI1YnROOXpzcVNIWjJ0cXp2MGNIQkFkN2UzaVlmdjZpOHZMemc1K2NudFY2am9xS1FtcG9LVjFmWFVqc21GUi9EczRLWk5Ha1N4bzBiQndEWXRHbVRRUXRHbzlGZzgrYk4wdkxzMmJOUnFWSWxSY2Z5OC9ORFRFd01MbDY4S0R2bDFwMFdPenM3NDlWWFg1WFdWNnBVQ2Q5OTl4MXExYW9GZTN2N0loMXJ5cFFwSnBjdEtEd0w2NCs5ZE9rU2xpNWRLaTA3T2pwaTllclZhTlBHdElkTXhzWEY0ZUhEaDJqUW9JRzBMaXNyQ3pObnpzUUhIM3lBbWpXTlAycCsyTEJoYU5pd0lUcDI3SWovKzcvL2c0T0RnMG5ISS9OaGVGWXdyVnUzaHErdkw2NWN1WUtjbkJ4czNMaFJ0ajBrSkFTUEh6OEdBUFR1M1JzZE9uU1FXb2xGMWJ4NWN3QkFkSFEwWEZ4Y3BQVm56cHdCQUhUcjFrMFd6RFkyTm9XMit2TFRwVXNYUmU4ejFZTUhEN0IrL1hvY08zWk1XbGUxYWxXc1hyMGF2cjYrdUhuekpxNWR1NFpldlhvVkdQeEhqeDdGMXExYjBiTm5UOW42a3lkUDRzS0ZDNmhSb3didTNyMmI3L3UvLy83N2ZMZnhTYXZsQ3kvcFZVQ2pSbzJDaDRjSFB2endROW5wT0FEMDdkc1hMVnEwZ0x1N096NzY2S05pSGFkcDA2Ync5dmJHc0dIRGtKdWJLNjF2MHFRSnFsU3Bndjc5K3hkci8yWGh3WU1IK1B6enp4RVlHQ2dMVGlCdnhNR1lNV01BNUhWbExGeTRFUDM3OThlMmJkdVFtcHBxZEgvMzd0MERBS05mRXRuWjJkSjJzbnhzZVZaQVhidDJSWWNPSGVEazVDVDdJeGNFQVEwYU5NRFdyVnR4Nzk0OXVMdTdGK3M0ZGVyVWtTNEc2WjhPejV3NUUrKy8vNzdSRmxwYVdwclJmZG5hMnNMWjJUbmZZeFdsMVZYWTg4ZzFHZzB1WDc2TVBYdjI0T0xGaTdJTGFqWTJOckwrUnlDdkpmM25uMzhDQUo0OGVZSjE2OVpoOCtiTkdEUm9FTjU2NnkxNGVucEtaWFhoV0tkT0hXbGRwVXFWOE5wcnJ5RXNMQXdkTzNiRXlaTW5vVktwcE8zR1JqdFErY2Z3ckdBS0NnNVJGQTIycjF1M1RoclNWRlNUSjAvR3BVdVhaT3Z1M0xrak80WitDR1ZsWmVWNyt0MnFWU3RzMmJJbDMyTVZGb2ltdUhIakJyNy8vbnVjUG4wYUtTa3BCdHRmZXVrbHpKOC9IK25wNmJKNmQrN2NHVjkrK1NXMmJkdUdxMWV2QXNqN0xDRWhJZmpoaHgvUXYzOS9CQVVGb1ZhdFdrWmJualkyTmxpMmJCbHUzYnFGZXZYcW9WZXZYbmovL2ZlbDdhZE9uV0lmcHdWaWVKTFZpSStQeDRFREJ3eld1N3U3WS96NDhRZ01ESVN0clMwdVhyd28yeTRJQXJwMjdZcXVYYnZpMHFWTDJMaHhJNjVjdVFJQVVLbFUyTGR2SCt6czdEQnExQ2hrWm1aQ0VBVFVyMS9mNERqR1JoNlE1V0o0VmpEUDk3V3AxV284ZVBBQVFONnBzWStQajJ4N1FhZktoV25YcmgycVZhdUdXN2R1SVNZbUJnQlF1WEpsZE8zYTFXaDVRUkNrVTF6ZFJTc0FxRkdqQmp3OFBHUmxhOVNvZ1lDQUFNVjEwOStQVHZ2MjdlSG82SWpzN0d3QVFMVnExVEJ5NUVnTUhUclU1TjlEKy9idDBiNTllNXc3ZHc3cjE2L0g5ZXZYNGVibWhna1RKa2luOWo0K1BzWDZ2WkpsWUhoV01QdjM3NWN0Ly9QUFB4ZzZkQ2lBdkRHT3oyOEhvUGhxKzZoUm95Q0tJb0tDZ3FSMTFhdFh4NmhSbytEaTRnSnZiMjlaZjZLTGk0dDAxNUwrYWJqK25VdzY5ZXJWdy96NTh4WFZLejhPRGc1bzI3WXRuajU5aWlGRGhxQjM3OTVHVDVmZDNkM1J2bjM3QXZmVnFWTW5kT3pZRVQvOTlCUHM3T3pnNnVxS3hNUkVPRGs1S2U0R0ljdkM4S3pna3BLU3BOZVZLMWN1OGYzdjNidFhhblVDZVJkVWdvS0NVTDE2ZFh6enpUZXlpeUdGamUyOGZmdDJrUWJERjFWNGVEZysvZlRUUWx1RlRaczJ4WC8vKzk5QzkyZGpZeU1iVVJBUUVJQUJBd1lnUFQyOTJIV2w4by9oV1lFOGZ2d1lFeVpNa0szTHlzcVNYdCs1Y3dlQmdZRUc3OXUwYVpPaTQxMjdkZzJyVjY4R2tOZXEwMTFCMW5VVlRKa3lCZlBtelpQS1Y2bFNSZEZ4U3BLenN6UFMwdEpLYk54b1NFaUlyS1ZwWTJQRE80T3NCTU96QWxHcjFkS2tIY2JrNU9RVXVMMm9wa3laQXBWS0JVOVBUelJ2M2h4bnpweUJwNmNuaGd3WmdwVXJWeUl1TGc0N2QrNlV5aGMyTk1yZTN0Nmd6ell6TTlOb1MxSC9jOVN1WFJ0MmR2eW5UR1dMLytKSU1WMlh3SVFKRXhBV0ZpYXRIekZpQks1ZnY0NitmZnZpN05tejB2cmF0V3NYdUwvYXRXdkwrbVREdzhNeGFkSWtOR3pZRU4yN2Q1ZGRRTkx2TTEyN2RpMWVmUEZGeForanFPRmJrbDlBWkxrWW5oVklyVnExWk9NVDlhZDFFd1FCb2FHaFJ1ZnlWSHJCcUVPSERraFBUOGVBQVFOazRRa0FpeFl0Z2xhcnhjS0ZDNlYxUlIycXMyL2ZQdVRtNXVMaXhZdXd0YlhOOStwN1lmMmtodzhmUnExYXRmTGR2bUhEaGdLM1A2OGt4cHlTNVdONFZtRGZmUE9OOUxwRml4YjVUb0pjclZvMVJmZE42d2FHNXpkeDc4bVRKMlZEa3BvMWEyYnl2bS9kdWlYTmNRbmtEWXNpS2s4WW5oWFVvVU9IWklFNGNPREFJcjFmTnhheUlBVzF3SEp5Y2hBY0hDd3RPemc0NE9XWFh6YjUrUC81ejM5a3c1eUNnNE5SclZvMWd3azNBR0RBZ0FFRlhxVFJuN1NrUE1yS3lwSW1xYzZQbzZNalo1Y3ZaeGllRlZCVVZKUnNUazVQVDAvMDY5ZXZ3UGZjdW5VTGQrL2VoWU9EQTBSUnhJOC8vaWh0eSsvV3dlZXYzT3N1OWdRR0Jock1pZG1oUXdlVHA3Nzc4Y2NmRFdaN3o4ek14T3paczdGcjF5Njg4Y1lic20xdnZmVldvVjBDV3EwMjMvQ1pNR0dDV1M4NG1UTHg4Zk16NHBQNU1Ud3JtTGk0T0x6MzNudXlpU2VtVEpsUzZCakx1TGc0ekpvMXkraTIvQzcwRkhiaHhON2VYcHB0eWRTV2IyUmtKRmFzV0NFdDE2OWZIOTI3ZDhlbVRac2dpaUtpbzZNUkhSMHRlOCtRSVVOZ1kyTURXMXRiQ0lJQUlPOCtmbEVVb2RWcW9kVnFVYWRPSGFPM1pnS1E3c0FpS2dxZUIxUXc5ZXZYUisvZXZhWGxWMTk5MWFDbFpreEJNN24zN2R0WFVWMldMbDJLeXBVcm8ySERodWpVcVZPaDVYTnljckJ3NFVMazVPUUF5THZJOWZISEgyUDgrUEZZdTNhdE5IK29NVnF0RnJtNXVWQ3BWRkNwVk1qTnpZVmFyWlpPL1h2MTZxWG9NeERsaHkzUENtanUzTGxJVEV6RTNidDNzV1RKRXBQZVU2TkdEYmk3dXlNbEpRVzJ0cmF3dDdlSHU3czd1bmZ2THJ2OTB0anRuUVdwVnEwYXRGcXQxQ0lzU0tWS2xiQnQyellzWGJvVVo4NmN3Ymh4NDZSKzBnNGRPcUJEaHc2NGZ2MDZJaUlpY08zYU5hU2twQ0F0TFEwNU9UblFhRFRRYURUUWFyWFNmN1ZhTFVSUmhDQUlCWjRhRjNZMS9ubkZ2ZHJlcVZNblRteGNBUlQrTDVwS2hiKy92d2lVM3V6Z1dWbFpTRWxKeWZleEQrYW1lM3d4a0RkaisvTXVYTGlBRGgwNm1CUzZSYVZTcVdTUEloazllblNSN241YXYzNjk5UHBmLy9vWHFsV3JaclNjcnMvWHhzWkdOdWRuZWFIN0VvaUlpR0FPS01CZm1wbVVkbmdTRlliaFdUenM4eVFpVW9EaFNVU2tBTU9UaUVnQmhpY1JrUUlNVHlJaUJSaWVSRVFLTUR5SmlCUmdlQklSS2NEd0pDSlNnT0ZKUktRQXc1T0lTQUdHSnhHUkFneFBJaUlGT0orbm1mRkpqRVNXaVMxUE14RkY4VGR6MTRFSXdGVnpWNENJeXBDL3Y3K29teE9WeUJ6WThpUWlVb0RoU1VTa0FNT1RpRWdCaGljUmtRSU1UeUlpQlJpZVJFUUtNRHlKaUJSZ2VCSVJLY0R3SkNKU2dPRkpSS1FBdzVPSVNBR0dKeEdSQWd4UElpSUZHSjVFUkFvd1BJbUlGQkRNWFFFaVUvajUrWFVIMEVlM0xBakNod0FnaXVKS3ZXS1hJaU1qOTVWMTNjZzY4VEVjWkNuVXVzRFVwNzlPbzlFRWxtMlZ5SnJ4dEowc1FtUms1QVZSRkJNTEtKS3FWcXQvS3JNS2tkVmplSktsVUFQWVhjRDJYMkppWWxSbFZSa2loaWRaa3YzNWJSQkZjVzlaVm9TSTRVa1dJeTB0N1J5QTFPZlhpNktZa1pTVWRNQU1WU0lyeHZBa2kzSHo1czBjVVJSL2VINjlJQWluYnQrK25XMk9PcEgxWW5pU1JSRkYwV0Fva2xhcjVmQWtLbk1NVDdJb2p4OC9QZ01nUTI5VlZtNXVMc09UeWh6RGt5eEtmSHg4SmdEOS9zMnpNVEV4NmVhcUQxa3ZoaWRaSEsxV3E5L3Z5UXRGWkJZTVQ3STRXVmxaSndGa2k2S295czNOM1dQdStwQjFZbmlTeFltTmpVMFRSZkdJSUFqbm82T2prOHhkSDdKT3ZMZWRMSklvaW5zQTFEUjNQY2g2Y1ZZbE0vSDM5ejhKb0p1NTYwSFdUUlRGM3lJakk5dWF1eDZXaUtmdDVzUGdKTE1UQktHTnVldGdxWGphYm1iaDRlSG1yZ0pacWRhdFc1dTdDaGFOTFU4aUlnVVlua1JFQ2pBOGlZZ1VZSGdTRVNuQThDUWlVb0RoU1VTa0FNT1RpRWdCaGljUmtRSU1UeUlpQlJpZVJFUUtNRHlKaUJSZ2VCSVJLY0R3SkNKU2dPRkpSS1FBdzVPSVNBR0dKNVdheE1SRVJFUkVtTHNheFNLS0lqSXpNNldmb2xLcFZLVlFLeW9QT0JreWxiZzllL1pnMTY1ZHVILy9QbXhzYkhEa3lCRjRlWG1adTFvR1pzK2VqZFRVVkxSdTNScTllL2RHN2RxMURjb2tKQ1NnZi8vKzBuSlJKcTkrOE9BQlJvNGNDVjlmWC9UdjN4K2RPM2VHZzRPRHJJeFdxMFd2WHIwQUFKVXFWY0tSSTBjVWZob3Fhd3pQQ3FoejU4NUlUMDh2MFgwV0pUUThQVDF4Ly81OUFIbmhjUERnUVl3Yk44Nms5NWJHN09aZmZQRUZldlRvSVZ1bjFXcHg2ZElscEtlbkl5d3NERTJhTkRFYW5rcHB0Vm9zV0xBQWFXbHB1SERoQWg0K2ZJaU9IVHZDd2NFQldxMFdOalo1SjMyaUtDSXhNUkVBRElMMTd0MjcyTFJwRTBhTkdvWEdqUnVYV04yb1pEQThxY2dlUEhpQTk5NTdMOS90V3ExV3RyeDkrM2I4OU5OUCtaWmZ2MzU5aVFhWEtXSmpZNlV2R0h0N2V5eGR1aFNPam80RzVkUnF0V3c1TUREUTZQNVdyVnFGRjE5OFVWcis2cXV2OE9lZmZ3SUEzTnpjc0hyMWFqeDU4Z1RyMTYrSFdxM0d5cFVyODYzYjNidDNzWDM3ZGh3K2ZCZ2FqUWEvLy80N3RtL2ZYaTViNzlhTTRVbEZscHViSzdVc1RaR2RuVjFnK2R6Y1hLUHJIUndjWUd0clcrVDZBVUJXVmxhQjI4K2RPeWU5YnRXcUZmNzQ0dytUOW52bnpoMmo2M055Y3FUWEowK2V4TmF0V3dFQWRuWjJXTEZpQldyWHJvM0preWZqMHFWTEFJQ1FrQkNNR0RGQ3RnK05Sb001YytiZ2wxOStrWDBCUFgzNkZMdDM3OGJVcVZOTnFpT1ZEWVpuQlhUczJER0lvaWd0ZCtyVVNYbzlhOVlzOU92WHorQTlkKy9leGNpUkk2WGw5ZXZYbzJYTGxxVmIwVUlFQlFYQno4OFBBTkNpUlF0VXJselo1UGNXZHZwLzZ0UXA2WFhYcmwxTkRzL0NuRDE3Rm5QbnpwVisvek5tekVEcjFxMmgwV3VXMi8wQUFDQUFTVVJCVkdnd1pjb1UvUEhISDhqTnpjWGF0V3ZoNysrUGhnMGJTdS9WYURUNCtlZWZwV1ZYVjFlODhjWWJHRHAwS09yV3JWc2k5YU9Tdy9Dc2dKeWNuUExkNXVEZ0FHZG5aNFAxejUreVZxcFV5V2c1WTVROEFkU1V2czFObXpaSnJ3OGZQbHlrOEN6SXZYdjNjT1BHRFFDQUlBam8yclVyaGc4ZmJyUnNmSHk4eVJlTUVoSVM4T0dISDhxK3VJS0RnL0hsbDE4YXRLNXpjM014ZCs1YzdOeTVVN1plRUFUNCsvc2pJQ0FBUFhyMHdQcjE2NUdjbk16d0xJY1lubFN1L1BiYmJ3RHlRaXNnSUVCYUh4UVVWS1Q5dUxtNW9VV0xGbGk5ZXJWMGNVYm4wS0ZEMG10WFY5Y1M2MHYwOXZaR3JWcTE4T0RCQTJsZGFtcHF2dVZ2Mzc2TjFhdFhTOHQyZG5iWXYzKy8xUCtibTV1TGtKQVE3Tnk1RS9YcjE4ZXVYYnRnYjI5ZkluV2w0bU40VXJtaTYrT01qNCtYcmRkZGtTNks5UFIwZ3o1VGpVYURnd2NQR2kxdlNtdllXQm45MW1qZnZuMXg0c1FKdUxtNTVmdVRsSlNFWmN1V3dkL2ZINE1HRGNLQkF3ZWcxV3FoMFdoUXBVb1ZhVjkvL2ZVWE5CcU50TXpnTEY4WW5sUnNwVEc4cUNnWHBJcmk5T25UZVBic1dhbnNHd0FtVEppQUNSTW1GRnF1UVlNR1VuOXVyVnExY1AvK2ZZaWlpREZqeHFCMTY5YlFhclc0ZVBHaVZMNWR1M2FsVm1kU2h1Rko1WkorZUE0YU5Bano1czBya2YxdTJiTEZwSEs2TG9QTXpFelpSUnpkK2dNSER1VDdYbE8vVEhRdDFvRURCeUk0T0JoQTNxbjg3ZHUzWmVWc2JXMHhhTkFnay9aSlpZZmhXWUg4OWRkZkdEMTZkSUZsbGl4WmdpVkxsaFM2cjdGanh4cXMwLzJ4UHorTzA4Zkhwd2kxTkdUc2RGUS9QRXVxVC9MOCtmT0lqWTAxcWV6OCtmTUI1SFVmNkllbmJuMUI0VmxVUVVGQnNMR3h3YUZEaHhBZkh5OWRYSEoyZGtiOSt2VXhmdng0MUt0WHI4U09SeVdENFVsRnBqK0cwc0hCSWQ4K3hPTFFEODhOR3paZ3c0WU5pdmUxWjg4ZTFLOWZIdzhmUGl5SnFwbXNVcVZLZVBQTk4yWHJRa0pDWlBlN2k2S0lIMzc0QVU1T1RoZ3hZZ1NHREJraUs2OS9OeEtWTHd4UEtyS01qQXpwdFl1TFM2a2NveVQ3UEhYRHNKbzBhUUlnNzZwNFFrSkNnZS9KNzlTN0tQMjdEZzRPc21GT1FGNlE2NGVuVnF2Rjh1WExwZkw2NFhubXpCbXNXclVLTTJmT3hLdXZ2bXJ5Y2Fsc01Ed3JrQ1pObXNqdW5OSHAwYU9IZEFmTXFGR2pNSDc4ZUlNeVJSa2tuNUtTSXIxMmRuYkd2WHYzWk1PS2l1cjVzWk9wcWFsd2RIUTBlcnVrS2RScXRXeUlrRzdjYThPR0RTRUlBaVpNbUlDRkN4Y3FycStwMHRMU01Ianc0Q0svNy9yMTYxaXpaZzB1WDc0TUFKZzdkeTUyN05qQnNaN2xETU96QXJHeHNURVkyUDdzMlRQWnJZTTFhOVlzOWlCNS9Rc2FibTV1eGFpeGNhNnVyamh4NG9UaTkxKzhlQkZUcGt5UmxpdFZxaVQ5dDFPblR1amJ0Ni9SOEF3SUNJQmFyY2FOR3pmUXRHbFRBSGxmRktkUG53YVExemY3eGh0dkFDalpQazhkM1dRaVI0OGVsZlVyYXpRYW5EcDFDbVBHakNueFk1SnlETThLVGpjNWhVNmRPbldLdmM5YnQyNUpyNDFkeVBEMjlpN3cvUnFOQm84ZlB5NTJQZkx6L0J5YStsOE04K2ZQejdjUGNjYU1HWmd4WXdidTNMbURlZlBtb1ZtelpnZ0xDNVBDczNyMTZ0SUZJMU51NTNSemM1UGRCZ29VUE9PVldxMldUYURTcEVrVERCbzBDSDM2OUNteHU2dW81REE4SzdqUTBGRFpja2xNYmFZZnlBMGFORERZWHRpY2xQbWQ1Z2NGQmVIcTFhdkZxbHQ0ZURpeXM3T2xaVnRiVzlsQWVROFBqM3pmKzgwMzMwaGpLeWRObW9UUFAvOGNjWEZ4MHZaYXRXcEpyMDI1U0phU2tsTGtNYkRWcTFkSG56NTkwTDkvZjlTdlh4L0xsaTNEa1NOSDBMdDM3MUpwNVpOeURNOEtMRHc4SEdmUG5wV1c2OWV2RDA5UHoyTHRNelkyRm84ZVBaS1c5U2UyS0MvMHc3TW8vYVpqeDQ3Rjc3Ly9qdWpvYUtTbXBtTEtsQ215c05WZGNDb3REZzRPT0hyMHFLeGxmUDc4ZWV6ZHV4ZXJWNi9Hd1lNSE9TMWRPY0x3cktDdVg3K09HVE5teUNhcEdEQmdRTEgzZS96NGNlbTFzN016L1AzOVpXRmFIRzV1YmdXMkRFMTE5KzVkNmJYKzdZNkZjWFIweEgvLysxL01uRGtUWVdGaDBHcTFlUHIwcWJTOVpzMmFSUm82VktWS0ZXemJ0azIyYnZUbzBmayt6a09qMFVBUUJHazVLeXRMK3QwS2dsRHNMejRxV1F6UEN1amt5Wk5ZdEdpUjdJL1V4OGZIWUF4aFVhV2xwZUdISDM2UWxydDA2V0l3K3ptZy9IYk50V3ZYbWx3Mk1URVJhV2xwc0xPemc1MmRIZXp0N2FGV3EzSGt5QkhzM3IxYkt2ZkNDeThVcVE2aUtLSmJ0Mjc0NDQ4L1pQZVZBOERLbFN2eHpUZmY0T1dYWDBiVHBrM2g0K01EYjI5dlZLbFNCWjZlbmdaQmJXTmpJNXNnK2Rtelo3SldNWkRYcmVEczdJek16RXhvTkJxY1BIa1MzYnQzUjI1dUx2YnQyeWRkT0dyU3BBbkhlNVl6RE04S1JLUFJZT0hDaFRoNjlLaHNmZVhLbGJGOCtYTEZRMzkwN3QyN0ovdmo3OU9uVDdIMlZ4em56cDNENHNXTEN5M1h0V3ZYUXN0Y3YzNGR2Lzc2SzM3Ly9YZjgrZWVmQnJQSDYwdE9Uc2FaTTJkdzVzd1phWjJOalExMjdOZ2hYYUhYcDlWcThkWmJieUUzTnhjUEh6NlV3bEEvYUJzMWFpVDFJOCthTmN2b2NUdDI3RmpvNTZDeXhhK3lDc1RXMWhZREJneEExYXBWcFhVZUhoNElEZzR1a1F0RnpabzF3NElGQ3dBQWZuNSs2TkNoZzlGeU5XclVLUENuV3JWcXhhNkx2Nzkvb1dXYU4yOXUwdmhUVVJUeHpUZmY0STgvL3BBRnA3dTdPejc0NEFOczNyd1pyNzMyV3I0dHYvNzkreHNOVGlBdldEMDlQWEh6NWszWlZYYmRwQ0FBTUhYcTFBTG5UbTNTcEluQnJQTmtmbXg1VmpCdDJyVEJqaDA3TUgzNmROU3BVd2R6NXN4QjllclZDMzFmNWNxVjhmcnJyMHZMN3U3dVJzdjE2OWNQang0OUtuQ1duK2RidnM4cjdxQjZJRy9JbFllSGg5R3A2cnk4dk5DelowK01Iei9lYUxmQzh4bzNib3lwVTZmaXl5Ky9oQ0FJOFBYMXhjQ0JBOUduVHgvcC9YNStmbmoyN0JsT25EaUIzMzc3RFpHUmtVaE5UWVd6c3pNbVRacFU0UDdidG0yTHk1Y3Z3OGJHQms1T1RtalpzaVZtejU0dGJXL1ZxaFgyN2R1SFU2ZE9JU0VoUVJwcTVlenNqRWFOR3FGcjE2NG1mUTRxVzBMaFJhZzArUHY3aTRDeVdkaE5vVmFyWVdkWE50K05vaWpLN25jM2RRYjY0a3BQVDVjdXN1aUdKRGs0T0pqVU42aWJ3ZDNSMFJGRGh3NkZLSW9JRFEzRi8vM2YvNWw4UmZ2cDA2Zkl5TWl3MkR0L2RIM1RFUkVSekFFRitFc3prOUlPVDZMQ01EeUxoMzJlUkVRS01EeUppQlJnZUJJUktjRHdKQ0pTZ09GSlJLUUF3NU9JU0FHR0p4R1JBZ3hQSWlJRkdKNUVSQW93UEltSUZHQjRFaEVwd1BBa0lsS0E0VWxFcEFEbjh6UXpwWStzSUNMellzdlRURVJSL00zY2RTQUNVTHhuUFJPUlpmSDM5eGQxYzZJU21RTmJua1JFQ2pBOGlZZ1VZSGdTRVNuQThDUWlVb0RoU1VTa0FNT1RpRWdCaGljUmtRSU1UeUlpQlJpZVJFUUtNRHlKaUJSZ2VCSVJLY0R3SkNKU1FEQjNCWWhNNGVmbjF4MUFIOTJ5SUFnZkFvQW9paXYxaWwyS2pJemNWOVoxSSt2RStUekpVcWgxZ2FsUGY1MUdvd2tzMnlxUk5lTnBPMW1FeU1qSUM2SW9KaFpRSkZXdFZ2OVVaaFVpcThmd0pFdWhCckM3Z08yL3hNVEVxTXFxTWtRTVQ3SWsrL1BiSUlyaTNyS3NDQkhEa3l4R1dscmFPUUNwejY4WFJURWpLU25wZ0JtcVJGYU00VWtXNCtiTm16bWlLUDd3L0hwQkVFN2R2bjA3Mnh4MUl1dkY4Q1NMSW9xaXdWQWtyVmJMNFVsVTVoaWVaRkVlUDM1OEJrQ0czcXFzM054Y2hpZVZPWVluV1pUNCtQaE1BUHI5bTJkalltTFN6VlVmc2w0TVQ3STRXcTFXdjkrVEY0cklMQmllWkhHeXNySk9Bc2dXUlZHVm01dTd4OXoxSWV2RThDU0xFeHNibXlhSzRoRkJFTTVIUjBjbm1icytaSjE0Ynp0WkpGRVU5d0NvYWU1NmtQWGlyRXBGNU8vdmZ4SkFOM1BYZzZpOEVFWHh0OGpJeUxibXJrZFo0Mmw3MFRFNGlmUUlndERHM0hVd0I1NjJLeFFlSG03dUtoQ1pYZXZXcmMxZEJiTmh5NU9JU0FHR0p4R1JBZ3hQSWlJRkdKNUVSQW93UEltSUZHQjRFaEVwd1BBa0lsS0E0VWxFcEFERGs0aElBWVluRVpFQ0RFOGlJZ1VZbmtSRUNqQThpWWdVWUhnU0VTbkE4Q1FpVW9EemVSSUFJRFkyRmkrKytDSXFWYXBrc0UycjFlTG16WnRvMUtpUjBmZEdSVVdoV2JObXNMZTNMKzFxV3FVblQ1N2d4bzBiMHJLYm14dWFOMjl1eGhvUndQQzBhQWtKQ2RpMmJSdmMzZDNoN3U2T25qMTd3c1BEUTlxZWtaR0JxMWV2b20zYi9KK1FrSk9UZzYrKytncTdkdTFDNzk2OXNXVEpFdG4yeE1SRWZQenh4NGlJaU1DQ0JRdlFyMTgvMmZaNzkrNWgzTGh4OFBEd3dLaFJveEFZR0Fnbko2ZVMvYURsbUZhcnhmVHAwL0hiYjc5SjZ3SUNBakJyMXF3UzJYOXFhaXJHangrUE8zZnVTT3RtenB6SjhDd0hHSjdsbkZhcnhZQUJBK0RpNG9JYU5XcGc0c1NKYU5xMEtZQzgyZXgvK09GL2p6RHYyYk9uOURvbEpRV1RKMC9HMzMvL2piRmp4MkxDaEFrUUJNTkhWbTNZc0FFN2QrNEVBSVNHaHFKcDA2WVlNV0tFdEgzTGxpMzQvZmZmQVFDTEZpMUNkblkyaGd3WkltMWZzMllOMUdvMUhqOStqRldyVnNIR3hnWnZ2dm1tdEwwMFpoci80b3N2MEtOSEQ4VEZ4V0hZc0dFbHZuOEFDQWtKUWVQR2pRc3NvOVZxTVgvK2ZKdy9mMTYyL3VUSmszanp6VGZ4d2dzdkZLc09hclVhTTJmT2xBVW5BS3hmdng0dnYveHlvZldqMHNVK3ozTHU2dFdyU0VoSXdJMGJOM0Rod2dWWnl6STZPbHA2N2VQakk5dTJjZU5HL1BYWFh4QkZFWnMzYjhhTUdUT1FuWjF0c1A5MzMzMFh0V3JWa3BiWHJGbURxMWV2U3N2VHBrM0RLNis4QWdBUVJSRXJWcXpBUC8vOEF3QUlDd3ZENmRPbnBiSzllL2VXQldkRmxwcWFpcWxUcCtMWXNXTUcyNTQ5ZTRaMzNua0hVVkZSaXZldlVxbnc4Y2NmUzE5Y0FHQmprL2ZubXA2ZWpzbVRKMHYvSDhnOEdKN2wzSVVMRjZUWGRldldoWmVYbDdRY0dSa3B2VzdWcXBYc2ZlKy8vejY2ZCs4dUxaOCtmUm9yVnF3dzJIL2x5cFh4NmFlZlNuK1lhclVhYytiTVFWcGFHZ0RBM3Q0ZXk1Y3ZSOTI2ZGVIcDZZbE5temJocFpkZWdrcWx3dWVmZnk3dHAzSGp4bGl3WUVHQm44WEJ3UUZPVGs2S2ZveXh0N2RIM2JwMUMveng5dmFXdmNmRnhhWFE5OVN0VzlkbzM2L09oUXNYTUh6NGNGeTZkRWxhMTZGREJ5eGR1aFMydHJZQWdLU2tKUHo3My8vR3hvMGJvVktwQ3Z5OVBDODFOUlVUSjA3RXlaTW5wWFdkT25WQ2NIQXdIQndjQU9SMXB3UUZCZUhNbVRORjJqZVZISjYybDNQNkxic09IVHBJcjVPVGsyVXREMTlmWDluNzdPM3RzV3paTWl4WXNBQkhqeDVGdzRZTk1YWHFWS1BIYU5XcUZZWVBINDZRa0JBSWdvQTJiZHBBRUFRRUJnWktaZExTMGlBSUFoWXRXZ1FBeU03T3hxTkhqNlR0VDU4K2xWcWQzdDdlQ0E0T05qaE9VRkFRL1B6OEFBQXRXclJBNWNxVlRmMDFHRDM5ZitHRkY3Qi8vLzRDMy9mdHQ5OWk5ZXJWMHZLOGVmTmszUnRGOGZmZmYrT3JyNzZTZmFFQndPdXZ2NDdGaXhmRDN0NGVWYXBVd2V6WnM1R1ptUW1OUm9PdnYvNGFodzRkd2p2dnZJTytmZnZDMGRHeHdHUEV4TVJnL3Z6NXNsUDFGaTFhWU5teVpYQjBkTVNubjM2SzJiTm5RNnZWSWpNekV4OTk5QkdDZ29Jd2J0eTRBZ09mU2g2ZjIxNUUvdjcrSWxCMlQ4OHNyYWNUTGxteUJIMzc5cFdXczdPejhjRUhIMkRNbURIU2FiclNZL3Y0K09EZ3dZTUY3dVB3NGNPeTdvTEM2TzlIMStkWkdLMVdpNENBQUR4NDhBQUEwS0JCQTN6MzNYZFNLOXNVMmRuWk9IUG1EUGJ2MzIvdy85ek96ZzVUcDA3RnlKRWpaZXYvK2VjZnpKNDlHM0Z4Y2JMMUxpNHU2TnExSzE1NzdUWDQrL3VqYXRXcTBqYVZTb1d2dnZvSzMzNzdMYlJhcmV4enIxeTVFbGxaV2FoUm93WUE0UGp4NDFpMGFKR3NSZXZ0N1kyUFB2b0lYYnAwTWZtemxRVGQvNWVJaUFpcnl4S3IrOERGVlZIRHN5U1ByUitlR28wR0FCQWZINCtBZ0FDcGpINy9yQ2swR2cxYXRHaUIxYXRYdzhiR1JuYnhLems1R2UrODg0N0JlOVJxdFJTY0FPRHE2Z3AzZC9jQ2o3TnExU3E4K09LTEFJQkRodzVoMmJKbHlNbkpNVnJXMmRrWm5wNmVScmZsNXVZaVBqNCszK1BNbURFRHc0Y1BoMHFsd3FGRGg3QjkrM2FEOHIxNzk4YjgrZk94YTljdWJOeTRFZSsvLzc3VXVvK0tpc0wwNmRPUmtwSWllMC96NXMweFlzUUk5T2pSQTNaMnBYOWlhYzNoeWRQMmN1NzVQanNnTDBnZVAzNHNMYnU1dWNIWjJibEkreldsdkxFdmlGZGVlVVZxR2MyZlAxOFdpTWJvK2dDZkQ0YkV4RVJUcXlwSlQwK1g5cWRQbzlFWVhKRTJKalUxRmFtcHFRV1cwUS9LTGwyNllOMjZkYkoxWGw1ZVVuZEZabVptb2NldFg3OCtFaE1Ua1pTVUpLM3o5UFJFWUdBZ1ltTmpNVzNhTkR4NThrVDJIa2RIUjd6Ly92c1lPblFvMXExYmgyM2J0Z0VBVnE1Y0NWZFhWN3p4eGh0bzFhb1ZRa0pDc0hqeFlvU0ZoVW52alltSndkeTVjM0hod2dXRFlXZFVzaGllNWR5UkkwY00xaDArZkZqcWV3U0FUWnMyb1g3OStrWGVkMmhvS09iUG4yK3d2cUJXdGY0cHBiRWd5OC85Ky9lTFZybHl3TlhWRldQSGpzV0tGU3ZnNmVtSjBhTkhZK2pRb1dqZnZyM0orK2pVcVJQR2p4K1BFeWRPNE9qUm8vajk5OTh4Y09CQU9EZzRvR0hEaG1qVXFKRXNQRnUyYklsUFB2a0VkZXZXQlFDTUhUc1c1ODZkUTF4Y0hFUlJ4S2VmZmdvZkh4KzBhdFVLTld2V1JIQndNUGJ0MjRmLy92ZS8wa1UrRHc4UFRKOCt2V1IvR1dTQTRXbGhSRkZFU0VpSXROeXlaVXRGd2FtRVdxMldMUmZsdEZBL1BBY05Hb1I1OCthVldMMmVkK0RBQWRTcFU4ZWtzcG1abWVqVXFWTysyd01EQStIdTdvN3UzYnRMbjFkSmw4MGJiN3lCTjk1NFE3cndCdVFOUGZya2swOHdiTmd3Mk52YlkvTGt5ZWpUcDQrc1M4TFoyUm1yVjYvR2lCRWprSjZlRGpjM04yUmxaVW5iQlVIQWtDRkQwS3RYTDN6NzdiZjQ3cnZ2c0hqeDRpSjNpMURSTVR3dHpObXpaM0g5K25WcE9UbzYydVMrU1FjSEI5bndtdnlvVkNxVFdsZno1czNMTndRLysrd3o5T3JWUzFyV0QwLzk0VlpsNGUrLy81YXUvZ3VDZ0hYcjFwbjhYZ2NIQjRTSGh4Y2FtQjkvL0RGVUtoVSsrT0NEUXZlNWR1MWE2Ylc3dXpzMmJOaUFPblhxU01PUW5sZTdkbTBzV0xBQXYvNzZLejc2NkNOVXFWTEZvRXlWS2xVd2NlSkVqQmt6cHRBcitsUXlHSjRXUktQUnlQN3dpcXRIang1bzI3WXRybDY5YXRJZmZYSG9oK2VHRFJ1d1ljTUd4ZnZhczJkUGtWcmJUNTQ4a2I0MGl0TFZvTE52Mzc1Q3kzejg4Y2RRcTlVbWZUbUpvaWhiam82T1JsQlFrRWwxMFIvN21aL243M2lpMHNId3RDQTdkKzQwZW9GQzF6OW1qSDc1NXlmdWNIQndRTFZxMWVEbTVpWmJMd2lDMFgybXA2ZmoyYk5uMHJLUGowKytZZVRpNGlKYkxzayt6NksyclBRdkVoWDF3bHBaVUt2VnNsTnhzZ3dNVHd0eDY5WXRiTnk0MGVpMnQ5NTZ5K2hWN3gwN2RtRE5talhTc3JIaFBNYlkyOXNiSFh6KzRZY2Z5dTVvZWZYVlYvSDIyMi9uTzF4SEp6VTFGWTZPam9wUEo5VnF0U3dBaXpyeGlQNFhTSEg3QWsrZE9nVW5KeWRrWldXaFc3ZHVCWmJWbmVxYjJnMUNsb1hoYVFGeWNuSXdaODRjMlpDWnhvMGJJelkyRmdDd2ZQbHlOR3pZVURiVHpwRWpSMlNuK0sxYXRjTG8wYU1WMStIWXNXTUd0d0orLy8zMzJMOS9QL3IxNjRlZ29DRDQrUGdZZmErcnF5dE9uRGloK05nWEwxN0VsQ2xUcE9XaTNrbWpmMzk0dlhyMUZOY0R5UHRpY1hCd01MaDRWaHhEaGd5UlRiWmlxaDA3ZG1EZHVuWFNDQWhCRURCeDRzUVNxeGNWalBlMmwzT2lLT0tUVHo2UnplZllwMDhmYk42OFdicWluSk9UZzhtVEorUGF0V3NBZ0czYnRtSFJva1ZTMzVxbnB5ZVdMMSt1cUw4UE1Cd2FwVStsVW1ILy92MElEQXpFNHNXTGtaQ1FvT2dZQlhuKzN2Q2l0R0N2WDc4dW0wREZ3OE5ETnR5cXZGbTllalVtVDU2TUN4Y3VHUFNONm1Sa1pHRFdyRmxZczJhTjlGa2NIUjN4eFJkZllPellzV1ZaWGF2R2xtYzV0MjdkT2h3L2ZseGE5dkx5d3N5Wk0rSHM3SXpseTVmajNYZmZSVVpHQmxKVFUvSHV1Ky9DMTlkWE5tamF6YzBONjlldlIvWHExWXQ4N0FjUEhtRGR1blVHcmNaUFAvMFVXVmxaQ0E0T1JuSnlNb0M4aTFrSER4NUVhR2dvSmsrZWpGR2pSaUVvS0VnMlE1TVM0ZUhoc3RtZ2JHMXRUZjRTVUtsVVdMcDBxV3pkL3YzN2NmbnlaUXdkT2hRQkFRRmxjaGVPcWNMQ3dyQnIxeTZJb29oTGx5N2hoUmRld0lnUkk5Qy9mMy9wQytQS2xTdVlOMitlN000cFQwOVByRjY5V3BxcWtNcEcrZm1YUXdZMmJ0eUk3ZHUzUzh1NkdZNWNYVjBCQUkwYU5jTGF0V3N4YWRJa1pHZG5JeXNyU3hhY1hsNWVXTGR1SFY1NjZhVUNqL044UzB5cjFTSWhJUUhEaHc5SFptYW1iTnUwYWRQUXAwOGZBSG56aDI3WXNBRjc5dXlSN2FOTm16YktQbkErOU1QVFdLdXphdFdxMHB5a1FON25mdmp3SVJZc1dHQTB2T1BqNDdGbXpScDgvZlhYNk4rL1AzYnMyQ0hOdlZuWVpDV2ZmZllaYkcxdHBkdE9DM0x0MmpWa1pXWGg1czJiaFpZRjh2cTFxMVNwSXZYdjNyMTdGOHVXTGNQNjllc3haTWdRaUtLSTdkdTN5MzdYL3Y3KytPS0xMeml1MHd3WW51WFk1Y3VYWmN1elo4OUdpeFl0cE9YVTFGUkVSMGZEMmRuWjZGeWRucDZldUhYckZtclhycDN2cWU2REJ3L3cyV2VmeWRiTm16Y1BpeFl0d3FwVnF6QjkrblJrWldYQnlja0o4K2JOUSsvZXZhVnlWYXBVd1l3Wk05Q25UeDhzWHJ3WWNYRnhtRFJwa3ZTNERqYzN0eEw1bzc1Nzk2N3NtTSt6dGJWRnMyYk5vTlZxRVJVVmhSVXJWdURJa1NPeTAzMHZMeS84KzkvL1JraElpRFFiVlhaMk52YnUzWXQ5Ky9haGMrZk9HRE5tVEtFenRCODlldFRrZXA4NGNVSzZ0VkxIenM0dTM0bEpoZzhmamdFREJtRGZ2bjNZc1dPSGRBdHJhbW9xdG16WllsQisxS2hSbURwMXF1THVHQ29laG1jNTFxRkRCMmxDM1lrVEp5SWdJQUJxdFJwaFlXRUlEUTNGcVZPbkNwd3I4dXJWcTVnMWF4WWNIQnpnNys4UFB6OC90R3paRWcwYU5FQzFhdFVRRXhPRHFWT25TcWZlT3NlUEg4ZTFhOWN3ZXZSb3pKMDdGOGVQSDhlTUdUTlF1M1p0bzhkcDBhSUZ0bS9mamtPSERxRnYzNzdTL29veUpqVXhNUkZwYVdtd3M3T0RuWjBkN08zdG9WYXJjZVRJRWV6ZXZWc3Fwejg3ZTF4Y0hDSWpJM0gzN2wzY3VIRURNVEV4eU1qSU1OaTNsNWNYZ29PRFVhOWVQUVFFQk9Ea3laUFl0R21UMUNMVWFyVTRmZm8wVHA4K2pWZGVlUVgvL3ZlL1MyUkNsZ1lOR2hpczY5aXhvOUVaL1hXY25aMHhldlJvREJzMkRELysrQ08yYnQyS3AwK2ZHcFR6OGZGQng0NGRpelJERkpVc3E1c0pwYmpLY2xhbHFLZ292UFBPTzNqNzdiZlJ0V3RYN05tekIrZk9uY3QzY290MjdkcWhRNGNPMkw1OXUydzg1dk5zYkd5d2UvZHVYTDkrSFhQbnpwWFd1N3E2NXJ0dkd4c2IyTm5aU1gvNG9paENGRVZvTkJxakYyRDY5ZXVIVHo3NXhPVFBldkRnUVN4ZXZMalFjck5telpJZXZaR1FrSUEzMzN4VHVxZmJtSzVkdTJMdTNMa0dzeW1Kb29oZmZ2a0ZYMy85Tlc3ZHVtWHd2dURnWUxScjF3NkFmSGFwYytmT3dkbloyZUMyenZEd2NJTjFPM2Jzd09MRmkxR3BVaVc0dWJtaFpjdVdHRFZxVkpIR21xcFVLdXpkdXhmYnRtMHpPcG5LaHg5K0tIdHNTbG5qckVwVUxqVnIxZ3dmZlBBQlJvNGNpVnUzYnVINDhlTkdoOGgwNk5BQmI3Lzl0dlFQZWRDZ1FkaXpadzkyNzk0dG0zMUpaOWl3WVhqcHBaZFFxMVl0S1FqOC9mM3huLy84Qit2WHI4ZnUzYnNOcnZScXRkb2l6WWhlMFAzaXh2ajcreGRhcG5uejVyTHhyTjdlM3BnOWU3YnNDd0RJRzdMVHJsMDdqQmt6SnQ4V3BDQUk2Tm16SjdwMzc0N0Rody9qNjYrL2xtWkxhdHUyclJTY2dQd09JOTBZVTJkblo5bEQzL0tycjM2cldRa0hCd2VNSERrU2d3Y1B4dTdkdTdGdDJ6YnBDNjU1OCtiNDE3LytWYXo5azNKVzkyMVJYR1U5bjZlK3RXdlhTaGVRcWxhdGlyNTkrMkxRb0VINVhoQlNxOVU0Zi80OGpoMDdodlBuenlNckt3dXVycTQ0ZVBDZ2RORnA0Y0tGU0VoSXdOcTFhNlYrMGV2WHIrT25uMzVDZEhRMGtwS1NwRm5SZGExTVhVdFQ5MS85b0JVRUFYWjJkZ2dORFMzU1RQRkEzZ1VvWTYwckx5OHY5T3paRStQSGp6ZmFhbnZ2dmZjUUZSVUZYMTlmZE96WUVUMTY5RURObWpXTGRHeVZTb1ZkdTNZaEpDUUVXN2R1elhmTWFrR010VVpMV2taR0JyNzk5bHZzMzc4Zm16WnRLdlpENW9yTG1sdWVWdmVCaTh1YzRabVJrWUYxNjliaHRkZGVRNXMyYllvMHpFYXRWaU02T2hwYXJWYldHb3VMaTRPM3QzZTV1RzB4UFQwZEdvMEdnaUJJUTVJY0hCd0s3ZGZMek14RXBVcVZTdVRDU1c1dWJyR2VQNjkvRmI0MEwrUm90ZHB5MGQvSjhDU1RtVE04aWNvYmF3NVA4MzkxRVJGWklJWW5FWkVDREU4aUlnVVlua1JFQ2pBOGlZZ1VZSGdTRVNuQThDUWlVb0RoU1VTa0FNT1RpRWdCaGljUmtRSU1UeUlpQlJpZVJFUUtNRHlKaUJUZ1pNZ0tsY1JqR29qSWNySGxXVVNpS0JZOGZUaVI5U25lODZXSnFPejQrL3VMdXJsVmljeUJMVThpSWdVWW5rUkVDakE4aVlnVVlIZ1NFU25BOENRaVVvRGhTVVNrQU1PVGlFZ0JoaWNSa1FJTVR5SWlCUmllUkVRS01EeUppQlJnZUJJUktjRHdKQ0pTZ09GSlJLUUF3NU9JU0FHR0p4R1JBZ3hQSWlJRkJITlhnTWdVZm41KzNRSDAwUzBMZ3ZBaEFJaWl1Rkt2MktYSXlNaDlaVjAzc2s1OEFCeFpDclV1TVBYcHI5Tm9OSUZsV3lXeVpqeHRKNHNRR1JsNVFSVEZ4QUtLcEtyVjZwL0tyRUprOVJpZVpDblVBSFlYc1AyWG1KZ1lWVmxWaG9qaFNaWmtmMzRiUkZIY1c1WVZJV0o0a3NWSVMwczdCeUQxK2ZXaUtHWWtKU1VkTUVPVnlJb3hQTWxpM0x4NU0wY1V4UitlWHk4SXdxbmJ0MjlubTZOT1pMMFlubVJSUkZFMEdJcWsxV281UEluS0hNT1RMTXJqeDQvUEFNalFXNVdWbTV2TDhLUXl4L0FraXhJZkg1OEpRTDkvODJ4TVRFeTZ1ZXBEMW92aFNSWkhxOVhxOTN2eVFoR1pCY09UTEU1V1Z0WkpBTm1pS0tweWMzUDNtTHMrWkowWW5tUnhZbU5qMDBSUlBDSUl3dm5vNk9na2M5ZUhyQlB2YlNlTEpJcmlIZ0ExelYwUHNsNFdQYXVTdjcvL1NRRGR6RjBQSWpLTDh4RVJFWjNNZFhCTFAyMW5jQkpacjFmTmVmQUtjZG9lSGg1dTdpb1FVUmxxM2JxMXVhdGc4UzFQSWlLellIZ1NFU25BOENRaVVvRGhTVVNrQU1PVGlFZ0JoaWNSa1FJTVR5SWlCUmllUkVRS01EeUppQlJnZUJJUktjRHdKQ0pTZ09GSlJLUUF3NU9JU0FHR0p4R1JBZ3hQSWlJRkdKNWxLRFkyRmprNU9VYTNhYlZhWEw5K1BkLzNSa1ZGSVRjM3Q3U3FSbFpDcFZKSlAxUThGV0l5NU5LVWtKQ0FiZHUyd2QzZEhlN3U3dWpac3ljOFBEeWs3UmtaR2JoNjlTcmF0bTJiN3o1eWNuTHcxVmRmWWRldVhlamR1emVXTEZraTI1NlltSWlQUC80WUVSRVJXTEJnQWZyMTZ5ZmJmdS9lUFl3Yk53NGVIaDRZTldvVUFnTUQ0ZVRrVkxJZnRKaWVQSG1DNE9CZ2RPellFVzNidG9XcnE2dHN1MGFqd1pVclZ4QVdGb2F3c0RBTUhUb1VmZnYyTlhuL3ExYXR3czJiTjFHM2JsM1VyVnNYdzRZTmc0Mk40WGYvNHNXTGtaT1RnM2J0MnFGang0NnkvMWZsUlZaV0ZyWnUzWXFjbkJ4TW56NjlXUHRLU0VqQWdBRURwT1hmZi84OUVGMXhHUUFBSUFCSlJFRlUzN0xQbmozRDY2Ky9MaTMvOXR0dnNMVzFMZlFZMDZaTmsxNHZYTGl3ME4vcHZYdjNzSDc5ZW1uNTg4OC9ML1FZbG9qaGlieFczNEFCQStEaTRvSWFOV3BnNHNTSmFOcTBLWUM4V2VwLytPRi9qd252MmJPbjlEb2xKUVdUSjAvRzMzLy9qYkZqeDJMQ2hBa1FCTVBIUW0zWXNBRTdkKzRFQUlTR2hxSnAwNllZTVdLRXRIM0xsaTNTUC9wRml4WWhPenNiUTRZTWtiYXZXYk1HYXJVYWp4OC94cXBWcTJCalk0TTMzM3l6Wkg4SnhmVHp6ei9qOE9IRE9IejRNQndkSGZIenp6K2pjdVhLMG5hVlNvWHAwNmNqTFMwTkFKQ2Ftb28rZmZvWS9YMFpjL2JzV2R5L2Z4OWhZV0ZvM3J3NWhnOGZibEFtTXpNVFI0OGVoVXFsd3JGangvREZGMStnUjQ4ZStlNnpOR1lqTCt5WXg0OGZ4NW8xYS9EbzBTTUFnS09qSXlaT25LajRlS0lvUXF2VktuNi9LYzZmUHkrOXpzN09MclI4Y25JeWZ2NzVaMm01b29ZblQ5c0JYTDE2RlFrSkNiaHg0d1l1WExnZysyYU5qbzZXWHZ2NCtNaTJiZHk0RVgvOTlSZEVVY1RtelpzeFk4WU1vLys0M24zM1hkU3FWVXRhWHJObURhNWV2U290VDVzMkRhKzg4Z3FBdkQrR0ZTdFc0SjkvL2dFQWhJV0Y0ZlRwMDFMWjNyMTdHdzFPalVhRGt5ZFA0dU9QUDBaQVFBQmVmZlZWdEd2WERuMzc5c1djT1hNUUdSbFpwTi9KM0xsejBicDFhK2xuMkxCaEJaYi82YWVmcE5jOWV2U1FCU2NBT0RrNUlTQWdRRnErZmZzMmZ2MzFWNVBxOHVqUkk5eS9mMTlhN3RXcmw5RnlwMDZka2s1SG5aeWM4T3FyWm4zRWpWRTVPVGw0OHVTSnRMeDU4MmFUZnc5RmtaeWNqTW1USjBzL1ZQSVluZ0F1WExnZ3ZhNWJ0eTY4dkx5a1pmM1FhZFdxbGV4OTc3Ly9QcnAzN3k0dG56NTlHaXRXckREWWYrWEtsZkhwcDU5S3A1bHF0UnB6NXN5UldtSDI5dlpZdm53NTZ0YXRDMDlQVDJ6YXRBa3Z2ZlFTVkNxVjdGdTdjZVBHV0xCZ2djSCtVMU5UTVhqd1lNeWNPUlBIangvSHZYdjNrSldWaGR6Y1hEeDY5QWcvLy93ejNuMzNYUVFIQjV2MCt6aDc5aXlPSFR0bVVsa0F1SG56Sm1Kalk2WGxZY09HUWFQUkdQd0VCQVJJTGMxNjllcmgyYk5uUnN2cFpHWm1Jak16RStmT25aTWRyMEdEQnJoOSs3YjBvM1BreUJIcGRjZU9IYUhWYXFWOTZIN1VhclhSeitEZzRBQW5KeWRGUDBVeFlNQUF6SnMzVDdadThlTEZTRWxKS2RKK0NwT1RrNE5MbHk1SlA0WEp6TXhFZUhnNE1qTXpTN1FlRlJsUDJ3Rlp5NjVEaHc3UzYrVGtaS2tGQ0FDK3ZyNnk5OW5iMjJQWnNtVllzR0FCamg0OWlvWU5HMkxxMUtsR2o5R3FWU3NNSHo0Y0lTRWhFQVFCYmRxMGdTQUlDQXdNbE1xa3BhVkJFQVFzV3JRSVFONHBrdTcwRGdDZVBuMHF0VHE5dmIybE1FeFBUOGU5ZS9la2NpNHVMbkJ6YzhPVEowOWtGd2EyYk5tQ1JvMGF5Ym9lbnBlYW1vclBQdnNzMyszRy9QampqOUpyUHo4L3VMdTdvMDJiTmdXKzU5YXRXMWk2ZENtV0xsMXFzRTMzUUw5T25Zdy9WZmE5OTk0ektILy8vbjM4OGNjZjBycGZmdmtGdi96eWk4Rjc1OHlaSStzUzBRa0tDb0tmbng4QW9FV0xGZ1l0NTRJVTlmUi80TUNCaUkrUHgrYk5td0VBU1VsSldMMTZ0ZlQvdmF6OCtPT1ArUHZ2dnhFZEhZMWJ0MjVCcTlYaXA1OStnck96YzVuV3cxSXhQQUhFeGNWSnI3Lzc3anQ4OTkxM1JzdDkvdm5uQmZiZjNMaHhBOTI2L2U5cHlFdVdMSkZkRkprMGFSTGk0dUl3WnN3WTZUVDl6cDA3QnZ0NTl1eVowZjAvZS9aTTJxYmZRZ01BR3hzYjlPM2JGeU5HakVEanhvMEI1TFUrMXF4Wmc5MjdkMHZsZHUvZVhXQjRybHk1RWsrZlBvVzl2YjFKVi9kemNuSVFHaG9xTFk4YU5hclE5NVNHdlh2M1FoVEZRc3ZaMlJuL0o3OXAweWJwOWVIRGg0c1Vua3FNSHo4ZVVWRlJVbC8za1NOSE1IandZTFJzMmJKVWpuZnMyREdEaTBuRy9pMDdPRGdBeUd1SjZ2OWQ2TVRHeGtyL0JsdTJiQ203dUxsejUwNjR1N3VYWkxYTE5ZWm5HWEowZEpSZGhTd3BUazVPQ0E0T05tanRWYXBVQ2RPblQ4Zmh3NGVsMDdHQ2hrTmR1SEJCT3ZYdDFhdVg3RFE0UDBlUEhrVnFhcXEwWEw5K2ZTVWZvVkN1cnE1UzhLblZhdGt4MDlQVHNYLy9mcFAyb3grZXYvMzJHd0FnUGo1ZTFoOGJGQlJVcExxNXVibWhSWXNXV0wxNnRkRVJBTWJZMk5oZy92ejVHREprQ0ZRcUZVUlJ4T3JWcTdGbHl4YVQzbi83OW0wTUhqellZSDNyMXEweFo4NGMyUmtMa05lSG5SOUJFS1F2SHQzdkp5NHVEbSsvL2JaQjJZOCsra2g2SFI0ZWpvU0VCR2s1dnd0WDhmSHhzbVVYRnhlRDBSaVdpT0dKdkZQZzUyazBHangrL0ZoYWRuTnpLL0xwakNubGpUMXovcFZYWHBIK0ljNmZQMS8yaDIxTVFhZko5dmIyOFBUMGxGcTQrYlVtTXpJeXBGTm9GeGNYVEpvMHFkRHdGRVVSdTNidE1saGZxMVl0bzUvTG1Nek1URGc1T1JWNjFYM1pzbVhTY0xEdzhIQ01HemRPMnJacjF5N3B5OEhGeFFVLy92Z2pIQjBkcGUyQmdZSFNSUnA3ZTN0cHZXNll6dk4vM0ltSmlTYlZYVjk2ZXJwSnczNzBPVGs1eWM0Z29xS2ljT2JNR1hUcDBxWEl4OWRuNnRYdHVYUG40dFZYWDhXNzc3NkxCdzhlQUpEL2ZrcEsvLzc5WmN0dnZ2bW1MSVF0RmNNVE1Cb1NodzhmbHZWQmJkcTBTVkdyS2pRMEZQUG56emRZWDFDNDZIK0RGL1VQOG5rcWxRb1BIejZVbGhzMmJHaTAzS3BWcTZUV3l2VHAwMUdqUm8xQzkzMzI3RmxabjdDK3JLd3NuRGx6QnFkUG44YVRKMCt3ZGV2V2ZJOTc5dXhadEd2WER1M2J0MGUzYnQxa3dXY0svYUZrUTRjT05SaUhxSDg2Yit5MFhmOUtmbGtLRFEwMTZINzUrdXV2MGJselo1T0hjSm1xVTZkT2FObXlwZXpNWitEQWdRYi92blNuN1ZRNGhxY1JvaWdpSkNSRVdtN1pzbVdwblk0KzcvbXJ3Zm4xMFpucTBLRkRzcnVhK3ZUcFkxQW1MQ3dNQnc0Y0FBQzBiZHUyMEpZdWtQYzcycmh4WTc3YlUxSlNNSC8rZkNtNFltTmpwYjVZZlJFUkVVaE1URVJvYUNoTy96OTdkeDRXVmRuK0FmeDdocGxoRlJBaVJGUVV0OWNOQWw1M1RjVXNOVU16TTB0UlROTVVjTUUwVVZ3ak5VeE5TVEF3ZDAycGVOMUNlYlhDeEsxWEpFVktYRkl6d0JXVm5XRm16dThQZnZNMGg1bGhPU3dqenYyNUxxL21MSFBPTXdUM1BNdjlQT2ZubjBYVnV1TGk0ckIxNjFZY09uUklrRCtyb1IyZ0tndWViNzc1cHM1b2VGMVFxVlNDdm1pTnExZXY0dmp4NHhYMlN3Tmx0ZnR0MjdiaDRjT0hnbHBjYkd3c3BrK2ZEbmQzZDBFR3hCZGZmSUZIang3cDdUYlMvTTVKSkJJV1RMdDA2Y0srNExVSHhBNGRPaVJJdXpObEZEejFPSEhpaEtCdk1DMHRyY29qcW5LNXZFcXBJUXFGQWoxNzlxejB2TEN3TUlOL3pDdFdyRENZOHdpVWpXaXZYNytlYmJ1NnVncEc5NEd5WnJObXhwT1ZsWlhlV3JJK1I0NGNFZnh4bHRla1NSTjRlWG5od29VTEFNcHFXZVdENTZOSGp3UURadjM3OXpmWTFWRlVWTVJTdThxbjB6UnUzQmdoSVNGd2NuTEMrKysvajYrLy9ocU9qbzdzdVBZWGtyNW1xWGJ3MUU1VHEwdEhqeDdWNlM3UTJMUnBFM3g5ZlN0c2RjamxjblRwMGtYbkd0N2UzdmpsbDEvdytQSGpLcy9nMG5UbFZMZkdYMVZWN2NKcGFDaDRscU5TcWJCaHc0WmF1OTRycjd5Qzd0Mjc0L0xseXdnSkNhbTE2MWJtM3IxN0NBNE9ab0ZHS3BYaWswOCtnYm01dWVDODlldlhzMDcvR1RObTZPMy8xZWZJa1NPVm52UHFxNit5NEhuMDZGSE1uRGxUTUtCeTl1eFp3ZmtWL2JIUG1UUEg0REdlNXhFYUdvcGp4NDRCS1B2QzJiaHhJN3VYZGo5dlpUWFBUWnMyWWRPbVRSVjlyQXJGeGNWVjJrb3BLU2tSMUFEdDdPemc1ZVdGcEtRa0FHV0RRWEZ4Y2FKbmtWVzM2YTM1SGFFVXBlcWg0Rm5PenAwNzlhWVB1Ym01R1h5UDl2bmxhelp5dVJ5T2pvNndzN01UN09jNFR1ODE4L1B6QmFsS3pabzFNMWdEc2JHeDBicy9LeXNMSDM3NElRdUtFb2tFUzVZczBVbnlUMGxKd2ZmZmZ3K2dyR21tTC8vUkVCOGZINXcrZlJyTm16Y1g1SmhxR3pod0lDSWlJcUJXcS9IdzRVT2NQMzllTUxDbFhVTjNjSENvY0gyQWluQWNoeVpObXJEdFgzLzlGYnQyN2NMNDhlTUJWQzk0MWxSVmFtOWJ0bXdSOUVPLy9mYmJlT09OTjVDY25NeHF5ZEhSMGZEMTlhM1RtckJhclVaMmRqYWJGZGVvVWFNNnU5ZnppSUtubHBzM2J4cnN4eHMvZnJ6ZXZzQWRPM1lJbXNidnYvOStsZTRsazhuMHB0Zk1tVE9IMVVBQW9FK2ZQZ2dJQ0lDVGsxT1ZydnZYWDMvaHd3OC9aSU0vWm1abVdMWnNtZDYrem1YTGxyRStTWlZLaFFVTEZoaTg3cjE3OXhBYUdncWdiRFMzUjQ4ZWlJeU14RWNmZlNSWU9FS2JnNE1EUEQwOTJTeXRvMGVQc3VDcFZxdHg3dHc1ZHU2cnI3NWFvOEd4NmRPbjQvVHAweXczTVRvNkdyMTc5NGE3dTN1RmZaNjV1Ym13c0xBUTNXUXRuelpWMll5ajlQUjB3ZUJabzBhTk1IYnNXTmphMm1Ma3lKR0lpNHNEVUpiOXNIejVjbno1NVplMVBuaWtvY2sxMWFqcTd4Z3BROEh6LzVXVWxDQTBORlF3dU5LK2ZYdldyeGNSRVlHMmJkdWlVNmRPN1BqaHc0Y0ZUWHhQVDAvNCsvdUxMc1BSbzBjRmdSTUE5dTdkaS9qNGVBd2JOZ3dUSmt4QXMyYk5ETDcveG8wYm1EWnRHcXU1V2xsWklTSWl3bURmcWlZOUJRQisrKzIzQ3N1V241L1BGbnRZdVhJbDJyVnJ4K2JRVjJUQWdBRXNlUDcwMDArWVAzOCs1SEk1MHRMU0JDbEJsZlhQUlVWRkdVeFZBc3BxK0lzWEw4YkVpUk9oVnF1aFVDancyV2VmNlV4SkxkOHlzTFcxWmMxOU1VNmZQbzNnNEdDMlhiNWJSRnR1Ymk0V0xGZ2dDT1lCQVFFczUvR0REejdBa1NOSFdOL3UyYk5uc1hYcjFpcC9JVmVYcDZlbklIZ09HRENnVHU3enZLSzU3U2pyTTF1MmJCbXVYYnZHOWcwWk1nU2JOMjlHOCtiTkFaUUYxNkNnSUZ5NWNnVUFzRzNiTml4ZHVwVFYzSnljbkJBUkVTRzY5bFErTlVxYlFxRkFmSHc4Um80Y2llWExsd3NTa3pVeU1qSXdaY29VRmpnZEhCd1FFeE5UcFVFcE1TUVNDYXVKVmtSNzlEd3ZMNCt0STZBOUpkYk56VTN3cFNSVzU4NmQyWUJZNTg2ZEVSWVdWdXZaQytXVlh4ZlRVQTFXcVZSaS92ejVnaTZDVnExYUNXWmtPVGc0WU5hc1dZTDNSVWRIMThuQ0lVRFppTHF6c3pPNmR1MksyYk5uNCsyMzM2NzBQZkh4OFpnM2J4NWVmZlZWblVSOFUwTTFUd0NSa1pGSVRFeGsyODdPenBnM2J4NnJ1VTJlUEJrRkJRWEl6YzNGNU1tVDRlSGhJV2h5MnRuWklTb3FDaSs4OEVLMTc1MlptWW5JeUVpZDJrOTRlRGlLaW9xd2NlTkdQSG55QkVCWjAvckFnUU5JU0VoQVVGQVErOE5MUzB0RGNIQXdxN0cwYU5FQ1gzNzVKVnhkWFN1OGQyV2pvTm9aQnExYnQyWk5TbzJxQkNKWFYxZTBidDJhTmFmUG5UdUhBUU1HQ0lLbnZpNEZzUUlEQStIaTRnSi9mMytZbVprSm10VGFaWjR3WVlKZ1pTc3hVbEpTQkt0b21abVo2ZjN5Vkt2VkNBc0xFL3pPYUdZWWxmOFpqaGd4QW9tSmlXejJrMXF0eG9JRkM3Qng0MGFkUG10OTl1N2RpMTkrK2FWS1dSUDkrdlZqMDRsbno1NE5hMnRydlBiYWE3Q3lzb0pLcFVKNmVyck9sRTVEK2JxbXlPU0RaMHhNRExadjM4NjJOU3NjYVpwUzdkcTF3NFlOR3hBWUdJamk0bUlVRlJVSi9naWNuWjBSR1JrSmQzZjNDdTlUZnVxYXByTit6Smd4T3FrM00yZk9aQUZsMEtCQjJMUnBFK0xpNGdUWDBCNTRtVDU5dXVBYWhZV0ZncVprZVZXZHlsaGIzbjc3YmVUazVHREFnQUZvMTY0ZDB0UFRCVFd3d1lNSDE5cTliRzF0QmRNS3k2L2NYOXN6YUxTRHA3NWFaMmxwS1pZc1dhTHo1ZmpCQng4WURJWmhZV0Y0OTkxM1VWQlFBS0FzVFNzb0tBanIxNitIdDdjM095OC9QNTlsTTJob1Z2V3E2alJSb094bmRQTGtTZnp5eXk5WXUzWXRZbU5qY2YzNmRTeFpzcVRLMXpCRkpoODh5NmZMeko4L0g1MDdkMmJidWJtNVNFdExnNVdWbGQ2MU9wMmNuSER6NWsyNHVyb2FiTEpsWm1icXJGUVVGaGFHcFV1WFl1M2F0Wmc5ZXphS2lvcGdhV21Kc0xBd1FUQnAxS2dSNXM2ZGl5RkRobUQ1OHVXNGNlTUdBZ01EMGE1ZE8zWk8rZUQ3OE9GRFBIejRzT28vaERwV3ZqbW92ZHhkcDA2ZFdOZElSY3F2cEZSVjJ2MjZ3RDhCenM3T3JsWldtZi9ycjcvWTYvS2oxWGw1ZVpnM2J4NnJSV3IwN2RzWGt5ZFBObmhOVjFkWExGMjZGSFBuem1YN0Nnc0xFUmdZaUNWTGxtRHc0TUdJalkxRlRFeU13Zm5rNVJkSlVhdlZzTGEyeHJ4NTg5ZytUWUM5ZWZNbU83K3dzQkJObWpReGVOMUdqUnJCMDlNVFhidDIxVWx0MGp6ZW8vd1VZSDJQL0hnZVpqS1pmUERzMWFzWDZ6U2ZObTBhUm93WUFhVlNpWFBuemlFaElVR3d3SzQrbHk5ZnhzY2Zmd3k1WEE1dmIyOTRlWG1oUzVjdWFOT21EUndkSFpHZW5vNFpNMmF3cHJkR1ltSWlybHk1QW45L2Z5eGN1QkNKaVltWU8zZXV3YVoyNTg2ZHNYMzdkaHc4ZUJCRGh3NWwxN08zdDYrbG4wVHRxYzRTYmVucDZUcm5HMW8ycmpLblRwM0NIMy84QVd0cmE4aGtNdVRsNWJGVUxLQXNXR2grWHRYSjVjM0p5VUZlWGg2a1VpbWtVaWxrTWhtVVNpVU9IejRzbUNYVW9rVUw5am9qSXdQejVzM1RTWVBxMEtFRFZxeFlVV25OME5mWEYrUEhqOGVPSFR2WVBvVkNnWVVMRjBJaWtjRGEybHB2Z0xPd3NFRC8vdjExZ3RPeFk4Y3dhTkFndlBQT080TDlqeDQ5RWpURjNkemNZRzl2RDNOemMzQWNCNWxNQmc4UEQzVHYzaDNkdTNkSGh3NGRzR3paTXF4YnR3N3IxcTBUWEt2ODQyTTA5UFc3UHcrSjh5WWZQTHQyN1lybzZHZ0VCQVNnUjQ4ZVdMeDRNVTZlUEtuVFY2YlJvMGNQOU9yVkM5dTNieGZrWXlvVUNwdzllNWJWWkNVU0NmYnQyNGM3ZCs0SUFxZXRyUzI3OXUzYnR4RWVIczZPblRwMUNsS3BsS1dtOER3UG51ZWhVcWtFZnlnUkVSRUF5bjVabHkxYlZtZS9pQTN0RjF5cFZDSTZPdHJnOGJadDI0b2FNRHA1OGlTV0wxOWU2WG5hbzlVNU9UbUNoV1dBc243anlNaklLaWVqQndjSDQvcjE2emg5K2pUYjE2ZFBId3djT0ZEUUZ5bVJTTkMxYTFjTUhUb1V2cjYrN1BvT0RnNHNvMkhCZ2dVVnBxSnBhTlpRdGJTMFJHeHNMRHAyN0ZoaEJvRXBNL25SOW80ZE95SWtKQVRCd2NHd3RyWkdZbUtpM3NEWnExY3Z4TVRFWU9QR2pSZzdkaXoyNzkrUDRPQmdnd3RvakI0OUd1N3U3b0lwaDk3ZTNqaDgrRERHakJtak4zZFBrMkpUVWxLQ2twSVMxZ1F5MUlReXRGanc4MmpObWpWSVNrcENVbElTdnZqaUM3M25lSGw1R2N5SjVEZ09VNmRPRlhWdjdYNUdRenAxNmlUSUErN1pzeWMrL2ZSVFZzUHMwS0VEWW1OanE3WGVwVVFpd2VyVnExbmZhS2RPbmZEWlo1L0J6TXdNclZxMVF2djI3VEY3OW13Y09YSUVVVkZSR0Rac21DQXdUNXc0c2NyM0FzcSsyTFhYQnZEeThxTEFXWUc2eWI2dEo5N2UzanhRdXpXa0RSczJzQUVrZTN0N0RCMDZGRysrK2FiQkFTR2xVb25rNUdRY1BYb1V5Y25KS0NvcWdxMnRMUTRjT01BR25aWXNXWUxzN0d4czJMQ0I5YmxkdlhvVlAvendBOUxTMHZENDhXTVVGaGF5eDFDbzFXb1dNRFgvMWU3RDRqZ09VcWtVQ1FrSmRiNW9iMVZvTjd2Mzc5OWY0NFVqSkJJSk9JNFRYRmM3enpNdExVMlFKcVc5S3BhZm54K3lzcklnbFVwaGJtNE9XMXRidEc3ZEdxTkhqeFk4SmFDNkJnMGFwSGVwT21kblp3d2FOQWhUcDA3Vlc2UDg1cHR2Y1A3OGVZU0hoNHQrNG1sZVhoNFdMMTZNUllzV1ZidWY5ci8vL1M4T0h6Nk11M2Z2VnZnSWtqWnQydUNERHo2b2NDYWRSbUZoWVkwZlhWelQ3aWJONzhhRkN4ZU1Gc01vZUpaVFVGQ0F5TWhJdlB6eXkraldyVnUxbW5sS3BSSnBhV2xRcTlXQ1Avd2JOMjdBeGNYbHVaMDdyTDA0aGJPemM0MlgwWHNXNWVmblE2VlNnZU00bHBJa2w4dXJOS3JOODN5ZHpSSXlWUlE4YTZndWdpY2g1Tm4zTEFSUGsrL3pKSVFRTVNoNEVrS0lDQlE4Q1NGRUJBcWVoQkFpQWdWUFFnZ1JnWUluSVlTSVFNR1RFRUpFb09CSkNDRWlVUEFraEJBUktIZ1NRb2dJRkR3SklVUUVDcDZFRUNJQ0JVOUNDQkhodVZoSnZqcVBmU0NFa05yUW9HdWVQTS8vV3ZsWmhKRG5WS3F4QzBCSWcrUHQ3YzFyMW5NbHhCZ2FkTTJURUVLTWhZSW5JWVNJUU1HVEVFSkVvT0JKQ0NFaVVQQWtoQkFSS0hnU1FvZ0lGRHdKSVVRRUNwNkVFQ0lDQlU5Q0NCR0JnaWNoaEloQXdaTVFRa1NnNEVrSUlTSlE4Q1NFRUJFb2VCSkNpQWdVUEFraFJBUUtub1FRSWdJRlQwSUlFWUdDSnlHRWlFREJreEJDUktEZ1NRZ2hJbER3SklRUUVTaDRFa0tJQ0JROENTRkVCQXFlaEJBaUFnVlBRZ2dSZ1lJbklZU0lRTUdURUVKRW9PQkpDQ0VpY01ZdUFDRlY0ZVhsTlJEQUVNMDJ4M0Z6QUlEbitUVmFwNTFKVFUzOXZyN0xSa3lUMU5nRklLU0tsSnFBcVUxN24wcWxHbG0vUlNLbWpKcnRwRUZJVFUwOXhmTjhUZ1duNUNxVnloL3FyVURFNUZId0pBMkZFc0MrQ280ZlQwOVBWOVJYWVFpaDRFa2FrbmhEQjNpZS83WStDMElJQlUvU1lPVGw1WjBFa0Z0K1A4L3pCWThmUDk1dmhDSVJFMGJCa3pRWTE2OWZMK0Y1L3J2eSt6bU8rK25XclZ2RnhpZ1RNVjBVUEVtRHd2TzhUaXFTV3EybTlDUlM3eWg0a2dibC92MzdTUUFLdEhZVmxaYVdVdkFrOVk2Q0oybFFzckt5Q2dGbzkyK2VTRTlQenpkV2VZanBvdUJKR2h5MVdxM2Q3MGtEUmNRb0tIaVNCcWVvcU9oSEFNVTh6eXRLUzB2ampGMGVZcG9vZUpJR0p5TWpJNC9uK2NNY3h5V25wYVU5Tm5aNWlHbWl1ZTJrUWVKNVBnNUFFMk9YZzVpdUJyMnFrcmUzOTQ4QWZJMWREa0tJVVNSZnVIQ2hyN0Z1M3RDYjdSUTRDVEZkZll4NTgrZWkyWjZTa21Mc0loQkM2cEdQajQreGk5RGdhNTZFRUdJVUZEd0pJVVFFQ3A2RUVDSUNCVTlDQ0JHQmdpY2hoSWhBd1pNUVFrU2c0RWtJSVNKUThDU0VFQkVvZUJKQ2lBZ1VQQWtoUkFRS25vUVFJZ0lGVDBJSUVZR0NKeUdFaUVEQmt4QkNSS0RnU1FnaElsRHdmRTVsWkdTZ3BLUkU3ekcxV28yclY2OGFmTy9GaXhkUldscGFWMFVqZWhRWEYwT3RWaHU3R0tRYW5vdkZrSjhYMmRuWjJMWnRHeG8zYm96R2pSdGowS0JCY0hCd1lNY0xDZ3B3K2ZKbGRPL2UzZUExU2twS0VCMGRqZDI3ZDJQdzRNSDQ1Sk5QQk1kemNuS3dZTUVDWExod0FZc1hMOGF3WWNNRXgrL2N1WU1wVTZiQXdjRUI0OGFOdzhpUkkyRnBhVm03SDFTRW9xSWliTjI2RlNVbEpaZzllM2F0WEhQdDJyVzRmdjA2M056YzRPYm1odEdqUjBNaTBhMVBMRisrSENVbEplalJvd2Q2OSs0dCtIK2lUMmxwS2ZMeTh1RGc0SUI5Ky9ZaElpSUNBREJyMWl6NCsvdmp3WU1ITURNekUxeG54b3daU0UxTmhiMjlQWHIzN28ybFM1ZFdlSSt0VzdmaTBhTkhNRE16RS93ODh2THlxdkVUS0NPUlNHQnRiVjN0OTVrNkNwNzFUSzFXdzgvUER6WTJObmp4eFJjeGJkbzBkT2pRQVVEWml2amZmZmZQSThrSERSckVYajk5K2hSQlFVSDQ0NDgvTUduU0pIejQ0WWZnT04xSFVHM2F0QWs3ZCs0RUFDUWtKS0JEaHc1NDc3MzMyUEV0VzdiZ2YvLzdId0JnNmRLbEtDNHV4cWhSbzlqeDlldlhRNmxVNHY3OSsxaTdkaTBrRWduZWZmZGRkcnd1VnZEKzdMUFA4TW9ycnhnOG5waVlpUFhyMStQZXZYc0FBQXNMQzB5Yk5xM0c5ejF4NGdUKy92dHZuRHQzRHAwNmRjS1lNV04wemlrc0xNU1JJMGVnVUNodzlPalJTc3Q2NDhZTmhJV0Z3ZGJXRnBzMmJkSjd6dXJWcTNIbXpCbE1uRGdSWThlT2hWS3B4RysvL1FhMVdvMmNuQnc0T1RsVld2WkRodzdoOXUzYmtFZ2tndURadjMvL3lqOTRPUysrK0NLT0hEbFM3ZmVaT21xMjE3UExseThqT3pzYjE2NWR3NmxUcHdTMWo3UzBOUGE2V2JObWdtTXhNVEg0L2ZmZndmTThObS9lakxsejU2SzR1RmpuK3BNblQwYlRwazNaOXZyMTYzSDU4bVcyUFhQbVRIVHQyaFVBd1BNOFZxOWVqVC8vL0JNQWNPN2NPZno4ODgvczNNR0RCd3NDcDdHVWxKVGd3WU1IYkh2ejVzMzQ1WmRmYW5UTmUvZnU0ZSsvLzJiYnI3MzJtdDd6ZnZycEp5Z1VDZ0NBcGFVbCt2U3ArTEU1Ly9uUGYzRDE2bFdjUDM4ZWh3NGQwamwrK3ZScC9QampqeWdzTE1UdTNidVJrNU9ETTJmT1FLVlNzWE82ZGVzbTVpT1Jla1kxejNwMjZ0UXA5dHJOelEzT3pzNXNPelUxbGIzMjlQUVV2Ry9XckZsNDhPQUJmdnp4UndEQXp6Ly9qTldyVjJQUm9rV0M4Nnl0clJFZUhvN0preWREclZaRHFWUWlORFFVZS9ic1FhTkdqU0NUeVJBUkVZR0FnQUFVRmhZaUlpSUM3dTd1VUNnVVdMbHlKYnRPKy9idHNYang0Z28vaTF3dWg1bVpXZlYvQ0NocmhsZVZuNThmZUo3SDh1WEwyYjdseTVmaisrKy9oNTJkWGJYdVcxaFlDQUE0ZWZLa1lIK2JObTF3NjlZdHR0MnlaVXNBd09IRGg5bSszcjE3UTYxV3MydG95T1Z5U0tWbGYwcEJRVUg0NVpkZmtKbVppVDE3OW1ERWlCR0NjelcxVVFzTEM2eFpzd1l1TGk3NDRvc3YySEZMUzB1ODlOSkwxZnBNK2pSdTNCaEJRVUVWbmxPK1M0ZFVEd1hQZXFaZHMrdlZxeGQ3L2VUSkUxWURCQUFQRHcvQisyUXlHVmF0V29YRml4Zmp5SkVqYU51MkxXYk1tS0gzSHA2ZW5oZ3paZ3oyN05rRGp1UFFyVnMzY0J5SGtTTkhzblB5OHZMQWNSenJXeXN1TG1iTllnQjQrUEFocTNXNnVMaGc0OGFOT3ZlWk1HRUN2THk4QUFDZE8zZXVWcjlaZFp2L3c0Y1BSMVpXRmpadjNnd0FlUHo0TWRhdFcxZHAzMkI1ZmZ2cWYxTHQ5T25UQmRzcEtTbjQrKysvY2Y3OGViYnYrUEhqT0g3OHVNNTdRME5EV2RmSGlSTW40TzN0alJkZWVBRnZ2dmttTGx5NHdNN0x5TWpBVzIrOWhkTFNVblRzMkJFRkJRVW9MQ3dVQlBLaW9pTDA2TkZENXg0OWUvWkVlSGc0Qmc0Y0tOaXZWcXZaejFMN1FZalcxdFk2Z2JzOENwNDFROEd6bnQyNGNZTzkvdWFiYi9ETk45L29QVy9seXBXQ21tQjUxNjVkZzYvdlAwOWUvdVNUVHpCMDZGQzJIUmdZaUJzM2JtRGl4SW1zbVg3NzltMmQ2eng2OUVqdjlSODllc1NPYVRjcHRjWEd4ckxYaHc0ZHF2TkJoNmxUcCtMaXhZdXN6L2J3NGNONDY2MjMwS1ZMbHpxNTM3ZmZmZ3VlNXlzOVQxUHJCSUFGQ3hhdzF4Y3ZYaFNjZCtUSUVkYTNlUFhxVmFTbXBzTGYzOTlnVmtSTmxKYVdJaU1qbzlhdlMvNUJ3Zk01WldGaGdhaW9xRnEvN3ErLy9nb0F5TXJLRXRSc0preVlVSzNyMk5uWm9YUG56bGkzYnAzZUVXNTlKQklKRmkxYWhGR2pSa0doVUlEbmVheGJ0dzVidG15cDFyMDFiRzF0V2VCVEtwWEl6YzFseC9Mejh4RWZIMStsNjJnSHorcmF0MjhmZXkyWHkvSGlpeThDS1B2Q3lzN09adnVyTW9pazdkNjllNEtCUWxMN0tIaldNeGNYRjUxOUtwVUs5Ky9mWjl0MmRuYXdzcktxMW5XcmNyNis1OXQzN2RxVjVSY3VXclNvMHFhZXBvOHpLeXRMc0Q4bko2ZXFSV1h5OC9PcjNXZHFhV2twcUFsZnZIZ1JTVWxKb2thWlY2MWF4ZEsrVWxKU01HWEtGSFpzOSs3ZHJHL1R4c1lHLy9uUGYyQmhZY0dPanh3NWtnMWl5V1F5dGwvVEJOKy9meitpb3FJRWZidlRwMCtIajQ4UDJyVnJCNkRzaTJqT25EbnMrSUFCQTdCaXhRb0F3UFhyMS9IT08rOEFLT3ZlV2JKa0NTdW41djZhMFhaTlRaelVMd3FlOVV4N0FFTGowS0ZEZ3I2NzJOaFl0RzdkdXRyWFRraEkwQmxBQXZRSFRRM3R4T3pxQkRMdGtlcjZsSkNRb05PTjhOVlhYNkZmdjM1NlU3ZkUwazRaZS92dHQzVnlPN1diODlvMXo4dVhMeU0yTnBiMWRVb2tFdll6UG5Ma0NLS2lvakJ3NEVETW5Ea1RXN2NLUjVsdkFBQWdBRWxFUVZSdUZWeFQrd3RKdS85WjN4ZHVaWnljbkxCczJUTEJQazIvcmx3dUZ3eFNtWnViVi92NmhJS24wZkU4anoxNzlyRHRMbDI2aUFxY1lpaVZTc0YyZFpxZjJzSHp6VGZmUkZoWVdLMlZ5eENWU2lWbzVtcGN2WG9WeDQ4ZkYrVEYxbFJjWEJ5MmJ0MktRNGNPNlczK2FnZHdxVlFLbFVxRmlSTW5JajA5bmUxdjI3WXQrdlhyeHdhNU5IM09QLzc0STVLU2tuUytCUDc4ODArbzFXcElKQkxjdkhtVDdYZDFkYTFTbWJVRHVybTV1Y0hKRkdabVpoVk90Q0JWUThIVHlFNmNPQ0dZS3BtV2xsYmxrV2k1WEk0elo4NVVlcDVDb1VEUG5qMHJQUzhzTE14Z0VGeXhZb1VnRjFJN2VHcW5XOVdsbzBlUDZuUVhhR3phdEFtK3ZyN1ZxajBYRlJXeEdUbmwwNDhhTjI2TWtKQVFPRGs1NGYzMzM4ZlhYMzhOUjBkSGRsejdpMGNtazhITXpBeTllL2Rtd2RQSHh3ZWZmLzY1SVBsOHlwUXBMTDlUcFZKQkxwZXpIRktnYkFiWnJWdTM0Tzd1amovKytJUHQxelR6RGNuSXlFQnFhcXBnQURFdkw0OU5saWhQcVZUcVBlYm41MWZ0MUM5VFJzSFRpRlFxRlRaczJGQnIxM3ZsbFZmUXZYdDNYTDU4R1NFaEliVjJYWDIwZytlbVRac016cWFwaXJpNHVFcHIyeVVsSllJQk1EczdPM2g1ZVNFcEtRa0FjT3ZXTGNURnhWVXJxVis3djdFOG51Y1JHaHFLWThlT0FTajdZdG00Y1NNYjNOS2UrNitwc2Z2NysrTzc3NzdEbURGak1ISGlSQVFFQkxEc2l0NjllNk5UcDA3bzFhc1hCZzBhaFAvODV6OFlOV29VSmsyYWhCWXRXckNSOFY5Ly9SVXRXN2JFdVhQbkFKUTErelV6MEFEZy92MzcrUDMzMzFuUVY2dlZyR2FzWFp0OCt2U3BvR211cmJTMFZPK3hYcjE2VWZDc0JncWVSclJ6NTA2OTZVTnVibTRHMzZOOXZ2WkFCVkJXRTNWMGROVDVBK0E0VHU4MTgvUHpCYWxLelpvMU0xaHpzN0d4RVd6WFpwK245a0NNSVZ1MmJNSGR1M2ZaOXR0dnY0MDMzbmdEeWNuSnJCWVlIUjBOWDEvZldxa0pjeHlISmsyYXNPMWZmLzBWdTNidHd2ang0d0hvRDU1S3BSTFIwZEZvMUtnUjB0UFRXUzNVenM0T0gzLzhNYVJTS2U3ZHV3ZEhSMGRNbmp3WnpzN09XTHg0TWJwMDZZTGh3NGREcFZJaEtTa0piZHUyeGVQSGp3R1UxVG8xZzRGSlNVa1ZCbnhES1dXa2JsRHdOSktiTjI4aUppWkc3N0h4NDhmckhmWGVzV01IMXE5Zno3YmZmLy85S3QxTEpwUHBUYnVaTTJjT3E3a0JRSjgrZlJBUUVGQnBXa3h1Ymk0c0xDeXFGUFQwS1o4V1ZObkNJK25wNllMQmxVYU5HbUhzMkxHd3RiWEZ5SkVqRVJjWEI2Q3MyYnQ4K1hKOCtlV1h0VEo0TkgzNmRKdytmWnJWSHFPam85RzdkMis0dTd2cjlIa0NRSGg0T0pzQnB1M3AwNmZ3OC9QVDJaK1Nrb0pYWDMwVlFOa2tnNHNYTCtMOCtmT0N3S3pkRkxlMXRkVmJUazlQVDNoNmVnb3lObnIzN3EzVHF0RjBCMWxhV2lJNU9ibmlEMDhxUmNIVENFcEtTaEFhR2lwSWptN2Z2ajFydWtWRVJLQnQyN2JvMUtrVE8zNzQ4R0hCSDRPbnB5ZjgvZjFGbCtIbzBhT0N3QWtBZS9mdVJYeDhQSVlORzRZSkV5YWdXYk5tZXQ5cmEydkxtck5pbkQ1OUdzSEJ3V3k3b3RIZTNOeGNMRml3UUJDc0FnSUNXQ0Q1NElNUGNPVElFZGFNUFh2MkxMWnUzVnFsTDVhb3FDaURxVXBBV1UxKzhlTEZtRGh4SXRScU5SUUtCVDc3N0RPZDJWYmxXd0JpK1ByNjR1TEZpK0I1SHIvOTlodmJyNzBJU2VQR2pXRnRiWTJYWG5vSmFXbHB5TTNOaFVRaVlYbXV1M2Z2WnVlNnVMZ0kxa3JRcGxhckJjZk16YzByN1ZjbHVtaGhrSHJHOHp5V0xWdUdhOWV1c1gxRGhnekI1czJiMGJ4NWN3Qmx3VFVvS0FoWHJsd0JBR3pidGcxTGx5NWxvNmxPVGs2SWlJZ1FQYSs4ZkdxVU5vVkNnZmo0ZUl3Y09STExseTluaWRxMVNYdVFCRERjYkZjcWxaZy9mNzZnaTZCVnExWVlOMjRjMjNad2NNQ3NXYk1FNzR1T2pxN3h3aUVhblR0M1p0TmFPM2Z1akxDd01JTlpDcE1tVFVKa1pLUmdjRzdxMUttSWpJeEVaR1Nrb056ZTN0NkNhd3diTmd4eXVWeXdyMmZQbm9MdUZqYzNOeVFsSldIRGhnMW8zTGl4VGxtMXAvYzJhZElFQVFFQmduOGFKU1VsZ3YzejU4K3Y2bytEYUtHYVp6MkxqSXhFWW1JaTIzWjJkc2E4ZWZOZ1pXV0ZpSWdJVEo0OEdRVUZCY2pOemNYa3laUGg0ZUhCQmcrQXN2NnpxS2dvdlBEQ0M5VytkMlptSmlJakkzVnFqZUhoNFNncUtzTEdqUnZ4NU1rVEFHWDlad2NPSEVCQ1FnS0Nnb0l3YnR3NFRKZ3dRYkJDa3hncEtTbUMxYURNek16MGZnbW8xV3FFaFlVSlBydG1obEg1bEtvUkkwWWdNVEdSelg1U3E5VllzR0FCTm03Y3FMUEFpaGlCZ1lGd2NYR0J2Nzgvek16TUJGME93RC9CczMzNzlzak16R1I1dFhLNUhENCtQdkR4OGNHalI0OFFIaDRPb0t3L3RYekF0N2UzUjVjdVhRUTV1ZVVIdnlxYmlhWDlzMnJUcGswMVB5V3BMZ3FlOVNnbUpnYmJ0MjluMjVvVmpqUk4wSGJ0Mm1IRGhnMElEQXhFY1hFeGlvcUtCSDhRenM3T2lJeU1oTHU3ZTRYM0tiOGl1VnF0Um5aMk5zYU1HYU9Ua2pOejVrd01HVElFUU5uNm9aczJiVUpjWEp6Z0dyVzlSSnAyOE5SWDZ5d3RMY1dTSlV0MGd2d0hIM3hnTUJpR2hZWGgzWGZmUlVGQkFZQ3lOS1Nnb0NDc1g3OWVwNVpYWGJhMnRqbzFOMjNhemZZalI0NndQa3VGUW9FcFU2YWdSWXNXQVA1SmZKODRjYUtnUzBZenpiVDhaSWF2dnZvS1hicDBNZGpYcVMwakk0TzFFamlPRS95Y25KMmQ5UzRDVXI2YmdsUVBOZHZyMGRtelp3WGI4K2ZQUitmT25kbDJibTR1MHRMU0RFNjFkSEp5d3MyYk4vV3U0Nm1SbVpuSnB2aHBoSVdGd2NuSkNXdlhybVdETTVhV2x2ajAwMC9aNkRGUU5oQXpkKzVjYk4yNmxhVU9CUVlHc3Y0d096czdPRGc0MU9nZkFQejExMStDZTJyTHk4dkRqQmt6QkxWem9HdzFwTW1USnh2ODNLNnVyanBkRVlXRmhRZ01ETVRSbzBmMXZrY3pYZExIeDZkYWdTUXpNMU93cmYwRk1IbnlaSHovL2ZjWU5Xb1U2OHY5NjYrLzJHYzJOemVIajQ4UDY0TEp6YzNGL1BuekJmMlZHdW5wNlpnNmRhcmc1MldJOW1kczNicTFJT0JhV0Zpd3o2bjlqOVFNMVR6clVhOWV2ZGhLTzlPbVRjT0lFU09nVkNweDd0dzVKQ1FrQ0JiZTFlZnk1Y3Y0K09PUElaZkw0ZTN0RFM4dkwzVHAwZ1Z0MnJTQm82TWowdFBUTVdQR0ROYjAxa2hNVE1TVksxZmc3KytQaFFzWElqRXhFWFBuempVNGM2Vno1ODdZdm4wN0RoNDhpS0ZEaDdMclZTY25OU2NuQjNsNWVaQktwWkJLcFpESlpGQXFsVGg4K0xCZ2xwQ21WZ2FVMVo3bXpadW5rd2JWb1VNSHJGaXhvdEptcTYrdkw4YVBINDhkTzNhd2ZRcUZBZ3NYTG9SRUltRWoyOVZ4NnRRcC9QSEhIN0MydG9aTUprTmVYaDYrLy81N2Rsd2lrY0RlM2g1QTJXai83ZHUzY2UzYU5UeDkraFF5bVV5bmxscFNVb0xBd0VCMDZ0UUp3NGNQUjFSVWxPRC9sNW1aR1Z4Y1hOalA0T3JWcTNqMzNYY1JHaHFLb1VPSG9xaW9DSVdGaFlMRm9SOC9maXlZVHFwcFNXams1ZVVKWnJHUjJrSEJzeDUxN2RvVjBkSFJDQWdJUUk4ZVBiQjQ4V0tjUEhsU3B3OU5vMGVQSHVqVnF4ZTJiOTh1eU1kVUtCUTRlL1lzcThsS0pCTHMyN2NQZCs3Y0Vmd2gydHJhc212ZnZuMmI5YmtCWlVGQktwV3lsQjZlNThIelBGUXFsYURKcm5uK3pyQmh3M1RtU2xmazVNbVRnc1dMRFJrd1lBQjduWk9USTBpM0FjcHFVWkdSa1ZWZUtDVTRPQmpYcjEvSDZkT24yYjQrZmZyb3JJTlpWWnJjVFVQYXRtMExxVlFLbnVjUkZCU0VTNWN1Nlp4alkyTURYMTlmSEQ5K25IV2IzTGx6UjZlRklKVktzV3JWS25oNGVHRGl4SW1zaGx0U1VnSkhSMGZrNXViaWxWZGVFVXpEbE12bE9ITGtDTHV1UkNMUmVTNVZUazRPMXF4WkkrcnpFOE9vMlY2UE9uYnNpSkNRRUFRSEI4UGEyaHFKaVlsNkEyZXZYcjBRRXhPRGpSczNZdXpZc2RpL2Z6K0NnNFBaY21YbGpSNDlHdTd1N3VqZnZ6OExNdDdlM2poOCtEREdqQm1qTitkUmszcFRVbEtDa3BJU0tCUUtsSmFXR255Q282RkZoQTJwU2o5anAwNmRCUG1zUFh2MnhLZWZmc3BxbUIwNmRFQnNiS3pla1dWREpCSUpWcTllemZyOE9uWHFoTTgrKzB6dm9OU2FOV3VRbEpTRXBLUWtnN054dkx5OERPYU1jaHlIcVZPbnN0ZWFHcTZHWEM3SHVISGpjT2pRSVN4WnNnUUhEeDdFcUZHajBLVkxGK3pkdTFmUWQyMWxaWVhQUC84Y0F3WU1nS09qSTZLaW9saXRmTVNJRWVqWnN5ZnM3ZTExK3J0YnRteUpVYU5Hb1hmdjNnREtwbGlLR1V3azFVYzF6M29razhrd2R1eFlBR1VwTjJQSGptVURTUGIyOWhnNmRDamVmUE5OblQ4UUt5c3JCQVFFWU55NGNVaE9Uc2JSbzBlUm5KeU1vcUlpMk5yYXNqOWdDd3NMK1ByNklqczdHeHMyYklDRmhRWG16cDJMNGNPSDQ0Y2Zma0JhV2hvZVAzNk13c0pDcUZRcVZzdlVCRXpOZjdWck5oekhRU3FWVm1sdXZMYm16WnZEd2NGQjcxSjF6czdPR0RSb0VLWk9uYXFUbnVQcjY0dVFrQkNjUDM4ZTRlSGhvcDdjYVdGaGdmWHIxMlB4NHNWWXRHaVJ3VlFvUzB0TDF1ZHFiMit2ZC9VaVcxdGJORzNhRkZsWldaQktwVEEzTjRldHJTMWF0MjZOMGFOSEM1NEcwS1pORzR3Y09SS0ZoWVhvMTY4ZmV2WHFKYWd4TjI3Y0dLR2hvVkNwVkRBek04T21UWnN3Y2VKRU5HM2FGRXVXTEJIY3YxbXpadGk1Y3lkV3JWb2x5SW50M0xrelM5cDNkbmJHN05teklaZkxFUkVSZ1pDUUVMMlAzbkJ6YzhQZXZYdDE5bGYzL3lrUnFyMDF2SXpBMjl1YkJ5cGVjdTFaVmxCUWdNaklTTHo4OHN2bzFxMWJ0VlkxVWlxVlNFdExFenlHQVNoYnFkN0Z4YVhhNjRIV2hmejhmS2hVS25BY3gxS1M1SEo1bFJZLzVubStWcGVZZTFZOWVmSUVkbloyMWZxc211NlY4cjh2NVg5bXYvLytPNEN5UVNwOWF3ZFVkdnhacHZtZHYzRGhndEYrU1JyMGIyZERENTZFRUhHZWhlQkpmWjZFRUNJQ0JVOUNDQkdCZ2ljaGhJaEF3Wk1RUWtTZzRFa0lJU0pROENTRUVCRW9lQkpDaUFnVVBBa2hSQVFLbm9RUUlnSUZUMElJRVlHQ0p5R0VpRURCa3hCQ1JLRGdTUWdoSWp3WDYzblM4MWdJSWZXdFFkYzhlWjcvMWRobElJUVlUYXF4QzBCSWcrUHQ3YzFyMW5NbHhCZ2FkTTJURUVLTWhZSW5JWVNJUU1HVEVFSkVvT0JKQ0NFaVVQQWtoQkFSS0hnU1FvZ0lGRHdKSVVRRUNwNkVFQ0lDQlU5Q0NCR0JnaWNoaEloQXdaTVFRa1NnNEVrSUlTSlE4Q1NFRUJFb2VCSkNpQWdVUEFraFJBUUtub1FRSWdJRlQwSUlFWUdDSnlHRWlFREJreEJDUktEZ1NRZ2hJbER3SklRUUVTaDRFa0tJQ0JROENTRkVCQXFlaEJBaUFtZnNBaEJTRlY1ZVhnTUJETkZzY3h3M0J3QjRubCtqZGRxWjFOVFU3K3U3Yk1RMFNZMWRBRUtxU0trSm1OcTA5NmxVcXBIMVd5Uml5cWpaVGhxRTFOVFVVenpQNTFSd1NxNVNxZnloM2dwRVRCNEZUOUpRS0FIc3ErRDQ4ZlQwZEVWOUZZWVFDcDZrSVlrM2RJRG4rVy9yc3lDRVVQQWtEVVplWHQ1SkFMbmw5L004WC9ENDhlUDlSaWdTTVdFVVBFbURjZjM2OVJLZTU3OHJ2NS9qdUo5dTNicFZiSXd5RWRORndaTTBLRHpQNjZRaXFkVnFTazhpOVk2Q0oybFE3dCsvbndTZ1FHdFhVV2xwS1FWUFV1OG9lSklHSlNzcnF4Q0Fkdi9taWZUMDlIeGpsWWVZTGdxZXBNRlJxOVhhL1o0MFVFU01nb0luYVhDS2lvcCtCRkRNODd5aXRMUTB6dGpsSWFhSmdpZHBjREl5TXZKNG5qL01jVnh5V2xyYVkyT1hoNWdtbXR0T0dpU2U1K01BTkRGMk9ZanBhdENyS25sN2UvOEl3TmZZNVNDRUdFWHloUXNYK2hycjVnMjkyVTZCa3hEVDFjZVlOMzh1bXUwcEtTbkdMZ0locEI3NStQZ1l1d2dOdnVaSkNDRkdRY0dURUVKRW9PQkpDQ0VpVVBBa2hCQVJLSGdTUW9nSUZEd0pJVVFFQ3A2RUVDSUNCVTlDQ0JHQmdpY2hoSWhBd1pNUVFrU2c0RWtJSVNKUThDU0VFQkVvZUJKQ2lBZ1VQQWtoUkFRS25vUVFJZ0lGVDhJVUZoYmk4dVhMRlo1VFhGeU1qSXdNOWsraFVOUlQ2U3FXa1pHQmtwSVN2Y2ZVYWpXdVhyMXE4TDBYTDE1RWFXbHBYUldOUEtjb2VEWVEwZEhSOFBIeGdZK1BEMTU5OVZVVUZoWWFQSGZPbkRuczNLRkRoMVk1TUN4YnRnd0JBUUZZdVhJbDh2THk5SjV6N2RvMXZQZmVlK3hmVmxhV3FNOERBTm5aMlZpNWNpVTJiZHFFZmZ2MklTY25SM0M4b0tBQTU4NmRxL0FhSlNVbCtPS0xMekJ1M0RpRWg0ZnJITS9KeWNIMDZkTXhidHc0SEQ1OFdPZjRuVHQzTUdYS0ZQajUrV0gzN3Qwb0tpcXExbWZJeTh2RCtmUG5zVy9mUHF4Y3VSS25UcDJxMXZ1ckl6OC9IOE9IRDJmL05GOTB0Mjdkd21lZmZZYjhmSHA4ZlgxNkxsYVNmOTZscDZkank1WXRiSHY2OU9rd056ZUhTcVVTbkNlUlNIRDU4bVVrSlNXeGZSTW1USUJFSXRFNTE4ek1UTEM5YTljdUhEOStIQUR3M1hmZklTVWxCZnYyN2RNNXI3clVhalg4L1B4Z1kyT0RGMTk4RWRPbVRVT0hEaDBBbEQwQjRMdnYvbmtFKzZCQmc5anJwMCtmSWlnb0NILzg4UWNtVFpxRUR6LzhFQnluKzhpdFRaczJZZWZPblFDQWhJUUVkT2pRQWUrOTl4NDd2bVhMRnZ6dmYvOERBQ3hkdWhURnhjVVlOV29VTzc1Ky9Yb29sVXJjdjM4ZmE5ZXVoVVFpd2J2dnZsdmx6NWVSa1lHcFU2ZXk3YnQzNzZKMzc5NVZmbjkxU0NRUy9QMzMzMnk3cUtnSXUzYnR3dnIxNjZGV3EzSDc5bTFFUmtiVytQOFpxWnFHL2dBNEhuaStIOE5SVUZBQWYzOS8zTDU5dTlKekl5TWpFUlVWaFQvKytLUFNjN1YvWm9tSmlRZ0xDNE5hclFZQVNLVlNSRVZGd2NmSEI3Nit3c2RFcVZRcVFRMm5VYU5Ha0VpRURaaWVQWHZpMDA4L0JRQmN1blFKRXlkT1pNY1NFaExnN093TUFGaTVjaVVMbnMyYU5jT0JBd2ZZZWF0WHI4YmV2WHZaOW9BQkF4QWVIZzRMQ3d2QnZRb0tDakJtekJoV0E1WktwZmo2NjYvUnVYTm5BRUJwYVNtQ2c0TlpBSlZLcGZqbW0yL2c3dTZPYytmT1lmcjA2ZXhhZ3djUFp1V3VLcDduNGVmbngrNHZrOGx3L1BoeDJOallWT3M2VlZGYVdvb2VQWHF3N2Fpb0tMaTV1Y0hmMzUvVjJ0OTU1eDNNbXpldjF1LzlyTkU4aHVQQ2hRdEdpMkZVODN5R0tSUUt6SjQ5dTBxQkV3QjI3TmhScGNDcHJYemdCSURRMEZEMnkvbjA2ZE1LMzYrdmVhOGRYTFdic1c1dWJpeHdBa0JxYWlwNzdlbnBLYmpHckZtejhPREJBL3o0NDQ4QWdKOS8vaG1yVjYvR29rV0xCT2RaVzFzalBEd2NreWRQaGxxdGhsS3BSR2hvS1BiczJZTkdqUnBCSnBNaElpSUNBUUVCS0N3c1JFUkVCTnpkM2FGUUtMQnk1VXAybmZidDIyUHg0c1U2bjZXNno4b3BMUzFGdjM3OUtqMVB6QmUrVENZRHgzSGdlUjVBV2VCdTBxUUpQdi84YzB5Wk1nVXRXN2FzczFvdjBVWEI4eG0yZVBGaXdSL1pzbVhMNE9EZ2dJVUxGNktrcEFTUmtaRjQ4Y1VYQVFBM2I5NUVTRWdJTzNmNDhPRVlPSEFnd3NMQ2tKdWJDeDhmSDRTRmhRbWF2a1ZGUlZpeVpJa2djSTRmUHg0alJveW90Yy93ODg4L3M5ZTlldlZpcjU4OGVZSS8vL3lUYlh0NGVBamVKNVBKc0dyVktpeGV2QmhIamh4QjI3WnRNV1BHREwzMzhQVDB4Smd4WTdCbnp4NXdISWR1M2JxQjR6aU1IRG1TblpPWGx3ZU80N0IwNlZJQVpRTmY5KzdkWThjZlBuekltdXN1TGk3WXVIR2orQTlkVFYyN2RoWDhQNmlxd01CQXdmYjE2OWN4WThZTWVIcDZDcnA1U04yZzRQa002OWV2SDVLU2tsQmFXb3BSbzBaaDJMQmhpSXVMUTI1dUxvQ3labHRzYkN4eWMzUFJ2bjE3OU96WkU2ZFBuNGF6c3pOQ1FrS1FuNThQdVZ3T29LeW04OE1QUDJEYXRHbnMrcGFXbHVqV3JSdXJIYjcxMWx1WU9YT21vQXpsYTBocGFXa0lDQWhnMjk5Ly96MWF0bXhwOERQY3VIR0R2ZjdtbTIvd3pUZmY2RDF2NWNxVmdwcGdlZGV1WFJOMElYenl5U2NZT25RbzJ3NE1ETVNOR3pjd2NlSkVkTzNhRlFEMDF0Z2ZQWHFrOS9xUEhqMWl4OHIzRDJ1WW1abUo3azlVcVZRR3Iwc2FKZ3FlejdBaFE0YkEwZEVSdTNidHd0eTVjd0VBbzBlUFJrcEtDcEtTa3RDOWUzY1VGeGRqNE1DQjdEM3Z2LzgrZXZmdURSc2JHOWpZMkdEdDJyV1lQSGt5M056Y0JQMWxHa09IRHNXcFU2Zmc1K2VIME5CUXhNZkhvMnZYcm1qZXZIbTlmYzdhWUdGaGdhaW9xRHE5eDRJRkMwVFh5ci83N3JzS3Z4dzBtalZyWmpCQUs1VktaR1ptc20wM056ZTk1N200dUlncUk2a2VDcDdQdUc3ZHV1SFNwVXZZdG0wYjIrZmk0b0wrL2Z0RElwR3drV2FOL1B4OG5EOS9IdWZQbjJmNyt2YnRpelp0MmlBbEpRVTNiOTRVTkdmNzl1MExQejgvTEZxMENHbHBhVmk1Y2lWc2JHeXdhdFVxaElhRzZwU25mTzBwSUNCQVo4QUlBRnEwYUlGdDI3YnAvVU5XcVZTNGYvOCsyN2F6czRPVmxWWGxQd3d0VlRsZlg3K2lkaE41MGFKRmxRYkRWMTk5bGIxdTFxeFp0Y3FvclhuejVvSnJHUklURXlQb0Y5YVduWjJOWWNPR3NlMXQyN2JCMXRZV1FGbTNSS05HalVTWGoxUWZCYzhHSURvNld1OStUV3FSdHJpNE9MM25hZ1plV3JkdUxRaWUxdGJXV0xKa0NmTHk4dGpBVVc1dUxvS0NncXJVRDJjb0gxVFR0YUF2dC9MUW9VT3M3eEVBWW1OajBicDE2MHJ2VlY1Q1FvTE9BQkpROFdDTTltZXFTaE5jdTdaWTNjR2o4aXd0TFpHY25DejYvZVdEWTJGaElXeHRiWkdUa3dNL1B6OTRlSGl3dm02cGxQNjA2eHI5aEFsNG5zZWlSWXNFVFVJL1B6L3MzNysvVHU2MVo4OGV0dDJsU3hkUmdWTU1wVklwMkg0V0E4eVVLVk1NQnZYbzZHaVltWm14MnYvVHAwL1JwRWtUYk51MkRVVkZSVGgzN2h4dTNyeXBrMTVHNnNhejk5dERkRlJVazFJb0ZPalpzeWZiM3JObkQ5cTNiMSt0NjBkSFIrUGt5Wk5zMjlQVEV4OS8vTEhlV2wxNTJqT0FYbnJwSlppYm0xZDQvb2tUSndSVEpkUFMwcXBjbzVQTDVUaHo1a3lsNTVYL21SZ1NGaGFHc0xBd3ZjZFdyRmlCMTE1N1RiRFAwdEt5U3VVMHBDcnYxMDZDTDgvTXpBeU5HemZHdzRjUEFaUmxMTnk3ZDA4dzBXRHMyTEdReVdRMUtpZXBHZ3FlejdCOSsvWVpiQlpybE8rRDNMOS9QeHdkSFN1OTlodHZ2QUZuWjJmczM3OGZYMy85dGVEWTZ0V3IyU2g5WmJTVHpQZnYzMS9oUUpOS3BjS0dEUnVxZE4ycWVPV1ZWOUM5ZTNkY3ZueFprS1pWVjJyUzVLNE41dWJtY0haMlpzSHovdjM3K082Nzc5aWMvc2FOR3d1NlpFamRvdUQ1RE51NWN5ZXlzN09yOVI1RGZaN2wvZnZmLzBacWFxcmVHVFdhdnJYaHc0ZFg2OTRmZnZnaGF3cTNhZE1HYTlhc0VSemZ1WE9uM3ZRaFE2UEdnRERkcUh5TlNpNlh3OUhSRVhaMmRvTDlITWZwdldaK2ZyNGdWYW1pa2UyNm1DR2tEOC96Z243WS8vNzN2K3pMTHpNekUzNStmdXlZdWJrNVhGMWRrWjZlRHFBc1RTd3RMWTBkbnpScFVyVUgzb2g0RkR4TjJLVkxseW9jRktxb0NhblAzYnQzMmV2eWd4czNiOTVFVEV5TTN2Y1pTc3pmc1dNSDFxOWZ6N2JmZi8vOUtwVkRKcE1oUGo1ZVovK2NPWE1FOC83NzlPbURnSUFBT0RrNUdieFdUUWVKREVsS1NrS2pSbzEwVnFYUy9vTFFYdEJGSXBGQUxwZWpSWXNXYko5MjRIUjFkY1ZiYjcxVkoyVWwrbEh3ZklicEc2bXVpaWRQbmdoeVArUGk0dlFPeWp4OStoVDc5dTJEVENhcjB5WFpTa3BLRUJvYUtsZ3lybjM3OXNqSXlBQUFSRVJFb0czYnR1alVxUk03ZnZqd1lVRVQzOVBURS83Ky9xTExjUFRvVVVIZ0JJQzllL2NpUGo0ZXc0WU53NFFKRTJxVWlpUlcrZW12MXRiVzdMWDJORmROZjJuYnRtMzFYdWVqano2cWNsY0xxUjBVUEo5eHRWSHpHVDE2dEdCNzBxUkptRDU5T3J5OHZDQ1h5N0Z5NVVyTW1UTkg1MzBwS1NuZ2VSNWZmZlVWWW1Oak1XUEdERXlZTU1GZytmVDFlZkk4ajJYTGx1SGF0V3RzMzVBaFE3Qmd3UUs4OTk1N3VIUG5Ea3BLU2hBVUZJVG82R2o4NjEvL3dyWnQyL0RsbDEreU9keE9UazZJaUlnUVBidm4wS0ZEQmhmOFVDZ1VpSStQeDRFREJ6QnMyREI4OE1FSGd0eFVmWU04S3BWS1VHTzBzTEJnYzg2TGk0dlpmcmxjYnJETW1tbXkybE5FcmEydEJlZHIxL3p0N2UwQmxHVW5sTmUvZjMrOC9QTExXTFpzR1VhT0hLbjNIRkw3S0hpYU1GdGJXMnpldkZsUTR5dnY0TUdEaUkyTkJWQzJhcE96c3pNR0R4NWM1WHRFUmtZaU1UR1JiVHM3TzJQZXZIbXdzckpDUkVRRUprK2VqSUtDQXVUbTVtTHk1TW53OFBBUWpPRGIyZGtoS2lvS0w3endRclUvWDJabUppSWpJM0hzMkRIQi92RHdjQlFWRldIanhvMTQ4dVFKZ0xLQWVPREFBU1FrSkNBb0tBamp4bzBEb0grUTZQdnZ2OGVLRlNzQWxBWEI0OGVQdzlMU0VvOGVQUklrd3E5Y3VSTDkrL2RuMi9uNStUcDlxVGR2M2hUOGJKS1RrOEZ4SEVwTFM3RjU4MmJCTWFDc1dTK1h5MW53dHJPenc4S0ZDd0dVNWYwZVBIZ1EzYnQzeDZwVnExZ0NQYWtiRkR5ZmNkcnp5SzljdVlLelo4K3k3YUZEaDdLRlFiUVZGeGNMbG5NYk1XSUVxN2tBZ0xlM04zdGRVZUFFZ05kZmZ4MkhEaDFDYW1vcXEwVzJidDNhWVBOUlcweE1ETFp2Mzg2Mk5Tc2NhZjZvMjdWcmh3MGJOaUF3TUJERnhjVXNWMUhEMmRrWmtaR1JjSGQzci9BKzVmdHQxV28xc3JPek1XYk1HSjFGbzJmT25Ja2hRNFlBS0ZzL2ROT21UWWlMaXhOY28xdTNiZ2J2VlZoWWlOMjdkN1B0ZHUzYVZUbUZLVFkyRmovLy9ETUdEQmlBTjk5OEV5MWJ0aFNzM04raVJRc2tKeWZqMjIrLzFYbHZ4NDRkb1ZBbzhORkhId2xxdlQ0K1BuQndjRUJPVGc3N3JPZk9uZE83OWltcFhSUThuM0hCd2NIc2RVRkJBZDU2NnkwOGVQQUFRRm1UYjlteVpUclRJeDgrZkNnSW51Kzk5NTdvUkhTcFZJcFZxMVpoOU9qUmVQcjBLZDUrKzIxMkxVMnoyaER0UUE4QTgrZlBaK3RzQW1XemtOTFMwbUJsWlNWbzdtbzRPVG5oNXMyYmNIVjExVm5IVXlNek01UFZBalhDd3NLd2RPbFNyRjI3RnJObnowWlJVUkVzTFMwUkZoWW1xRFUzYXRRSWMrZk94WkFoUTdCOCtYTGN1SEVEZ1lHQmFOZXVuZDU3L2Zubm53Z0xDeE5rQUZTbkZuNy8vbjFrWm1aaTE2NWRhTnUyTFZxMmJJblRwMCt6NDIzYnR0WDdaV2hyYTR2Um8wY2pORFFVRnk5ZUZCdzdjZUlFYnQ2OEtSaXNlL0hGRjJtcVpqMmc0Tm1BV0Z0YlkrN2N1V3l4VzgxcTd3TUdERUJKU1FuTXpjMGhrVWh3OE9EQldyM3ZDeSs4Z0xDd01PVGs1R0RreUpFc1dQLzIyMitDODhyMzcvWHExWXY5c1UrYk5nMGpSb3lBVXFuRXVYUG5rSkNRZ0o5KytxbkNaeUJkdm53WkgzLzhNZVJ5T2J5OXZlSGw1WVV1WGJxZ1RaczJjSFIwUkhwNk9tYk1tTUdhM2hxSmlZbTRjdVVLL1AzOXNYRGhRaVFtSm1MdTNMbHdkWFhWZTUvT25UdGorL2J0T0hqd0lJWU9IY3F1WjI5dkQ1N244ZHR2dnlFK1BoNkppWW1Ddk5ybXpac0wrcFBMMS9ZeU1qTHc4c3N2UXlLUjROcTFhNElFLzdadDJ5SWxKVVdRaXVibDVRV3BWTXArdmpZMk5talhyaDFtelpxRmRldldDUWE4Tkgyc0twVUtNMmJNRU5SK3FjK3pmbER3YkdBR0RoeUluajE3NHN5Wk14ZzhlREJlZi8xMTdONjlXOUEvVnA1MmsxMHNYMTlmUEh6NEVOMjZkWU5NSm9ORUloSFVGaVVTQ1J3Y0hBVHY2ZHExSzZLam94RVFFSUFlUFhwZzhlTEZPSG55Skp2M1hsNlBIajNRcTFjdmJOKytYWkNQcVZBb2NQYnNXVmFUbFVnazJMZHZIKzdjdVNNSW5MYTJ0dXphdDIvZkZqelQ2TlNwVTVCS3BTekE4VHpQZ285Mmt6MGlJZ0lBTUd6WU1FeWZQaDBUSmt4Z05YMXRUWm8wd2ZyMTZ3VTFZbXRyYTBna0VpaStxak1BQUJIRlNVUkJWSGE5bUpnWXZlbFpscGFXYU5PbWpXQjlVbXRyYTNoN2UwTW1rN0ZWN3pVQ0F3TUZ0WGhYVjFjc1hMZ1FNMmZPUkdscHFjNXpwUFN0bmtWcUh6MEFyZ0dhTjI4ZVZxOWVqVTgvL1JTMnRyWVY5bHU2dWJucEJEV3hYbmpoQmJSbzBRSUtoVUtubWQyM2IxK2RwblhIamgwUkVoS0M0T0JnV0Z0Ykl6RXhVVy9nN05XckYySmlZckJ4NDBhTUhUc1crL2Z2UjNCd3NONG1MRkNXUGVEdTdvNysvZnV6cEhCdmIyOGNQbndZWThhTTBkdmZwMWFyb1ZBb1VGSlNncEtTRWlnVUNwU1dsaHJNYyszYnR5K2NuWjExTWhXQXNwbE51M2Z2MWtuRU56YzNyMUxnR2pGaUJNek16REJwMGlUMkdWOTk5VldEMHlvblRweklQcWV6c3pPaW82UFJ2WHQzZlBUUlJ6cm4ydHJhVm1uMUpsSnpEYnBYMlJTZVlWUVZkKy9leGV1dnZ5N1lKNWZMMGFGREI0U0dobFpwY0VjNzVlak1tVE1HY3dhWEwxK09vMGVQUWlxVnd0emNISTBiTjRhWGx4Y0NBd01ySGQzZHNHRURHMEN5dDdmSDBLRkQ4ZWFiYnhvY0VGSXFsVWhPVHNiUm8wZVJuSnlNb3FJaTJOcmE0c0NCQSt4ZVM1WXNRWFoyTmpaczJNQ0M5OVdyVi9IRER6OGdMUzBOang4L1JtRmhJVnVNV0sxV3M0Q3ArYTkyM3kzSGNaQktwVWhJU0lDMXRUWFVhaldtVFp1RzgrZlB3OGZIQjFPblRxMHdmZXpKa3lkWXQyNGR6cDA3aDRLQ0FuWnRtVXlHcGsyYll2RGd3Umc3ZGl4cm1qOTY5QWdmZmZRUmxpNWRXdUZNcTNQbnptSDkrdlZZdDI2ZFlNbTZwS1FreE1URTRNYU5HMmpWcWhYbXo1K1BsMTU2cWNML0Q4K0RaK0VaUmhROG54TkZSVVhnT0E0U2lVVFFiMVpWMm5QbzYycXdvYUNnQUpHUmtYajU1WmZSclZ1M2FxMXFwRlFxa1phV0JyVmFMUWhlTjI3Y2dJdUxTNTFPUzd4Ly96NGVQMzVjN1FWWHFvcm4rU3FOanF2VjZtci9mMzFlVWZDc0lRcWVoSmltWnlGNDB0Y1lJWVNJUU1HVEVFSkVvT0JKQ0NFaVVQQWtoQkFSS0hnU1FvZ0lGRHdKSVVRRUNwNkVFQ0lDQlU5Q0NCR0JnaWNoaEloQXdaTVFRa1NnNEVrSUlTSlE4Q1NFRUJFb2VCSkNpQWpQeFVyeXRmRjRYa0lJcVk0R1hmUGtlZjVYWTVlQkVHSTBxY1l1QUNFTmpyZTNONjlaejVVUVkyalFOVTlDQ0RFV0NwNkVFQ0lDQlU5Q0NCR0JnaWNoaEloQXdaTVFRa1NnNEVrSUlTSlE4Q1NFRUJFb2VCSkNpQWdVUEFraFJBUUtub1FRSWdJRlQwSUlFWUdDSnlHRWlFREJreEJDUktEZ1NRZ2hJbER3SklRUUVTaDRFa0tJQ0JROENTRkVCTTdZQlNDa0tyeTh2QVlDR0tMWjVqaHVEZ0R3UEw5RzY3UXpxYW1wMzlkMzJZaHBlaTRlQUVkTWdsSVRNTFZwNzFPcFZDUHJ0MGpFbEZHem5UUUlxYW1wcDNpZXo2bmdsRnlsVXZsRHZSV0ltRHdLbnFTaFVBTFlWOEh4NCtucDZZcjZLZ3doRkR4SlF4SnY2QURQODkvV1owRUlvZUJKR295OHZMeVRBSExMNytkNXZ1RHg0OGY3alZBa1lzSW9lSklHNC9yMTZ5VTh6MzlYZmovSGNUL2R1bldyMkJobElxYUxnaWRwVUhpZTEwbEZVcXZWbEo1RTZoMEZUOUtnM0w5L1B3bEFnZGF1b3RMU1VncWVwTjVSOENRTlNsWldWaUVBN2Y3TkUrbnA2Zm5HS2c4eFhSUThTWU9qVnF1MSt6MXBvSWdZQlFWUDB1QVVGUlg5Q0tDWTUzbEZhV2xwbkxITFEwd1RCVS9TNEdSa1pPVHhQSCtZNDdqa3RMUzB4OFl1RHpGTk5MZWRORWc4ejhjQmFHTHNjaERUUmFzcWtRcjUrUGhZOFR3L21PZjVmaHpIOVFiZ0NzQVJnTXpJUlh0V0tQOS96bjBXeDNHbkFad29LQ2c0a3BHUmtXZnNncEc2UmNHVDZOV2xTNWZHTXBuc0l3QkJBR3lOWFo2R2hPZjVBcDduWTlScTlhcExseTdkTjNaNVNOMmc0RWwwK1BqNHZLMVdxNy9pT0s0eHgzRjQ2YVdYMEx0M2IzaDdlOFBWMVJYMjl2YVFTcW5IQndDVVNpV2VQbjJLN094c1hMaHdBYWRQbjhiNTgrZkI4enhRTnBWMDVvVUxGN1ladDVTa0xsRHdKTnJNdkwyOTF3Q1lDUUQ5K3ZYRHpKa3o0ZWJtWnVSaU5TeFpXVm5Zc0dFRGpoMDdwdG0xNWNLRkMxTlJ0aklVZVU1UThDUWFVbTl2NzFnQUFZMGFOY0tpUllzd2NPQkFZNWVwUVR0NzlpekN3c0x3K1BGakFOalBjZHpvbEpTVVVtT1hpOVFPTTJNWGdEd2J2THk4SWppT20rN2s1SVRObXpmRDI5dmIyRVZxOEpvMWE0WkJnd2JoeElrVHlNdkwreGVBWnRuWjJRZU1YUzVTTzZqbVNmRFNTeSs5SjVGSWR0dmIyMlBidG0xbzNyeTVzWXYwWExsMzd4NG1USmlBQnc4ZUFFRHdoUXNYdmpSMm1Vak5VZkEwY1Y1ZVhrMDVqdnZEek16TU5qSXlFdDI3ZHpkMmtaNUxseTlmeHFSSmsxQmFXbHFnVkNvOTB0TFMvalIybVVqTjBBd2pFOGR4M0JjQWJNZU1HVU9Cc3c1MTd0d1pIMzc0SVRpT3M1WktwVEhHTGcrcE9hcDVtakFQRDQvdVVxbjBySXVMQytMajR5R1h5NDFkcE9kYWFXa3B4b3daZzF1M2JrR2xVcjEyOGVMRi94cTdURVE4cW5tYU1ETXpzMlVBOE1FSEgxRGdyQWN5bVF3elpzd0E4TS9QbmpSY0ZEeE5sS2VuWnllTzQxNXpkWFdGbjUrZnNZdGpNbDUrK1dXNHU3c0RRQThmSHgvcUoybkFLSGlhS0RNenM4a0FNR0xFQ0hBYzlkN1VGNDdqNE8vdkR3QlFxOVd6akZ3Y1VnTVVQRTFRcDA2ZDVEelBqNWRLcFJnNWNxU3hpMk55ZkgxOUlaUEp3SEhja0pZdFcxb1l1enhFSEFxZUprZ3VsNy9NY1p5RGw1Y1g3TzN0NisyK1Q1NDhxZEo1eGNYRnVIUG5EdnRYVXdxRmd2MVRxOVUxdmw1TjJkallvRisvZmdCZzUrRGdNTnpZNVNIaTBPb09Kb2puK1VFY3g2RjM3OTcxZVU4RUJBVEF3c0lDSTBhTXdOQ2hRMkZycTMreHBnc1hMaUE0T0podHA2U2tpTDZ2UXFGQXo1NDkyWFpVVk5RemtaSTFZTUFBSEQ5K0hEelB2dzVnbjdITFE2cVBhcDRtaU9PNE40Q3l3WXY2Y3VyVUtkeTVjd2ZYcmwzRDZ0V3JrWkdSVVcvM2ZoWjVlbnBxWHZZMVpqbUllRlR6TkRHZE9uVnk0RGl1ZzRPRFE3MnVsclI3OTI3MnVrK2ZQdWphdFd1TnJ4a1VGSVF6Wjg1VTZ6M1RwMCt2MG5rMXFlMVdoWXVMQzV5ZG5YSHYzcjJXSGg0ZUw5SzZudzBQQlU4VEk1UEpQQUNnVFpzMjlYYlB0TFEwL1BycnJ3QUFpVVNDV2JQK0dXVDI4ZkdwOVAzNnp2SDA5SVNWbFZYdEZkSUlQRHc4Y096WU1VaWwwajRBNG8xZEhsSTkxR3czTVJ6SC9Rc0FXclZxVlcvM2pJbjVaemJpcUZHajBLcFZLNVNXMHNwc0hUcDAwTHlzL0J1RVBIT281bWxpTk1HenZwcnNwMCtmeHVuVHB3RUFqbzZPQ0F3TVJHRmhJVWFQSGcxdmIyOVlXMXZqaFJkZUVMeW51TGdZOSs3ZFk5djZ5dXJpNG9JNWMrYWd1TGk0d3Z1WGxwWUswckhDdzhPMSt4dU55dFhWRlFEQTgzeHJJeGVGaUVEQjA4VHdQTitPNHppMGFOR2l6dTlWVkZTRWlJZ0l0aDBTRWdJYkd4dXNXYk1HMmRuWitPR0hIMkJyYTRzZE8zYkF4c2FHblhmNjlHbkJhSHQ4dlBnV3JVS2hFR3c3T0RpZ2FkT21vcTlYbTV5ZG5UVXY2LzUvQnFsMUZEeE5qd3NBbmRwZVhkaTNieC9MMDVSSUpOaTdkeSsyYk5tQ216ZHZzblBtekprakNKeGlWS1hmVktPeUFhUDkrL2ZYMjNxbWRuWjJtcGVPOVhKRFVxc29lSm9ZanVPYUFFRGp4bzNyL0Y0ZE8zWmtyOVZxTmRMUzBnVEgrL2J0Q3hjWEY1MVpUdVdiNHZwbVFlM2F0YXZCRHhocDhsdzVqcVBnMlFCUjhEUTkxZ0RxSmZEOCs5Ly9ocjI5UFFvTEM5RzRjV004ZmZxVUJVWjdlM3NzV3JRSXYvLytPMjdmdmwzaGRmUWRWNmxVZXM5MWRYWFZlYktuOXZ1ZG5aMWhZV0ZoOEhoOTBpcUhwVkVLUUdxRWdxZnBzUVJRTDB2UVNTUVNIRHAwQ0ZaV1ZyaCsvVHJHalJ2SGppMVlzQUNPanJWZjRWcTNiaDFhdC81bi9LWDhES01sUzVZSVpoZ1ZGaGFpYjEvajVLbkxaRExOUzFvUHNBR2k0R21pNm1zbEpTc3JLeWdVQ2l4YXRJaWxKdzBmUHB3OW1iTnYzNzUxbnBEZUFOQ3lWZzBRQlU4VHcvTjhNY2R4TmlVbEpmWFdaN2g2OVdwY3ZYb1ZRRm5hMGR5NWN6VmxxZlVnUG52MmJKMW11N1pseTVicE5OdU5SU3ZYdGNTWTVTRGlVUEEwUFFVQWJJcUtpdW9sZU83WnMwZVFhbVJwYVlucDA2ZmozcjE3Y0hCd1FGUlVGRnZmc2pvT0hORC9CTi9Nek13SzM2ZWRQMnBzSlNWbE1aUG4rWXFUVmNremlZS25pZUU0N2g0QTU4ZVBIOWRKbjZPMlI0OGVZZTNhdFlKOVY2NWNZYStiTjI4T3RWcU52Ly8rdTA3TDhhekt6YzNWdkh4a3pISVFjU2g0bXA1c0FCNFBIejZzOC9udGpvNk9hTmV1bmQ0VmxDUVNpWGFTZUkyVTd6TXRMaTdHdkhuemNPclVLWVB2YWRxMEtiNzg4c3Q2WFJ5bHZLZFBud0lBT0k2ajROa0FVZkEwTVR6UFgrVTQ3clU3ZCs2Z1I0OGVkWDYvTjk1NEExWldWbWpmdmozYzNkM1JyRmt6Tkd2V0RNN096cEJLcFRvTEpDY2xKYUZSbzBZNjE3bHo1dzVHakJoUjZmMGVQSGlBZWZQbTRkS2xTd0RLZ3JUMkFzak5temZIblR0M2tKV1ZoWWtUSnlJaUlnTC8vdmUvYS9ncHhkSHFRcWo1aXMrazN0SENJQ2FHNS9rckFIRHIxcTE2dWQrNzc3Nkx6WnMzWSs3Y3VYanJyYmZRdlh0M1dGcGFJajA5SFFjUEhrUk9UazZ0M1NzcEtRbnZ2UE9PSUhBdVdiSkVjTTVISDMzRVppUTlmZm9VMDZaTlEyUmtwTTQwenZxUWxaVUZBT0I1L2thOTM1elVHTlU4VFF6SGNSbEEvUVRQckt3cy9QcnJyL2o3NzcveDk5OS9Jek16RTMvOTlSZnk4L1BaT1Z1MmJLbnhmVzdmdm8yMWE5Y2lPVG1aN1pQSlpGaTZkQ2w4ZlgwRkFWUW1rMkh0MnJXWU1XTUdMbDY4Q0xWYWpXM2J0dUhZc1dNSURnN0dvRUdEYWx5ZXF0TDAvNnJWNnRSNnV5bXBOUlE4VFl4RUlybkk4enl1WDc5ZTUvZEtUMC9ISjU5OFV1RTU1ZE9HK3ZmdlgrWHJYNzU4R2J0Mzc4YVBQLzRvbUhIazZPaUl6ei8vSEI0ZUhucHJsRFkyTnRpMGFSTVdMbHlJbjM3NkNVRFpLUDM4K2ZNUkd4dUxkOTU1QjhPR0RZTzV1WG1WeXlMR3hZc1hBUUFTaVNTNWtsUEpNNGlhN1NZbUpTWGxJYy96MXg0K2ZGam5vOXdWclJrcWtValF0R25UR3VWY3hzZkg0Ny8vL2E4Z2NQcjYrbUx2M3IzdzhQQ284TDF5dVJ3UkVSRUlEZzRXNUlYZXVIRUR1M2Z2cnZNSHhkMi9meC9aMmRrQWNDYzFOVFdyVG05RzZnVFZQRTNUSVFBaEowK2V4THZ2dmx0bk4yblJvZ1ZzYlczUnZIbHp0R3JWQ3ExYXRVTExsaTNSdkhsek5HL2VISEs1WEdmQXlOWFZWVy9pdkZLcHhOMjdkd1g3UWtKQ2NQTGtTZVRrNUtCcDA2YVlPWE1tWG5ubGxTcVhqK000QkFRRW9GdTNiZ2dQRDBkR1JnYk16TXl3WXNVS1dGclc3WFJ6VGEyVDUzbXFkVFpRRkR4TkVNZHh4d0NFbkRwMXFrNkRwMXd1eDg4Ly8xeXQ5K3pldmJ2S28rMDJOamI0K09PUDhlREJBNHdhTlVwN3JuaTFkT3pZRWJ0MjdjS0JBd2RRVUZDQWYvM3JYNkt1VXgwblRwd0FBSEFjbDFEbk55TjFndWJVbXFDV0xWdGFPRGc0M0pQSlpMYkhqaDNURzZ6cWkwcWx3dSsvLzg2Mk8zWHFCSWxFdHpkSm9WQUk4a1c3ZE9sU3BldnpQQzlZTmFsSmt5WkduNTVaV0ZpSVYxNTVCY1hGeFFVU2llVEZsSlNVUXFNV2lCQlNkZDdlM2h1OXZiMzVuVHQzOHFSK0pTUWs4TjdlM3J5WGw5ZDN4djQ5SU9MUmdKR0pVcWxVbTRHeVFSZWU1NDFkSEpQQjh6eDI3ZHFsMll3MFpsbEl6VkR3TkZFWEwxNU01WG4reE8zYnQ1R1ltR2pzNHBpTXMyZlBhdkk3TDZTbXBwNHdkbm1JZUJROFRkdGlBUGpxcTYvb1VjRDFRS2xVSWpLeXJMS3BWcXVYRzdrNHBJYk1qRjBBWWp4Mzc5Njk3ZUxpMHZYcDA2ZnRlSjVIMTY1ZGpWMms1OXErZmZ0dzZOQWg4RHgvNnJmZmZ2dlkyT1VoTlVNMVR4T25WQ3FEQVJSczM3NWQ1d0Z0cFBaY3YzNGRHelpzQUlBaXRWbzkxZGpsSVRWSHdkUEVYYnAwNmFaYXJaNmxWQ294ZCs3Y1oycXg0T2RGVGs0T1FrSkNvRkFvb0ZhclA3bDQ4V0s2c2N0RWFvNmE3UVIzNzk2OTRPTGk0bHBZV09pVGxKU0UvdjM3R3pYMzgzbnk4T0ZEVEpzMlRaTnIrbTFxYXVwTVk1ZUoxQTZxZVJJQUFNZHhnUUQyWjJabXd0L2ZILy83My8rTVhhUUdMeTB0RGY3Ky9yaHg0d1lBL0ppYm0xdjk1NDJRWnhiTk1DTGFwTjdlM2xzQStBT0FuNThmcGt5WkFoY1hGeU1YcTJGNStQQWh2djc2YTN6NzdiZWFITnIvY0J6M1RrcEtDcVUwUEVjb2VCSWQzdDdlVXdGRUFMRGxPQTU5Ky9iRndJRUQwYjU5ZXpnNU9jSEd4cWJDSjFTYUVwVktoZno4ZkR4OCtCQVpHUms0Y2VJRWZ2cnBKODJxVEFVOHp5OUpUVTFkWSt4eWt0cEh3WlBvNWVIaDhhS1ptZGtLQUdNNGpyTTJkbmthbUNJQThVcWxjdjZsUzVkTTgrbDJKb0NDSjZsUSsvYnRHMWxaV1kzak9LNC9BQThBVGdEc1FDdHlhYWg0bm4rS3NpZGdYdUo1L3FSS3BkcVJscGIyMk5nRkk0UVFRZ2doaEJCQ0NDR0VFRUlJSVlRUVFnZ2hoQkJDQ0NHRUVFSUlJWVFRUWdnaGhCQkNDQ0dFRUVJSUlZUVFRZ2doaEJCQ0NDR0VFRUxJLzdVSGh3UUFBQUFBZ3Y2L2RvWUZBQUFBQUFBQUFBQUFBQUFBQUFBQUFBQm1BVUF5ZWdXRlBQd3VBQUFBQUVsRlRrU3VRbUNDIiwKCSJUaGVtZSIgOiAiIiwKCSJUeXBlIiA6ICJmbG93IiwKCSJWZXJzaW9uIiA6ICIiCn0K"/>
    </extobj>
    <extobj name="ECB019B1-382A-4266-B25C-5B523AA43C14-2">
      <extobjdata type="ECB019B1-382A-4266-B25C-5B523AA43C14" data="ewoJIkZpbGVJZCIgOiAiMjQxODY0NjM4OTc2IiwKCSJHcm91cElkIiA6ICI1MTE0NDg5MzIiLAoJIkltYWdlIiA6ICJpVkJPUncwS0dnb0FBQUFOU1VoRVVnQUFBVThBQUFML0NBWUFBQURtNzBVYUFBQUFDWEJJV1hNQUFBc1RBQUFMRXdFQW1wd1lBQUFnQUVsRVFWUjRuT3pkZVZ3VTVlTUg4TTl3Q1lnZ0tDS0ttWGxmR1BqTE0vUE9Jdy9FNDJzZWtkblhJNitzdlBKTXMweFR2K29YTXpYUHBOUTByMUF6cnp5cGdCQXBVY2tiUExuUFpYZm45d2V2bmUrT3U4QXlITXV5bi9mcnhhdWRtV2RubmlYNTdEUFBQUE1NUUVSRVJFUkVSRVJFUkVSRVJFUkVSRVJFUkVSRVJFUkVSRVJFUkVSRVJFUkVSRVJFUkVSRVJFUkVSRVJFUkVSRVJFUkVSRVJFUkVSRVJFUkVSRVJFUkVSRVJFUkVSRVJFUkVSRVJFUkVSRVJFUkVSRVJFUkVSRVJFUkVSRVJFUkVSRVJFUkVSRVJFUkVSRVJFUkVSRVJFUkVSRVJFUkVSRVJFUlVZZ1J6VjRES3Q5YXRXenVMb3RoYkZNWE9naUIwQkZBYlFEVUE5bWF1V25taEZrVXhFVUM4SUFnWEFaek55TWc0R2hzYm0yYnVpbEhwWW5pU1VTMWJ0blMzdDdmL0NNQmtBSzdtcm84bEVVVXhReFRGalZxdGR0bVZLMWNlbTdzK1ZEb1lubVNnZGV2V1E3VmE3ZGVDSUxnTGdvQ1hYMzRaSFR0MmhMKy9QMnJYcm8ycVZhdkN6czdPM05Vc0Y5UnFOVkpTVXBDUWtJQ0lpQWhjdkhnUmYvenhCMFJSQklCVUFOTWlJaUsybWJlV1ZCb1lucVRQMXQvZmZ5V0FhUURRdVhOblRKczJEWFhyMWpWenRTeExmSHc4MXE1ZGl4TW5UdWhXYlltSWlCZ1BRRzNHYWxFSlkzaVNqcDIvdi84bUFHOVhxVklGOCtmUFIvZnUzYzFkSjR0MitmSmx6SnMzRDBsSlNRQndRQkNFWWVIaDRibm1yaGVWREZ0elY0REtCejgvditXQ0lMem42ZW1KelpzM3c5L2YzOXhWc25nK1BqN28yYk1uenA0OWk3UzB0Q1lBZkJJU0VnNmF1MTVVTXRqeUpMejg4c3NqYkd4c2RsV3RXaFhidG0xRG5UcDF6RjJsQ3VYUm8wY0lDZ3JDa3lkUEFHQktSRVRFZjgxZEp5bytocWVWOC9QenF5VUl3dCsydHJhdTY5YXRROXUyYmMxZHBRcnA2dFdyR0R0MkxISnpjelBVYXJWdmRIVDBQK2F1RXhXUGpia3JRT1lsQ01KL0FMZ09IejZjd1ZtS1dyUm9nUWtUSmtBUWhNcDJkbllielYwZktqNjJQSzJZcjY5dld6czd1OHZlM3Q3WXYzOC9IQndjekYybENpMDNOeGZEaHcvSDdkdTNvZEZvZWtWRlJmMXM3anFSY214NVdqRmJXOXRQQU9EZi8vNDNnN01NMk52YlkrclVxUUQrOTdzbnk4WHd0Rkt0V3JWcUxnaENyOXExYTJQQWdBSG1ybzdWZU8yMTEvRFNTeThCUUx2V3JWdXpuOFNDTVR5dGxLMnQ3YnNBRUJBUUFFRmc3MDFaRVFRQm8wZVBCZ0JvdGRyM3pWd2RLZ2FHcHhWcTNyeTVneWlLYjluWjJTRXdNTkRjMWJFNjNicDFnNzI5UFFSQjZQUGlpeTg2bXJzK3BBekQwd281T0RpOEpnaUNoNStmSDZwV3JXcnU2cFNJOFBCd25EaHhBbEZSVVVoT1RpNnc3SjkvL29rclY2NUFxOVdXVWUza1hGeGMwTGx6WndCdzgvRHdHR2lXU2xDeE1UeXRrQ2lLUFFHZ1k4ZU81cTVLaVFrSkNjSHMyYlB4emp2djRNaVJJL21XVTZ2Vm1EZHZIc2FNR1lOZXZYb2hKQ1NrREd2NVAxMjdkZ1VBaUtMNGhsa3FRTVhHcVhHc2tDQUkvWUc4aXhkbG9YUG56a2hQVHkvUmZZYUhoOHVXRXhJU3BOZjE2dFhMOTMwSER4NlV5aVlsSmFGVnExWWxXaTlUNlIyM2sxa3FRTVhHbHFlVmFkNjh1WWNnQ0UwOVBEd3ExR3hKOSsvZmwxN25GNTZabVpuWXVQRi80OU1IRGh5SXBrMmI0dlRwMDFpelprMnAxMUdmdDdjM3ZMeThJQWpDaTc2K3ZqWEs5T0JVSWhpZVZzYmUzdDRYQUJvMGFHRHVxcFNZeE1SRVpHUmtBQUFjSFIzaDdlMXR0TnczMzN5RHAwK2ZBZ0NxVkttQ3laTW5ZK25TcGZqb280K3dZOGNPWEw1OHVjenFEQUMrdnI0QUFEczd1MWZMOU1CVUluamFibVVFUVdnQ0ZIeHFXOUtPSFR1bW14d1lBTkNwMC8vT1ZHZk5tb1YrL2ZvWnZPZnUzYnNZT1hLa3RMeCsvWHEwYk5sU1ZtYm56cDNZc1dPSDdNS1BTcVhDNjYrL0xpdDMrUEJoM0wxN0Y3dDI3WkxXZmZUUlIzQjNkOGZBZ1FOeDRNQUJBTUNxVmF2dy9mZmZ3OGFtYk5vVVRaczIxYzM1MlJyQS9qSTVLSlVZaHFlVjBZVm5XWjZ5T3prNTVidk53Y0VCenM3T0J1c2RIZVVqZUNwVnFtUlFMak16RTRtSmliSjFXcTNXNkxxRkN4Y2lOemR2S3MwdVhicElnZTNyNjR1WFgzNFpmLzc1SitMaTRuRHc0RUVNR2pUSTlBOVhETFZyMXdZQWlLSll2MHdPU0NXS3ArMVdSaFRGUmdEd3dnc3ZtTHNxWmNMQndRR2ZmZllacmwrL0RnQndkM2ZIM0xsemtabVppUWNQSHVEcTFhdG8xcXlaVkg3VHBrMVFxVlJsVWpjdkx5L2RTK3Y0bjFIQnNPVnBmYndCb0hyMTZ1YXVSN0dOSHo4ZTQ4ZVB4OFNKRS9IYmI3OEJ5RHU5YjlPbURkcTBhUU90Vmd1MVdvMmpSNDlLNzBsUFQwZWZQbjJnVmh0L0lzYWpSNC93NDQ4LzRsLy8rbGVwMTkvTnpVMzNzbHFwSDR4S0hGdWVWa1lRaEpwQVhndXNvdEMxS2dHZ2NlUEdTRXRMay9wQjY5ZXZqOGFORzB2YmMzTno4dzFPbmExYnQ1Wko2OVBWTmUraHBJSWdNRHd0RUZ1ZTFxY3lBS1A5akpibzhlUEgwaDFGTldyVVFOV3FWUkVYRnlkdDkvVDBSSmN1WGJCczJUSjRlM3VqZHUzYThQTHlRbzBhTlZDdFdqVjRlSGpBdzhNRHJxNnVtRFJwRXA0OWU0WW5UNTRnTkRRVUFRRUJwVnAzdlg3ZC9EdUZxZHhpZUZvZkp3QmxNZ1hkWDMvOUpVMkNrWjhsUzVaZ3laSWxoZTVyN05peEJ1dkN3OE1OV3AwQWNPL2VQV21kbDVjWEJnNGNpUDc5K3hmNm1RY1BIb3lMRnk4aUtDZ0lYYnAwS2JST3hXVnZiNjk3eWZrQUxSREQwMHBWbEptVXJseTVJcjF1M3J3NUFPRG16WnZTdW5yMTZwbjhqUG14WThkaS9QanhKVnRCMDFTTS94bFdodUZwWlVSUnpCWUV3U1VuSjZkQ25Mci8rZWVmMG12ZFZmT29xQ2hwM1VzdnZZUUhEeDRVNlFMUTd0MjdwV0ZFcFVrM2RBcEFUcWtmakVvY3c5UDZaQUJ3eWNyS0t2WHdiTktrQ2M2ZE8yZXd2a2VQSHNqSnljdUxVYU5HR1czdG1USklYcTFXNCtyVnE5THlsU3RYNE8vdkw5MzNibU5qZzVZdFd5SXBLUWxaV1ZrbTE3dXNabHZTL1E1RVVjd3Vrd05TaWVMVmRpc2pDTUlqSUc5U2pOSm1ZMk1EWjJkbjJVOVdWcFlVR2dCUXMyWk5nekxPenM3NURwTFgvN0d6czVQMXFXN2V2QmxCUVVIUy9oczFhZ1FYRjVkUy81eEtwYWFtNmw0K00yYzlTQm0yUEsxUEFnRGZwMCtmbXVYK2R2M1RiQURGZmtiOHhJa1RVYU5HRFN4YnRneGFyVloycGIxNzkrNUczL1A4akV3QTBMcDE2MkxWUTRtVWxCUUFnQ0FJREU4THhKYW5sUkZGOFRvZ3Z5SmRsa0pEUTJYTCttTXdsUm84ZURDV0xsMXFjR0hJeDhlbjJQc3VUWThlUGRLOU5NLy9EQ29XdGp5dGpDaUsxd1JCd08zYnQ4djgyT0hoNFRoNzlxeTBYTDkrZlhoNmVwYkl2bjE4ZkdCblp5Y2JBRDkvL255a3BxYVcyK2ZSeDhmSEF3QkVVWXdycENpVlF3eFBLeU1JUWl5QU1nL1A2OWV2WThhTUdiTFpsVXJxcVowUEhqekF0R25Ua0owdHYrNmlWcXZ4K2VlZmw5bWt6MFYxN2RvMUFJQldxNDAwYzFWSUFZYW5sYkd4c1lrU1JWRTJGckswblR4NUVvc1dMVUptWnFhMHpzZkhCME9HRENuMnZtTmlZakJqeGd6WlRFb0RCZ3pBc1dQSG9GS3BVS2xTSlhUcTFBbS8vdnFydE4wYy9adkc2SVpVMmRqWW5EZHpWVWdCOW5sYW1mRHc4S2VpS041NCt2U3BiUGIxMHFEUmFEQnYzanpNbkRsVEZweVZLMWZHOHVYTERhNm9GOVV2di95Q3NXUEg2dmNkNHEyMzNzTENoUXV4YXRVcVZLNWNHVjkrK1NWZWVlV1ZZaDJuTkR4Ky9GajNPSkI3a1pHUjhlYXVEeFVkdzlNNkhRWmdkQXhtU2JLMXRjV0FBUU5rVCtqMDhQQkFjSEJ3aVZ3b2F0bXlKVHc4UEtUbGtTTkhZdXJVcVFDQTl1M2I0OGlSSStqUW9ZUEIrNXljbkF4K3lwcXUxU21LSWx1ZEZvcW43VlpJRUlRVEFENjRjT0VDM256enpWSTlWcHMyYmJCanh3NU1uejRkZGVyVXdadzVjMHlhRHE5eTVjcXlHZUdOelFMbDVlV0ZkZXZXWWRLa1NaZytmVHA2OWVvbDI2NmJ0ZWg1NTg4YjVsVlpuOHJyTHB3SmdoQmFTRkVxcDNoUHJSVjY4Y1VYSFQwOFBCN1oyOXU3bmpoeEFsV3FWQ24xWTZyVmFwUHZNUytxM054Yy9VazJqRzcvNTU5L3BHVmpyZDVuei80MzFOTGQzYjFVSDhXUm1abUpIajE2SURzN084UEd4cVpHZUhoNFp1SHZvdkxHMXR3Vm9MS1huSnlzOXZiMnJxUFZhbDl4ZDNlWEhrUldta296akd4dEMvNW5iR3RyaStyVnEwcy94dWpmdVZUYWs2Yjg4c3N2dW1jWEhZNklpTmhWV0hrcW45am5hYVUwR3MxbUFOaS9mNzlzK0JDVkxsRVU4ZTIzMytvVzE1bXpMbFE4REU4ckZSVVZGU21LNHRrN2QrN2crUEhqNXE2TzFiaDgrYkp1ZkdkRVpHVGsyY0xLVS9uRjhMUnVDd0RnNjYrLzFwOGVqVXFKV3EzR3VuVjVqVTJ0VnJ2WXpOV2hZbUtmcHhWNytQRGhIVzl2NzFkU1VsSWFpYUpZTHNkRFZpUzdkKy9HNGNPSElZcmloVC8vL0hPV3VldER4Y09XcDVWVHE5VlRBR1JzMzc0ZDBkSFI1cTVPaFhYejVrMnNYYnNXQUxLMFdxMVpwcXVua3NYd3RISlhybHk1cGRWcTMxZXIxWmd4WTRic2JoMHFHWW1KaWZqZ2d3K2dVcW1nMVdxWFJFVkZ4Wmk3VGxSOFBHMG5QSHo0TU1MYjI3dDJabVptNnpObnpxQkxseTVsTXZiVEdqeDkraFFUSjA3RW5UdDNBR0J2WkdUa05IUFhpVW9HVzU0RUFCQUVZUktBQXc4ZVBNRG8wYVB4KysrL203dEtGaTg2T2hxalI0L1dUZEI4TWpVMXRlQkhpWkpGNFIxR3BNL08zOTkvQzREUlFON3NST1BHallPM3Q3ZVpxMlZabmo1OWltKysrUVo3OSs3VmphSDlVUkNFZjRXSGgzTklRd1hDOENRRC92Nys0d0VzQitBcUNBSTZkZXFFN3QyN28zSGp4dkQwOUlTTGkwdXAzV3BwYVRRYURkTFQwL0gwNlZQRXhzYmk3Tm16T0hYcWxPNGhjaG1pS0M2TWpJeGNhZTU2VXNsamVKSlJ2cjYrTld4dGJUOERNRndRaE1ybXJvK0Z5UUt3WDYxV3o3NXk1VXJwenZ0SFpzUHdwQUkxYnR5NGlyT3o4eWhCRUxvQThBWGdDY0FObkpGTFJ5T0tZZ3J5bm9CNVJSVEZjeHFOWmtkMGRIVHBQNTZVaUtpby9QMzlSWDkvZjk2VVQyYkRxKzFFUkFvd1BJbUlGR0I0RWhFcHdQQWtJbEtBNFVsRXBBRERrNGhJQVlZbkVaRUNERThpSWdVWW5rUkVDakE4aVlnVVlIZ1NFU25BOENRaVVvRGhTVVNrQUtla0k0dmc1K2ZYSFVBZjNiSWdDQjhDZ0NpSytoTU5YNHFNak54WDFuVWo2OFE1R2NsU3FIV0JxVTkvblVhakNTemJLcEUxNDJrN1dZVEl5TWdMb2lnbUZsQWtWYTFXLzFSbUZTS3J4L0FrUzZFR3NMdUE3Yi9FeE1Tb3lxb3lSQXhQc2lUNzg5c2dpdUxlc3F3SUVjT1RMRVphV3RvNUFLblByeGRGTVNNcEtlbUFHYXBFVm96aFNSYmo1czJiT2FJby92RDhla0VRVHQyK2ZUdmJISFVpNjhYd0pJc2lpcUxCVUNTdFZzdmhTVlRtR0o1a1VSNC9mbndHUUliZXFxemMzRnlHSjVVNWhpZFpsUGo0K0V3QSt2MmJaMk5pWXRMTlZSK3lYZ3hQc2poYXJWYS8zNU1YaXNnc0dKNWtjYkt5c2s0Q3lCWkZVWldibTd2SDNQVWg2OFR3SklzVEd4dWJKb3JpRVVFUXprZEhSeWVadXo1a25YaHZPMWtrVVJUM0FLaHA3bnFROWVLc1NtYmk3KzkvRWtBM2M5ZURySnNvaXI5RlJrYTJOWGM5TEJGUDI4Mkh3VWxtSndoQ0czUFh3Vkx4dE4zTXdzUER6VjBGc2xLdFc3YzJkeFVzR2x1ZVJFUUtNRHlKaUJSZ2VCSVJLY0R3SkNKU2dPRkpSS1FBdzVPSVNBR0dKeEdSQWd4UElpSUZHSjVFUkFvd1BJbUlGR0I0RWhFcHdQQWtJbEtBNFVsRXBBRERrNGhJQVlZbkVaRUNERStpY2tLcjFlTFJvMGZtcmdhWmlKTWhXNEVwVTZaQXJWWURBRDc1NUJQVXFGR2owUGNrSnlmanl5Ky9sSlkvL2ZSVEFNRHUzYnVSbkp3TUFCZy9mcnkwZmZ2MjdZaUlpRURObWpVeFo4NmNBdmV0MVdyeDRNRUQzTDU5RzlldVhZT1RreE5HalJwVjVNOVYzdWttRzNaeWNzTDU4K2Z6TFhmMjdGa2NQWG9VWVdGaGNIWjJ4dUhEaDJGanczWk5lY2Z3ckdEUzA5T3hkZXRXdlA3NjYyamN1REVBNFBMbHk5QnF0UUFnaGVoUFAvMkVqSXdNOU8vZkgwNU9UZ2I3eWN6TXhOR2pSNlZsL2ZDOGMrY09BR0RNbURFSUR3OUgrL2J0Y2UzYU5ady9meDUxNjlZRmtEZERmb01HRGVEbTVvYUZDeGNpSlNVRlNVbEplUExrQ1o0OGVTTFZCd0RzN2UzUnMyZFBlSGw1U2V2Q3dzTHczbnZ2RmZ2M3NYNzllclJ0Kzc5SDlFeWJOcTNBSUZPcU9FOEV1SEhqQms2Y09BRUFTRTFOeFprelo5Q3RHNS9TVXQ0eFBDdVFodzhmWXVUSWtVaE9Uc2FGQ3hmdzdiZmZ3czdPVGhaVWRuWjJ5TTNOUlhCd01CNDllb1QxNjlkajBhSkZPSDc4dUZUbTg4OC9OK2w0ZmZyMFFYSnlNdmJzTVh4MCtwdzVjNUNjbkl4eDQ4Ymh5SkVqQmU0bk56Y1gyN2R2eDh5Wk0wMzhwQlZMLy83OThmWFhYMHYvbi9idjM4L3d0QUFNendxa1pzMmFxRnUzTHBLVGszSGp4ZzNzM0xrVGI3MzFscXlNdmIwOURoMDZKUFd0dWJxNm9sR2pSdmp3d3crbE1xYUdaKzNhdFpHY25JelRwMC9MMXYvenp6OTQ5dXdaQUtCZXZYb0c3N094c1VHdFdyWFFvRUVETkd2V0RLMWF0WUt2cjIrQnh4bzhlTEJKZFFLQWZmdjI1YnROOXpzcVNIWjJ0cXp2MGNIQkFkN2UzaVlmdjZpOHZMemc1K2NudFY2am9xS1FtcG9LVjFmWFVqc21GUi9EczRLWk5Ha1N4bzBiQndEWXRHbVRRUXRHbzlGZzgrYk4wdkxzMmJOUnFWSWxSY2Z5OC9ORFRFd01MbDY4S0R2bDFwMFdPenM3NDlWWFg1WFdWNnBVQ2Q5OTl4MXExYW9GZTN2N0loMXJ5cFFwSnBjdEtEd0w2NCs5ZE9rU2xpNWRLaTA3T2pwaTllclZhTlBHdElkTXhzWEY0ZUhEaDJqUW9JRzBMaXNyQ3pObnpzUUhIM3lBbWpXTlAycCsyTEJoYU5pd0lUcDI3SWovKzcvL2c0T0RnMG5ISS9OaGVGWXdyVnUzaHErdkw2NWN1WUtjbkJ4czNMaFJ0ajBrSkFTUEh6OEdBUFR1M1JzZE9uU1FXb2xGMWJ4NWN3QkFkSFEwWEZ4Y3BQVm56cHdCQUhUcjFrMFd6RFkyTm9XMit2TFRwVXNYUmU4ejFZTUhEN0IrL1hvY08zWk1XbGUxYWxXc1hyMGF2cjYrdUhuekpxNWR1NFpldlhvVkdQeEhqeDdGMXExYjBiTm5UOW42a3lkUDRzS0ZDNmhSb3didTNyMmI3L3UvLy83N2ZMZnhTYXZsQ3kvcFZVQ2pSbzJDaDRjSFB2endROW5wT0FEMDdkc1hMVnEwZ0x1N096NzY2S05pSGFkcDA2Ync5dmJHc0dIRGtKdWJLNjF2MHFRSnFsU3Bndjc5K3hkci8yWGh3WU1IK1B6enp4RVlHQ2dMVGlCdnhNR1lNV01BNUhWbExGeTRFUDM3OThlMmJkdVFtcHBxZEgvMzd0MERBS05mRXRuWjJkSjJzbnhzZVZaQVhidDJSWWNPSGVEazVDVDdJeGNFQVEwYU5NRFdyVnR4Nzk0OXVMdTdGK3M0ZGVyVWtTNEc2WjhPejV3NUUrKy8vNzdSRmxwYVdwclJmZG5hMnNMWjJUbmZZeFdsMVZYWTg4ZzFHZzB1WDc2TVBYdjI0T0xGaTdJTGFqWTJOckwrUnlDdkpmM25uMzhDQUo0OGVZSjE2OVpoOCtiTkdEUm9FTjU2NnkxNGVucEtaWFhoV0tkT0hXbGRwVXFWOE5wcnJ5RXNMQXdkTzNiRXlaTW5vVktwcE8zR1JqdFErY2Z3ckdBS0NnNVJGQTIycjF1M1RoclNWRlNUSjAvR3BVdVhaT3Z1M0xrak80WitDR1ZsWmVWNyt0MnFWU3RzMmJJbDMyTVZGb2ltdUhIakJyNy8vbnVjUG4wYUtTa3BCdHRmZXVrbHpKOC9IK25wNmJKNmQrN2NHVjkrK1NXMmJkdUdxMWV2QXNqN0xDRWhJZmpoaHgvUXYzOS9CQVVGb1ZhdFdrWmJualkyTmxpMmJCbHUzYnFGZXZYcW9WZXZYbmovL2ZlbDdhZE9uV0lmcHdWaWVKTFZpSStQeDRFREJ3eld1N3U3WS96NDhRZ01ESVN0clMwdVhyd28yeTRJQXJwMjdZcXVYYnZpMHFWTDJMaHhJNjVjdVFJQVVLbFUyTGR2SCt6czdEQnExQ2hrWm1aQ0VBVFVyMS9mNERqR1JoNlE1V0o0VmpEUDk3V3AxV284ZVBBQVFONnBzWStQajJ4N1FhZktoV25YcmgycVZhdUdXN2R1SVNZbUJnQlF1WEpsZE8zYTFXaDVRUkNrVTF6ZFJTc0FxRkdqQmp3OFBHUmxhOVNvZ1lDQUFNVjEwOStQVHZ2MjdlSG82SWpzN0d3QVFMVnExVEJ5NUVnTUhUclU1TjlEKy9idDBiNTllNXc3ZHc3cjE2L0g5ZXZYNGVibWhna1RKa2luOWo0K1BzWDZ2WkpsWUhoV01QdjM3NWN0Ly9QUFB4ZzZkQ2lBdkRHT3oyOEhvUGhxKzZoUm95Q0tJb0tDZ3FSMTFhdFh4NmhSbytEaTRnSnZiMjlaZjZLTGk0dDAxNUwrYWJqK25VdzY5ZXJWdy96NTh4WFZLejhPRGc1bzI3WXRuajU5aWlGRGhxQjM3OTVHVDVmZDNkM1J2bjM3QXZmVnFWTW5kT3pZRVQvOTlCUHM3T3pnNnVxS3hNUkVPRGs1S2U0R0ljdkM4S3pna3BLU3BOZVZLMWN1OGYzdjNidFhhblVDZVJkVWdvS0NVTDE2ZFh6enpUZXlpeUdGamUyOGZmdDJrUWJERjFWNGVEZysvZlRUUWx1RlRaczJ4WC8vKzk5QzkyZGpZeU1iVVJBUUVJQUJBd1lnUFQyOTJIV2w4by9oV1lFOGZ2d1lFeVpNa0szTHlzcVNYdCs1Y3dlQmdZRUc3OXUwYVpPaTQxMjdkZzJyVjY4R2tOZXEwMTFCMW5VVlRKa3lCZlBtelpQS1Y2bFNSZEZ4U3BLenN6UFMwdEpLYk54b1NFaUlyS1ZwWTJQRE80T3NCTU96QWxHcjFkS2tIY2JrNU9RVXVMMm9wa3laQXBWS0JVOVBUelJ2M2h4bnpweUJwNmNuaGd3WmdwVXJWeUl1TGc0N2QrNlV5aGMyTk1yZTN0Nmd6ell6TTlOb1MxSC9jOVN1WFJ0MmR2eW5UR1dMLytKSU1WMlh3SVFKRXhBV0ZpYXRIekZpQks1ZnY0NitmZnZpN05tejB2cmF0V3NYdUwvYXRXdkwrbVREdzhNeGFkSWtOR3pZRU4yN2Q1ZGRRTkx2TTEyN2RpMWVmUEZGeForanFPRmJrbDlBWkxrWW5oVklyVnExWk9NVDlhZDFFd1FCb2FHaFJ1ZnlWSHJCcUVPSERraFBUOGVBQVFOazRRa0FpeFl0Z2xhcnhjS0ZDNlYxUlIycXMyL2ZQdVRtNXVMaXhZdXd0YlhOOStwN1lmMmtodzhmUnExYXRmTGR2bUhEaGdLM1A2OGt4cHlTNVdONFZtRGZmUE9OOUxwRml4YjVUb0pjclZvMVJmZE42d2FHNXpkeDc4bVRKMlZEa3BvMWEyYnl2bS9kdWlYTmNRbmtEWXNpS2s4WW5oWFVvVU9IWklFNGNPREFJcjFmTnhheUlBVzF3SEp5Y2hBY0hDd3RPemc0NE9XWFh6YjUrUC81ejM5a3c1eUNnNE5SclZvMWd3azNBR0RBZ0FFRlhxVFJuN1NrUE1yS3lwSW1xYzZQbzZNalo1Y3ZaeGllRlZCVVZKUnNUazVQVDAvMDY5ZXZ3UGZjdW5VTGQrL2VoWU9EQTBSUnhJOC8vaWh0eSsvV3dlZXYzT3N1OWdRR0Jock1pZG1oUXdlVHA3Nzc4Y2NmRFdaN3o4ek14T3paczdGcjF5Njg4Y1lic20xdnZmVldvVjBDV3EwMjMvQ1pNR0dDV1M4NG1UTHg4Zk16NHBQNU1Ud3JtTGk0T0x6MzNudXlpU2VtVEpsUzZCakx1TGc0ekpvMXkraTIvQzcwRkhiaHhON2VYcHB0eWRTV2IyUmtKRmFzV0NFdDE2OWZIOTI3ZDhlbVRac2dpaUtpbzZNUkhSMHRlOCtRSVVOZ1kyTURXMXRiQ0lJQUlPOCtmbEVVb2RWcW9kVnFVYWRPSGFPM1pnS1E3c0FpS2dxZUIxUXc5ZXZYUisvZXZhWGxWMTk5MWFDbFpreEJNN24zN2R0WFVWMldMbDJLeXBVcm8ySERodWpVcVZPaDVYTnljckJ3NFVMazVPUUF5THZJOWZISEgyUDgrUEZZdTNhdE5IK29NVnF0RnJtNXVWQ3BWRkNwVk1qTnpZVmFyWlpPL1h2MTZxWG9NeERsaHkzUENtanUzTGxJVEV6RTNidDNzV1RKRXBQZVU2TkdEYmk3dXlNbEpRVzJ0cmF3dDdlSHU3czd1bmZ2THJ2OTB0anRuUVdwVnEwYXRGcXQxQ0lzU0tWS2xiQnQyellzWGJvVVo4NmN3Ymh4NDZSKzBnNGRPcUJEaHc2NGZ2MDZJaUlpY08zYU5hU2twQ0F0TFEwNU9UblFhRFRRYURUUWFyWFNmN1ZhTFVSUmhDQUlCWjRhRjNZMS9ubkZ2ZHJlcVZNblRteGNBUlQrTDVwS2hiKy92d2lVM3V6Z1dWbFpTRWxKeWZleEQrYW1lM3d4a0RkaisvTXVYTGlBRGgwNm1CUzZSYVZTcVdTUEloazllblNSN241YXYzNjk5UHBmLy9vWHFsV3JaclNjcnMvWHhzWkdOdWRuZWFIN0VvaUlpR0FPS01CZm1wbVVkbmdTRlliaFdUenM4eVFpVW9EaFNVU2tBTU9UaUVnQmhpY1JrUUlNVHlJaUJSaWVSRVFLTUR5SmlCUmdlQklSS2NEd0pDSlNnT0ZKUktRQXc1T0lTQUdHSnhHUkFneFBJaUlGT0orbm1mRkpqRVNXaVMxUE14RkY4VGR6MTRFSXdGVnpWNENJeXBDL3Y3K29teE9WeUJ6WThpUWlVb0RoU1VTa0FNT1RpRWdCaGljUmtRSU1UeUlpQlJpZVJFUUtNRHlKaUJSZ2VCSVJLY0R3SkNKU2dPRkpSS1FBdzVPSVNBR0dKeEdSQWd4UElpSUZHSjVFUkFvd1BJbUlGQkRNWFFFaVUvajUrWFVIMEVlM0xBakNod0FnaXVKS3ZXS1hJaU1qOTVWMTNjZzY4VEVjWkNuVXVzRFVwNzlPbzlFRWxtMlZ5SnJ4dEowc1FtUms1QVZSRkJNTEtKS3FWcXQvS3JNS2tkVmplSktsVUFQWVhjRDJYMkppWWxSbFZSa2loaWRaa3YzNWJSQkZjVzlaVm9TSTRVa1dJeTB0N1J5QTFPZlhpNktZa1pTVWRNQU1WU0lyeHZBa2kzSHo1czBjVVJSL2VINjlJQWluYnQrK25XMk9PcEgxWW5pU1JSRkYwV0Fva2xhcjVmQWtLbk1NVDdJb2p4OC9QZ01nUTI5VlZtNXVMc09UeWh6RGt5eEtmSHg4SmdEOS9zMnpNVEV4NmVhcUQxa3ZoaWRaSEsxV3E5L3Z5UXRGWkJZTVQ3STRXVmxaSndGa2k2S295czNOM1dQdStwQjFZbmlTeFltTmpVMFRSZkdJSUFqbm82T2prOHhkSDdKT3ZMZWRMSklvaW5zQTFEUjNQY2g2Y1ZZbE0vSDM5ejhKb0p1NTYwSFdUUlRGM3lJakk5dWF1eDZXaUtmdDVzUGdKTE1UQktHTnVldGdxWGphYm1iaDRlSG1yZ0pacWRhdFc1dTdDaGFOTFU4aUlnVVlua1JFQ2pBOGlZZ1VZSGdTRVNuQThDUWlVb0RoU1VTa0FNT1RpRWdCaGljUmtRSU1UeUlpQlJpZVJFUUtNRHlKaUJSZ2VCSVJLY0R3SkNKU2dPRkpSS1FBdzVPSVNBR0dKNVdheE1SRVJFUkVtTHNheFNLS0lqSXpNNldmb2xLcFZLVlFLeW9QT0JreWxiZzllL1pnMTY1ZHVILy9QbXhzYkhEa3lCRjRlWG1adTFvR1pzK2VqZFRVVkxSdTNScTllL2RHN2RxMURjb2tKQ1NnZi8vKzBuSlJKcTkrOE9BQlJvNGNDVjlmWC9UdjN4K2RPM2VHZzRPRHJJeFdxMFd2WHIwQUFKVXFWY0tSSTBjVWZob3Fhd3pQQ3FoejU4NUlUMDh2MFgwV0pUUThQVDF4Ly81OUFIbmhjUERnUVl3Yk44Nms5NWJHN09aZmZQRUZldlRvSVZ1bjFXcHg2ZElscEtlbkl5d3NERTJhTkRFYW5rcHB0Vm9zV0xBQWFXbHB1SERoQWg0K2ZJaU9IVHZDd2NFQldxMFdOalo1SjMyaUtDSXhNUkVBRElMMTd0MjcyTFJwRTBhTkdvWEdqUnVYV04yb1pEQThxY2dlUEhpQTk5NTdMOS90V3ExV3RyeDkrM2I4OU5OUCtaWmZ2MzU5aVFhWEtXSmpZNlV2R0h0N2V5eGR1aFNPam80RzVkUnF0V3c1TUREUTZQNVdyVnFGRjE5OFVWcis2cXV2OE9lZmZ3SUEzTnpjc0hyMWFqeDU4Z1RyMTYrSFdxM0d5cFVyODYzYjNidDNzWDM3ZGh3K2ZCZ2FqUWEvLy80N3RtL2ZYaTViNzlhTTRVbEZscHViSzdVc1RaR2RuVjFnK2R6Y1hLUHJIUndjWUd0clcrVDZBVUJXVmxhQjI4K2RPeWU5YnRXcUZmNzQ0dytUOW52bnpoMmo2M055Y3FUWEowK2V4TmF0V3dFQWRuWjJXTEZpQldyWHJvM0preWZqMHFWTEFJQ1FrQkNNR0RGQ3RnK05Sb001YytiZ2wxOStrWDBCUFgzNkZMdDM3OGJVcVZOTnFpT1ZEWVpuQlhUczJER0lvaWd0ZCtyVVNYbzlhOVlzOU92WHorQTlkKy9leGNpUkk2WGw5ZXZYbzJYTGxxVmIwVUlFQlFYQno4OFBBTkNpUlF0VXJselo1UGNXZHZwLzZ0UXA2WFhYcmwxTkRzL0NuRDE3Rm5QbnpwVisvek5tekVEcjFxMmgwV3VXMi8wQUFDQUFTVVJCVkdnd1pjb1UvUEhISDhqTnpjWGF0V3ZoNysrUGhnMGJTdS9WYURUNCtlZWZwV1ZYVjFlODhjWWJHRHAwS09yV3JWc2k5YU9Tdy9Dc2dKeWNuUExkNXVEZ0FHZG5aNFAxejUreVZxcFV5V2c1WTVROEFkU1V2czFObXpaSnJ3OGZQbHlrOEN6SXZYdjNjT1BHRFFDQUlBam8yclVyaGc4ZmJyUnNmSHk4eVJlTUVoSVM4T0dISDhxK3VJS0RnL0hsbDE4YXRLNXpjM014ZCs1YzdOeTVVN1plRUFUNCsvc2pJQ0FBUFhyMHdQcjE2NUdjbk16d0xJY1lubFN1L1BiYmJ3RHlRaXNnSUVCYUh4UVVWS1Q5dUxtNW9VV0xGbGk5ZXJWMGNVYm4wS0ZEMG10WFY5Y1M2MHYwOXZaR3JWcTE4T0RCQTJsZGFtcHF2dVZ2Mzc2TjFhdFhTOHQyZG5iWXYzKy8xUCtibTV1TGtKQVE3Tnk1RS9YcjE4ZXVYYnRnYjI5ZkluV2w0bU40VXJtaTYrT01qNCtYcmRkZGtTNks5UFIwZ3o1VGpVYURnd2NQR2kxdlNtdllXQm45MW1qZnZuMXg0c1FKdUxtNTVmdVRsSlNFWmN1V3dkL2ZINE1HRGNLQkF3ZWcxV3FoMFdoUXBVb1ZhVjkvL2ZVWE5CcU50TXpnTEY4WW5sUnNwVEc4cUNnWHBJcmk5T25UZVBic1dhbnNHd0FtVEppQUNSTW1GRnF1UVlNR1VuOXVyVnExY1AvK2ZZaWlpREZqeHFCMTY5YlFhclc0ZVBHaVZMNWR1M2FsVm1kU2h1Rko1WkorZUE0YU5Bano1czBya2YxdTJiTEZwSEs2TG9QTXpFelpSUnpkK2dNSER1VDdYbE8vVEhRdDFvRURCeUk0T0JoQTNxbjg3ZHUzWmVWc2JXMHhhTkFnay9aSlpZZmhXWUg4OWRkZkdEMTZkSUZsbGl4WmdpVkxsaFM2cjdGanh4cXMwLzJ4UHorTzA4Zkhwd2kxTkdUc2RGUS9QRXVxVC9MOCtmT0lqWTAxcWV6OCtmTUI1SFVmNkllbmJuMUI0VmxVUVVGQnNMR3h3YUZEaHhBZkh5OWRYSEoyZGtiOSt2VXhmdng0MUt0WHI4U09SeVdENFVsRnBqK0cwc0hCSWQ4K3hPTFFEODhOR3paZ3c0WU5pdmUxWjg4ZTFLOWZIdzhmUGl5SnFwbXNVcVZLZVBQTk4yWHJRa0pDWlBlN2k2S0lIMzc0QVU1T1RoZ3hZZ1NHREJraUs2OS9OeEtWTHd4UEtyS01qQXpwdFl1TFM2a2NveVQ3UEhYRHNKbzBhUUlnNzZwNFFrSkNnZS9KNzlTN0tQMjdEZzRPc21GT1FGNlE2NGVuVnF2Rjh1WExwZkw2NFhubXpCbXNXclVLTTJmT3hLdXZ2bXJ5Y2Fsc01Ed3JrQ1pObXNqdW5OSHAwYU9IZEFmTXFGR2pNSDc4ZUlNeVJSa2tuNUtTSXIxMmRuYkd2WHYzWk1PS2l1cjVzWk9wcWFsd2RIUTBlcnVrS2RScXRXeUlrRzdjYThPR0RTRUlBaVpNbUlDRkN4Y3FycStwMHRMU01Ianc0Q0svNy9yMTYxaXpaZzB1WDc0TUFKZzdkeTUyN05qQnNaN2xETU96QXJHeHNURVkyUDdzMlRQWnJZTTFhOVlzOWlCNS9Rc2FibTV1eGFpeGNhNnVyamh4NG9UaTkxKzhlQkZUcGt5UmxpdFZxaVQ5dDFPblR1amJ0Ni9SOEF3SUNJQmFyY2FOR3pmUXRHbFRBSGxmRktkUG53YVExemY3eGh0dkFDalpQazhkM1dRaVI0OGVsZlVyYXpRYW5EcDFDbVBHakNueFk1SnlETThLVGpjNWhVNmRPbldLdmM5YnQyNUpyNDFkeVBEMjlpN3cvUnFOQm84ZlB5NTJQZkx6L0J5YStsOE04K2ZQejdjUGNjYU1HWmd4WXdidTNMbURlZlBtb1ZtelpnZ0xDNVBDczNyMTZ0SUZJMU51NTNSemM1UGRCZ29VUE9PVldxMldUYURTcEVrVERCbzBDSDM2OUNteHU2dW81REE4SzdqUTBGRFpja2xNYmFZZnlBMGFORERZWHRpY2xQbWQ1Z2NGQmVIcTFhdkZxbHQ0ZURpeXM3T2xaVnRiVzlsQWVROFBqM3pmKzgwMzMwaGpLeWRObW9UUFAvOGNjWEZ4MHZaYXRXcEpyMDI1U0phU2tsTGtNYkRWcTFkSG56NTkwTDkvZjlTdlh4L0xsaTNEa1NOSDBMdDM3MUpwNVpOeURNOEtMRHc4SEdmUG5wV1c2OWV2RDA5UHoyTHRNelkyRm84ZVBaS1c5U2UyS0MvMHc3TW8vYVpqeDQ3Rjc3Ly9qdWpvYUtTbXBtTEtsQ215c05WZGNDb3REZzRPT0hyMHFLeGxmUDc4ZWV6ZHV4ZXJWNi9Hd1lNSE9TMWRPY0x3cktDdVg3K09HVE5teUNhcEdEQmdRTEgzZS96NGNlbTFzN016L1AzOVpXRmFIRzV1YmdXMkRFMTE5KzVkNmJYKzdZNkZjWFIweEgvLysxL01uRGtUWVdGaDBHcTFlUHIwcWJTOVpzMmFSUm82VktWS0ZXemJ0azIyYnZUbzBmayt6a09qMFVBUUJHazVLeXRMK3QwS2dsRHNMejRxV1F6UEN1amt5Wk5ZdEdpUjdJL1V4OGZIWUF4aFVhV2xwZUdISDM2UWxydDA2V0l3K3ptZy9IYk50V3ZYbWx3Mk1URVJhV2xwc0xPemc1MmRIZXp0N2FGV3EzSGt5QkhzM3IxYkt2ZkNDeThVcVE2aUtLSmJ0Mjc0NDQ4L1pQZVZBOERLbFN2eHpUZmY0T1dYWDBiVHBrM2g0K01EYjI5dlZLbFNCWjZlbmdaQmJXTmpJNXNnK2Rtelo3SldNWkRYcmVEczdJek16RXhvTkJxY1BIa1MzYnQzUjI1dUx2YnQyeWRkT0dyU3BBbkhlNVl6RE04S1JLUFJZT0hDaFRoNjlLaHNmZVhLbGJGOCtYTEZRMzkwN3QyN0ovdmo3OU9uVDdIMlZ4em56cDNENHNXTEN5M1h0V3ZYUXN0Y3YzNGR2Lzc2SzM3Ly9YZjgrZWVmQnJQSDYwdE9Uc2FaTTJkdzVzd1phWjJOalExMjdOZ2hYYUhYcDlWcThkWmJieUUzTnhjUEh6NlV3bEEvYUJzMWFpVDFJOCthTmN2b2NUdDI3RmpvNTZDeXhhK3lDc1RXMWhZREJneEExYXBWcFhVZUhoNElEZzR1a1F0RnpabzF3NElGQ3dBQWZuNSs2TkNoZzlGeU5XclVLUENuV3JWcXhhNkx2Nzkvb1dXYU4yOXUwdmhUVVJUeHpUZmY0STgvL3BBRnA3dTdPejc0NEFOczNyd1pyNzMyV3I0dHYvNzkreHNOVGlBdldEMDlQWEh6NWszWlZYYmRwQ0FBTUhYcTFBTG5UbTNTcEluQnJQTmtmbXg1VmpCdDJyVEJqaDA3TUgzNmROU3BVd2R6NXN4QjllclZDMzFmNWNxVjhmcnJyMHZMN3U3dVJzdjE2OWNQang0OUtuQ1duK2RidnM4cjdxQjZJRy9JbFllSGg5R3A2cnk4dk5DelowK01Iei9lYUxmQzh4bzNib3lwVTZmaXl5Ky9oQ0FJOFBYMXhjQ0JBOUduVHgvcC9YNStmbmoyN0JsT25EaUIzMzc3RFpHUmtVaE5UWVd6c3pNbVRacFU0UDdidG0yTHk1Y3Z3OGJHQms1T1RtalpzaVZtejU0dGJXL1ZxaFgyN2R1SFU2ZE9JU0VoUVJwcTVlenNqRWFOR3FGcjE2NG1mUTRxVzBMaFJhZzArUHY3aTRDeVdkaE5vVmFyWVdkWE50K05vaWpLN25jM2RRYjY0a3BQVDVjdXN1aUdKRGs0T0pqVU42aWJ3ZDNSMFJGRGh3NkZLSW9JRFEzRi8vM2YvNWw4UmZ2cDA2Zkl5TWl3MkR0L2RIM1RFUkVSekFFRitFc3prOUlPVDZMQ01EeUxoMzJlUkVRS01EeUppQlJnZUJJUktjRHdKQ0pTZ09GSlJLUUF3NU9JU0FHR0p4R1JBZ3hQSWlJRkdKNUVSQW93UEltSUZHQjRFaEVwd1BBa0lsS0E0VWxFcEFEbjh6UXpwWStzSUNMellzdlRURVJSL00zY2RTQUNVTHhuUFJPUlpmSDM5eGQxYzZJU21RTmJua1JFQ2pBOGlZZ1VZSGdTRVNuQThDUWlVb0RoU1VTa0FNT1RpRWdCaGljUmtRSU1UeUlpQlJpZVJFUUtNRHlKaUJSZ2VCSVJLY0R3SkNKU1FEQjNCWWhNNGVmbjF4MUFIOTJ5SUFnZkFvQW9paXYxaWwyS2pJemNWOVoxSSt2RStUekpVcWgxZ2FsUGY1MUdvd2tzMnlxUk5lTnBPMW1FeU1qSUM2SW9KaFpRSkZXdFZ2OVVaaFVpcThmd0pFdWhCckM3Z08yL3hNVEVxTXFxTWtRTVQ3SWsrL1BiSUlyaTNyS3NDQkhEa3l4R1dscmFPUUNwejY4WFJURWpLU25wZ0JtcVJGYU00VWtXNCtiTm16bWlLUDd3L0hwQkVFN2R2bjA3Mnh4MUl1dkY4Q1NMSW9xaXdWQWtyVmJMNFVsVTVoaWVaRkVlUDM1OEJrQ0czcXFzM054Y2hpZVZPWVluV1pUNCtQaE1BUHI5bTJkalltTFN6VlVmc2w0TVQ3STRXcTFXdjkrVEY0cklMQmllWkhHeXNySk9Bc2dXUlZHVm01dTd4OXoxSWV2RThDU0xFeHNibXlhSzRoRkJFTTVIUjBjbm1icytaSjE0Ynp0WkpGRVU5d0NvYWU1NmtQWGlyRXBGNU8vdmZ4SkFOM1BYZzZpOEVFWHh0OGpJeUxibXJrZFo0Mmw3MFRFNGlmUUlndERHM0hVd0I1NjJLeFFlSG03dUtoQ1pYZXZXcmMxZEJiTmh5NU9JU0FHR0p4R1JBZ3hQSWlJRkdKNUVSQW93UEltSUZHQjRFaEVwd1BBa0lsS0E0VWxFcEFERGs0aElBWVluRVpFQ0RFOGlJZ1VZbmtSRUNqQThpWWdVWUhnU0VTbkE4Q1FpVW9EemVSSUFJRFkyRmkrKytDSXFWYXBrc0UycjFlTG16WnRvMUtpUjBmZEdSVVdoV2JObXNMZTNMKzFxV3FVblQ1N2d4bzBiMHJLYm14dWFOMjl1eGhvUndQQzBhQWtKQ2RpMmJSdmMzZDNoN3U2T25qMTd3c1BEUTlxZWtaR0JxMWV2b20zYi9KK1FrSk9UZzYrKytncTdkdTFDNzk2OXNXVEpFdG4yeE1SRWZQenh4NGlJaU1DQ0JRdlFyMTgvMmZaNzkrNWgzTGh4OFBEd3dLaFJveEFZR0Fnbko2ZVMvYURsbUZhcnhmVHAwL0hiYjc5SjZ3SUNBakJyMXF3UzJYOXFhaXJHangrUE8zZnVTT3RtenB6SjhDd0hHSjdsbkZhcnhZQUJBK0RpNG9JYU5XcGc0c1NKYU5xMEtZQzgyZXgvK09GL2p6RHYyYk9uOURvbEpRV1RKMC9HMzMvL2piRmp4MkxDaEFrUUJNTkhWbTNZc0FFN2QrNEVBSVNHaHFKcDA2WVlNV0tFdEgzTGxpMzQvZmZmQVFDTEZpMUNkblkyaGd3WkltMWZzMllOMUdvMUhqOStqRldyVnNIR3hnWnZ2dm1tdEwwMFpoci80b3N2MEtOSEQ4VEZ4V0hZc0dFbHZuOEFDQWtKUWVQR2pRc3NvOVZxTVgvK2ZKdy9mMTYyL3VUSmszanp6VGZ4d2dzdkZLc09hclVhTTJmT2xBVW5BS3hmdng0dnYveHlvZldqMHNVK3ozTHU2dFdyU0VoSXdJMGJOM0Rod2dWWnl6STZPbHA2N2VQakk5dTJjZU5HL1BYWFh4QkZFWnMzYjhhTUdUT1FuWjF0c1A5MzMzMFh0V3JWa3BiWHJGbURxMWV2U3N2VHBrM0RLNis4QWdBUVJSRXJWcXpBUC8vOEF3QUlDd3ZENmRPbnBiSzllL2VXQldkRmxwcWFpcWxUcCtMWXNXTUcyNTQ5ZTRaMzNua0hVVkZSaXZldlVxbnc4Y2NmUzE5Y0FHQmprL2ZubXA2ZWpzbVRKMHYvSDhnOEdKN2wzSVVMRjZUWGRldldoWmVYbDdRY0dSa3B2VzdWcXBYc2ZlKy8vejY2ZCs4dUxaOCtmUm9yVnF3dzJIL2x5cFh4NmFlZlNuK1lhclVhYytiTVFWcGFHZ0RBM3Q0ZXk1Y3ZSOTI2ZGVIcDZZbE5temJocFpkZWdrcWx3dWVmZnk3dHAzSGp4bGl3WUVHQm44WEJ3UUZPVGs2S2ZveXh0N2RIM2JwMUMveng5dmFXdmNmRnhhWFE5OVN0VzlkbzM2L09oUXNYTUh6NGNGeTZkRWxhMTZGREJ5eGR1aFMydHJZQWdLU2tKUHo3My8vR3hvMGJvVktwQ3Z5OVBDODFOUlVUSjA3RXlaTW5wWFdkT25WQ2NIQXdIQndjQU9SMXB3UUZCZUhNbVRORjJqZVZISjYybDNQNkxic09IVHBJcjVPVGsyVXREMTlmWDluNzdPM3RzV3paTWl4WXNBQkhqeDVGdzRZTk1YWHFWS1BIYU5XcUZZWVBINDZRa0JBSWdvQTJiZHBBRUFRRUJnWktaZExTMGlBSUFoWXRXZ1FBeU03T3hxTkhqNlR0VDU4K2xWcWQzdDdlQ0E0T05qaE9VRkFRL1B6OEFBQXRXclJBNWNxVlRmMDFHRDM5ZitHRkY3Qi8vLzRDMy9mdHQ5OWk5ZXJWMHZLOGVmTmszUnRGOGZmZmYrT3JyNzZTZmFFQndPdXZ2NDdGaXhmRDN0NGVWYXBVd2V6WnM1R1ptUW1OUm9PdnYvNGFodzRkd2p2dnZJTytmZnZDMGRHeHdHUEV4TVJnL3Z6NXNsUDFGaTFhWU5teVpYQjBkTVNubjM2SzJiTm5RNnZWSWpNekV4OTk5QkdDZ29Jd2J0eTRBZ09mU2g2ZjIxNUUvdjcrSWxCMlQ4OHNyYWNUTGxteUJIMzc5cFdXczdPejhjRUhIMkRNbURIU2FiclNZL3Y0K09EZ3dZTUY3dVB3NGNPeTdvTEM2TzlIMStkWkdLMVdpNENBQUR4NDhBQUEwS0JCQTN6MzNYZFNLOXNVMmRuWk9IUG1EUGJ2MzIvdy85ek96ZzVUcDA3RnlKRWpaZXYvK2VjZnpKNDlHM0Z4Y2JMMUxpNHU2TnExSzE1NzdUWDQrL3VqYXRXcTBqYVZTb1d2dnZvSzMzNzdMYlJhcmV4enIxeTVFbGxaV2FoUm93WUE0UGp4NDFpMGFKR3NSZXZ0N1kyUFB2b0lYYnAwTWZtemxRVGQvNWVJaUFpcnl4S3IrOERGVlZIRHN5U1ByUitlR28wR0FCQWZINCtBZ0FDcGpINy9yQ2swR2cxYXRHaUIxYXRYdzhiR1JuYnhLems1R2UrODg0N0JlOVJxdFJTY0FPRHE2Z3AzZC9jQ2o3TnExU3E4K09LTEFJQkRodzVoMmJKbHlNbkpNVnJXMmRrWm5wNmVScmZsNXVZaVBqNCszK1BNbURFRHc0Y1BoMHFsd3FGRGg3QjkrM2FEOHIxNzk4YjgrZk94YTljdWJOeTRFZSsvLzc3VXVvK0tpc0wwNmRPUmtwSWllMC96NXMweFlzUUk5T2pSQTNaMnBYOWlhYzNoeWRQMmN1NzVQanNnTDBnZVAzNHNMYnU1dWNIWjJibEkreldsdkxFdmlGZGVlVVZxR2MyZlAxOFdpTWJvK2dDZkQ0YkV4RVJUcXlwSlQwK1g5cWRQbzlFWVhKRTJKalUxRmFtcHFRV1cwUS9LTGwyNllOMjZkYkoxWGw1ZVVuZEZabVptb2NldFg3OCtFaE1Ua1pTVUpLM3o5UFJFWUdBZ1ltTmpNVzNhTkR4NThrVDJIa2RIUjd6Ly92c1lPblFvMXExYmgyM2J0Z0VBVnE1Y0NWZFhWN3p4eGh0bzFhb1ZRa0pDc0hqeFlvU0ZoVW52alltSndkeTVjM0hod2dXRFlXZFVzaGllNWR5UkkwY00xaDArZkZqcWV3U0FUWnMyb1g3OStrWGVkMmhvS09iUG4yK3d2cUJXdGY0cHBiRWd5OC85Ky9lTFZybHl3TlhWRldQSGpzV0tGU3ZnNmVtSjBhTkhZK2pRb1dqZnZyM0orK2pVcVJQR2p4K1BFeWRPNE9qUm8vajk5OTh4Y09CQU9EZzRvR0hEaG1qVXFKRXNQRnUyYklsUFB2a0VkZXZXQlFDTUhUc1c1ODZkUTF4Y0hFUlJ4S2VmZmdvZkh4KzBhdFVLTld2V1JIQndNUGJ0MjRmLy92ZS8wa1UrRHc4UFRKOCt2V1IvR1dTQTRXbGhSRkZFU0VpSXROeXlaVXRGd2FtRVdxMldMUmZsdEZBL1BBY05Hb1I1OCthVldMMmVkK0RBQWRTcFU4ZWtzcG1abWVqVXFWTysyd01EQStIdTdvN3UzYnRMbjFkSmw4MGJiN3lCTjk1NFE3cndCdVFOUGZya2swOHdiTmd3Mk52YlkvTGt5ZWpUcDQrc1M4TFoyUm1yVjYvR2lCRWprSjZlRGpjM04yUmxaVW5iQlVIQWtDRkQwS3RYTDN6NzdiZjQ3cnZ2c0hqeDRpSjNpMURSTVR3dHpObXpaM0g5K25WcE9UbzYydVMrU1FjSEI5bndtdnlvVkNxVFdsZno1czNMTndRLysrd3o5T3JWUzFyV0QwLzk0VlpsNGUrLy81YXUvZ3VDZ0hYcjFwbjhYZ2NIQjRTSGh4Y2FtQjkvL0RGVUtoVSsrT0NEUXZlNWR1MWE2Ylc3dXpzMmJOaUFPblhxU01PUW5sZTdkbTBzV0xBQXYvNzZLejc2NkNOVXFWTEZvRXlWS2xVd2NlSkVqQmt6cHRBcitsUXlHSjRXUktQUnlQN3dpcXRIang1bzI3WXRybDY5YXRJZmZYSG9oK2VHRFJ1d1ljTUd4ZnZhczJkUGtWcmJUNTQ4a2I0MGl0TFZvTE52Mzc1Q3kzejg4Y2RRcTlVbWZUbUpvaWhiam82T1JsQlFrRWwxMFIvN21aL243M2lpMHNId3RDQTdkKzQwZW9GQzF6OW1qSDc1NXlmdWNIQndRTFZxMWVEbTVpWmJMd2lDMFgybXA2ZmoyYk5uMHJLUGowKytZZVRpNGlKYkxzayt6NksyclBRdkVoWDF3bHBaVUt2VnNsTnhzZ3dNVHd0eDY5WXRiTnk0MGVpMnQ5NTZ5K2hWN3gwN2RtRE5talhTc3JIaFBNYlkyOXNiSFh6KzRZY2Z5dTVvZWZYVlYvSDIyMi9uTzF4SEp6VTFGWTZPam9wUEo5VnF0U3dBaXpyeGlQNFhTSEg3QWsrZE9nVW5KeWRrWldXaFc3ZHVCWmJWbmVxYjJnMUNsb1hoYVFGeWNuSXdaODRjMlpDWnhvMGJJelkyRmdDd2ZQbHlOR3pZVURiVHpwRWpSMlNuK0sxYXRjTG8wYU1WMStIWXNXTUd0d0orLy8zMzJMOS9QL3IxNjRlZ29DRDQrUGdZZmErcnF5dE9uRGloK05nWEwxN0VsQ2xUcE9XaTNrbWpmMzk0dlhyMUZOY0R5UHRpY1hCd01MaDRWaHhEaGd5UlRiWmlxaDA3ZG1EZHVuWFNDQWhCRURCeDRzUVNxeGNWalBlMmwzT2lLT0tUVHo2UnplZllwMDhmYk42OFdicWluSk9UZzhtVEorUGF0V3NBZ0czYnRtSFJva1ZTMzVxbnB5ZVdMMSt1cUw4UE1Cd2FwVStsVW1ILy92MElEQXpFNHNXTGtaQ1FvT2dZQlhuKzN2Q2l0R0N2WDc4dW0wREZ3OE5ETnR5cXZGbTllalVtVDU2TUN4Y3VHUFNONm1Sa1pHRFdyRmxZczJhTjlGa2NIUjN4eFJkZllPellzV1ZaWGF2R2xtYzV0MjdkT2h3L2ZseGE5dkx5d3N5Wk0rSHM3SXpseTVmajNYZmZSVVpHQmxKVFUvSHV1Ky9DMTlkWE5tamF6YzBONjlldlIvWHExWXQ4N0FjUEhtRGR1blVHcmNaUFAvMFVXVmxaQ0E0T1JuSnlNb0M4aTFrSER4NUVhR2dvSmsrZWpGR2pSaUVvS0VnMlE1TVM0ZUhoc3RtZ2JHMXRUZjRTVUtsVVdMcDBxV3pkL3YzN2NmbnlaUXdkT2hRQkFRRmxjaGVPcWNMQ3dyQnIxeTZJb29oTGx5N2hoUmRld0lnUkk5Qy9mMy9wQytQS2xTdVlOMitlN000cFQwOVByRjY5V3BxcWtNcEcrZm1YUXdZMmJ0eUk3ZHUzUzh1NkdZNWNYVjBCQUkwYU5jTGF0V3N4YWRJa1pHZG5JeXNyU3hhY1hsNWVXTGR1SFY1NjZhVUNqL044UzB5cjFTSWhJUUhEaHc5SFptYW1iTnUwYWRQUXAwOGZBSG56aDI3WXNBRjc5dXlSN2FOTm16YktQbkErOU1QVFdLdXphdFdxMHB5a1FON25mdmp3SVJZc1dHQTB2T1BqNDdGbXpScDgvZlhYNk4rL1AzYnMyQ0hOdlZuWVpDV2ZmZllaYkcxdHBkdE9DM0x0MmpWa1pXWGg1czJiaFpZRjh2cTFxMVNwSXZYdjNyMTdGOHVXTGNQNjllc3haTWdRaUtLSTdkdTN5MzdYL3Y3KytPS0xMeml1MHd3WW51WFk1Y3VYWmN1elo4OUdpeFl0cE9YVTFGUkVSMGZEMmRuWjZGeWRucDZldUhYckZtclhycDN2cWU2REJ3L3cyV2VmeWRiTm16Y1BpeFl0d3FwVnF6QjkrblJrWldYQnlja0o4K2JOUSsvZXZhVnlWYXBVd1l3Wk05Q25UeDhzWHJ3WWNYRnhtRFJwa3ZTNERqYzN0eEw1bzc1Nzk2N3NtTSt6dGJWRnMyYk5vTlZxRVJVVmhSVXJWdURJa1NPeTAzMHZMeS84KzkvL1JraElpRFFiVlhaMk52YnUzWXQ5Ky9haGMrZk9HRE5tVEtFenRCODlldFRrZXA4NGNVSzZ0VkxIenM0dTM0bEpoZzhmamdFREJtRGZ2bjNZc1dPSGRBdHJhbW9xdG16WllsQisxS2hSbURwMXF1THVHQ29laG1jNTFxRkRCMmxDM1lrVEp5SWdJQUJxdFJwaFlXRUlEUTNGcVZPbkNwd3I4dXJWcTVnMWF4WWNIQnpnNys4UFB6OC90R3paRWcwYU5FQzFhdFVRRXhPRHFWT25TcWZlT3NlUEg4ZTFhOWN3ZXZSb3pKMDdGOGVQSDhlTUdUTlF1M1p0bzhkcDBhSUZ0bS9mamtPSERxRnYzNzdTL29veUpqVXhNUkZwYVdtd3M3T0RuWjBkN08zdG9WYXJjZVRJRWV6ZXZWc3Fwejg3ZTF4Y0hDSWpJM0gzN2wzY3VIRURNVEV4eU1qSU1OaTNsNWNYZ29PRFVhOWVQUVFFQk9Ea3laUFl0R21UMUNMVWFyVTRmZm8wVHA4K2pWZGVlUVgvL3ZlL1MyUkNsZ1lOR2hpczY5aXhvOUVaL1hXY25aMHhldlJvREJzMkRELysrQ08yYnQyS3AwK2ZHcFR6OGZGQng0NGRpelJERkpVc3E1c0pwYmpLY2xhbHFLZ292UFBPTzNqNzdiZlJ0V3RYN05tekIrZk9uY3QzY290MjdkcWhRNGNPMkw1OXUydzg1dk5zYkd5d2UvZHVYTDkrSFhQbnpwWFd1N3E2NXJ0dkd4c2IyTm5aU1gvNG9paENGRVZvTkJxakYyRDY5ZXVIVHo3NXhPVFBldkRnUVN4ZXZMalFjck5telpJZXZaR1FrSUEzMzN4VHVxZmJtSzVkdTJMdTNMa0dzeW1Kb29oZmZ2a0ZYMy85Tlc3ZHVtWHd2dURnWUxScjF3NkFmSGFwYytmT3dkbloyZUMyenZEd2NJTjFPM2Jzd09MRmkxR3BVaVc0dWJtaFpjdVdHRFZxVkpIR21xcFVLdXpkdXhmYnRtMHpPcG5LaHg5K0tIdHNTbG5qckVwVUxqVnIxZ3dmZlBBQlJvNGNpVnUzYnVINDhlTkdoOGgwNk5BQmI3Lzl0dlFQZWRDZ1FkaXpadzkyNzk0dG0zMUpaOWl3WVhqcHBaZFFxMVl0S1FqOC9mM3huLy84Qit2WHI4ZnUzYnNOcnZScXRkb2l6WWhlMFAzaXh2ajcreGRhcG5uejVyTHhyTjdlM3BnOWU3YnNDd0RJRzdMVHJsMDdqQmt6SnQ4V3BDQUk2Tm16SjdwMzc0N0Rody9qNjYrL2xtWkxhdHUyclJTY2dQd09JOTBZVTJkblo5bEQzL0tycjM2cldRa0hCd2VNSERrU2d3Y1B4dTdkdTdGdDJ6YnBDNjU1OCtiNDE3LytWYXo5azNKVzkyMVJYR1U5bjZlK3RXdlhTaGVRcWxhdGlyNTkrMkxRb0VINVhoQlNxOVU0Zi80OGpoMDdodlBuenlNckt3dXVycTQ0ZVBDZ2RORnA0Y0tGU0VoSXdOcTFhNlYrMGV2WHIrT25uMzVDZEhRMGtwS1NwRm5SZGExTVhVdFQ5MS85b0JVRUFYWjJkZ2dORFMzU1RQRkEzZ1VvWTYwckx5OHY5T3paRStQSGp6ZmFhbnZ2dmZjUUZSVUZYMTlmZE96WUVUMTY5RURObWpXTGRHeVZTb1ZkdTNZaEpDUUVXN2R1elhmTWFrR010VVpMV2taR0JyNzk5bHZzMzc4Zm16WnRLdlpENW9yTG1sdWVWdmVCaTh1YzRabVJrWUYxNjliaHRkZGVRNXMyYllvMHpFYXRWaU02T2hwYXJWYldHb3VMaTRPM3QzZTV1RzB4UFQwZEdvMEdnaUJJUTVJY0hCd0s3ZGZMek14RXBVcVZTdVRDU1c1dWJyR2VQNjkvRmI0MEwrUm90ZHB5MGQvSjhDU1RtVE04aWNvYmF3NVA4MzkxRVJGWklJWW5FWkVDREU4aUlnVVlua1JFQ2pBOGlZZ1VZSGdTRVNuQThDUWlVb0RoU1VTa0FNT1RpRWdCaGljUmtRSU1UeUlpQlJpZVJFUUtNRHlKaUJUZ1pNZ0tsY1JqR29qSWNySGxXVVNpS0JZOGZUaVI5U25lODZXSnFPejQrL3VMdXJsVmljeUJMVThpSWdVWW5rUkVDakE4aVlnVVlIZ1NFU25BOENRaVVvRGhTVVNrQU1PVGlFZ0JoaWNSa1FJTVR5SWlCUmllUkVRS01EeUppQlJnZUJJUktjRHdKQ0pTZ09GSlJLUUF3NU9JU0FHR0p4R1JBZ3hQSWlJRkJITlhnTWdVZm41KzNRSDAwUzBMZ3ZBaEFJaWl1Rkt2MktYSXlNaDlaVjAzc2s1OEFCeFpDclV1TVBYcHI5Tm9OSUZsV3lXeVpqeHRKNHNRR1JsNVFSVEZ4QUtLcEtyVjZwL0tyRUprOVJpZVpDblVBSFlYc1AyWG1KZ1lWVmxWaG9qaFNaWmtmMzRiUkZIY1c1WVZJV0o0a3NWSVMwczdCeUQxK2ZXaUtHWWtKU1VkTUVPVnlJb3hQTWxpM0x4NU0wY1V4UitlWHk4SXdxbmJ0MjlubTZOT1pMMFlubVJSUkZFMEdJcWsxV281UEluS0hNT1RMTXJqeDQvUEFNalFXNVdWbTV2TDhLUXl4L0FraXhJZkg1OEpRTDkvODJ4TVRFeTZ1ZXBEMW92aFNSWkhxOVhxOTN2eVFoR1pCY09UTEU1V1Z0WkpBTm1pS0tweWMzUDNtTHMrWkowWW5tUnhZbU5qMDBSUlBDSUl3dm5vNk9na2M5ZUhyQlB2YlNlTEpJcmlIZ0ExelYwUHNsNFdQYXVTdjcvL1NRRGR6RjBQSWpLTDh4RVJFWjNNZFhCTFAyMW5jQkpacjFmTmVmQUtjZG9lSGg1dTdpb1FVUmxxM2JxMXVhdGc4UzFQSWlLellIZ1NFU25BOENRaVVvRGhTVVNrQU1PVGlFZ0JoaWNSa1FJTVR5SWlCUmllUkVRS01EeUppQlJnZUJJUktjRHdKQ0pTZ09GSlJLUUF3NU9JU0FHR0p4R1JBZ3hQSWlJRkdKNWxLRFkyRmprNU9VYTNhYlZhWEw5K1BkLzNSa1ZGSVRjM3Q3U3FSbFpDcFZKSlAxUThGV0l5NU5LVWtKQ0FiZHUyd2QzZEhlN3U3dWpac3ljOFBEeWs3UmtaR2JoNjlTcmF0bTJiN3o1eWNuTHcxVmRmWWRldVhlamR1emVXTEZraTI1NlltSWlQUC80WUVSRVJXTEJnQWZyMTZ5ZmJmdS9lUFl3Yk53NGVIaDRZTldvVUFnTUQ0ZVRrVkxJZnRKaWVQSG1DNE9CZ2RPellFVzNidG9XcnE2dHN1MGFqd1pVclZ4QVdGb2F3c0RBTUhUb1VmZnYyTlhuL3ExYXR3czJiTjFHM2JsM1VyVnNYdzRZTmc0Mk40WGYvNHNXTGtaT1RnM2J0MnFGang0NnkvMWZsUlZaV0ZyWnUzWXFjbkJ4TW56NjlXUHRLU0VqQWdBRURwT1hmZi84OUVGMXhHUUFBSUFCSlJFRlUzN0xQbmozRDY2Ky9MaTMvOXR0dnNMVzFMZlFZMDZaTmsxNHZYTGl3ME4vcHZYdjNzSDc5ZW1uNTg4OC9ML1FZbG9qaGlieFczNEFCQStEaTRvSWFOV3BnNHNTSmFOcTBLWUM4V2VwLytPRi9qd252MmJPbjlEb2xKUVdUSjAvRzMzLy9qYkZqeDJMQ2hBa1FCTVBIUW0zWXNBRTdkKzRFQUlTR2hxSnAwNllZTVdLRXRIM0xsaTNTUC9wRml4WWhPenNiUTRZTWtiYXZXYk1HYXJVYWp4OC94cXBWcTJCalk0TTMzM3l6Wkg4SnhmVHp6ei9qOE9IRE9IejRNQndkSGZIenp6K2pjdVhLMG5hVlNvWHAwNmNqTFMwTkFKQ2Ftb28rZmZvWS9YMFpjL2JzV2R5L2Z4OWhZV0ZvM3J3NWhnOGZibEFtTXpNVFI0OGVoVXFsd3JGangvREZGMStnUjQ4ZStlNnpOR1lqTCt5WXg0OGZ4NW8xYS9EbzBTTUFnS09qSXlaT25LajRlS0lvUXF2VktuNi9LYzZmUHkrOXpzN09MclI4Y25JeWZ2NzVaMm01b29ZblQ5c0JYTDE2RlFrSkNiaHg0d1l1WExnZysyYU5qbzZXWHZ2NCtNaTJiZHk0RVgvOTlSZEVVY1RtelpzeFk4WU1vLys0M24zM1hkU3FWVXRhWHJObURhNWV2U290VDVzMkRhKzg4Z3FBdkQrR0ZTdFc0SjkvL2dFQWhJV0Y0ZlRwMDFMWjNyMTdHdzFPalVhRGt5ZFA0dU9QUDBaQVFBQmVmZlZWdEd2WERuMzc5c1djT1hNUUdSbFpwTi9KM0xsejBicDFhK2xuMkxCaEJaYi82YWVmcE5jOWV2U1FCU2NBT0RrNUlTQWdRRnErZmZzMmZ2MzFWNVBxOHVqUkk5eS9mMTlhN3RXcmw5RnlwMDZka2s1SG5aeWM4T3FyWm4zRWpWRTVPVGw0OHVTSnRMeDU4MmFUZnc5RmtaeWNqTW1USjBzL1ZQSVluZ0F1WExnZ3ZhNWJ0eTY4dkx5a1pmM1FhZFdxbGV4OTc3Ly9QcnAzN3k0dG56NTlHaXRXckREWWYrWEtsZkhwcDU5S3A1bHF0UnB6NXN5UldtSDI5dlpZdm53NTZ0YXRDMDlQVDJ6YXRBa3Z2ZlFTVkNxVjdGdTdjZVBHV0xCZ2djSCtVMU5UTVhqd1lNeWNPUlBIangvSHZYdjNrSldWaGR6Y1hEeDY5QWcvLy93ejNuMzNYUVFIQjV2MCt6aDc5aXlPSFR0bVVsa0F1SG56Sm1Kalk2WGxZY09HUWFQUkdQd0VCQVJJTGMxNjllcmgyYk5uUnN2cFpHWm1Jak16RStmT25aTWRyMEdEQnJoOSs3YjBvM1BreUJIcGRjZU9IYUhWYXFWOTZIN1VhclhSeitEZzRBQW5KeWRGUDBVeFlNQUF6SnMzVDdadThlTEZTRWxKS2RKK0NwT1RrNE5MbHk1SlA0WEp6TXhFZUhnNE1qTXpTN1FlRlJsUDJ3Rlp5NjVEaHc3UzYrVGtaS2tGQ0FDK3ZyNnk5OW5iMjJQWnNtVllzR0FCamg0OWlvWU5HMkxxMUtsR2o5R3FWU3NNSHo0Y0lTRWhFQVFCYmRxMGdTQUlDQXdNbE1xa3BhVkJFQVFzV3JRSVFONHBrdTcwRGdDZVBuMHF0VHE5dmIybE1FeFBUOGU5ZS9la2NpNHVMbkJ6YzhPVEowOWtGd2EyYk5tQ1JvMGF5Ym9lbnBlYW1vclBQdnNzMyszRy9QampqOUpyUHo4L3VMdTdvMDJiTmdXKzU5YXRXMWk2ZENtV0xsMXFzRTMzUUw5T25Zdy9WZmE5OTk0ektILy8vbjM4OGNjZjBycGZmdmtGdi96eWk4Rjc1OHlaSStzUzBRa0tDb0tmbng4QW9FV0xGZ1l0NTRJVTlmUi80TUNCaUkrUHgrYk5td0VBU1VsSldMMTZ0ZlQvdmF6OCtPT1ArUHZ2dnhFZEhZMWJ0MjVCcTlYaXA1OStnck96YzVuV3cxSXhQQUhFeGNWSnI3Lzc3anQ4OTkxM1JzdDkvdm5uQmZiZjNMaHhBOTI2L2U5cHlFdVdMSkZkRkprMGFSTGk0dUl3WnN3WTZUVDl6cDA3QnZ0NTl1eVowZjAvZS9aTTJxYmZRZ01BR3hzYjlPM2JGeU5HakVEanhvMEI1TFUrMXF4Wmc5MjdkMHZsZHUvZVhXQjRybHk1RWsrZlBvVzl2YjFKVi9kemNuSVFHaG9xTFk4YU5hclE5NVNHdlh2M1FoVEZRc3ZaMlJuL0o3OXAweWJwOWVIRGg0c1Vua3FNSHo4ZVVWRlJVbC8za1NOSE1IandZTFJzMmJKVWpuZnMyREdEaTBuRy9pMDdPRGdBeUd1SjZ2OWQ2TVRHeGtyL0JsdTJiQ203dUxsejUwNjR1N3VYWkxYTE5ZWm5HWEowZEpSZGhTd3BUazVPQ0E0T05tanRWYXBVQ2RPblQ4Zmh3NGVsMDdHQ2hrTmR1SEJCT3ZYdDFhdVg3RFE0UDBlUEhrVnFhcXEwWEw5K2ZTVWZvVkN1cnE1UzhLblZhdGt4MDlQVHNYLy9mcFAyb3grZXYvMzJHd0FnUGo1ZTFoOGJGQlJVcExxNXVibWhSWXNXV0wxNnRkRVJBTWJZMk5oZy92ejVHREprQ0ZRcUZVUlJ4T3JWcTdGbHl4YVQzbi83OW0wTUhqellZSDNyMXEweFo4NGMyUmtMa05lSG5SOUJFS1F2SHQzdkp5NHVEbSsvL2JaQjJZOCsra2g2SFI0ZWpvU0VCR2s1dnd0WDhmSHhzbVVYRnhlRDBSaVdpT0dKdkZQZzUyazBHangrL0ZoYWRuTnpLL0xwakNubGpUMXovcFZYWHBIK0ljNmZQMS8yaDIxTVFhZko5dmIyOFBUMGxGcTQrYlVtTXpJeXBGTm9GeGNYVEpvMHFkRHdGRVVSdTNidE1saGZxMVl0bzUvTG1Nek1URGc1T1JWNjFYM1pzbVhTY0xEdzhIQ01HemRPMnJacjF5N3B5OEhGeFFVLy92Z2pIQjBkcGUyQmdZSFNSUnA3ZTN0cHZXNll6dk4vM0ltSmlTYlZYVjk2ZXJwSnczNzBPVGs1eWM0Z29xS2ljT2JNR1hUcDBxWEl4OWRuNnRYdHVYUG40dFZYWDhXNzc3NkxCdzhlQUpEL2ZrcEsvLzc5WmN0dnZ2bW1MSVF0RmNNVE1Cb1NodzhmbHZWQmJkcTBTVkdyS2pRMEZQUG56emRZWDFDNDZIK0RGL1VQOG5rcWxRb1BIejZVbGhzMmJHaTAzS3BWcTZUV3l2VHAwMUdqUm8xQzkzMzI3RmxabjdDK3JLd3NuRGx6QnFkUG44YVRKMCt3ZGV2V2ZJOTc5dXhadEd2WER1M2J0MGUzYnQxa3dXY0svYUZrUTRjT05SaUhxSDg2Yit5MFhmOUtmbGtLRFEwMTZINzUrdXV2MGJselo1T0hjSm1xVTZkT2FObXlwZXpNWitEQWdRYi92blNuN1ZRNGhxY1JvaWdpSkNSRVdtN1pzbVdwblk0KzcvbXJ3Zm4xMFpucTBLRkRzcnVhK3ZUcFkxQW1MQ3dNQnc0Y0FBQzBiZHUyMEpZdWtQYzcycmh4WTc3YlUxSlNNSC8rZkNtNFltTmpwYjVZZlJFUkVVaE1URVJvYUNoTy96OTdkeDRXVmRuK0FmeDdocGxoRlJBaVJGUVV0OWNOQWw1M1RjVXNOVU16TTB0UlROTVVjTUUwVVZ3ak5VeE5TVEF3ZDAycGVOMUNlYlhDeEsxWEpFVktYRkl6d0JXVm5XRm16dThQZnZNMGg1bGhPU3dqenYyNUxxL21MSFBPTXdUM1BNdjlQT2ZubjBYVnV1TGk0ckIxNjFZY09uUklrRCtyb1IyZ0tndWViNzc1cHM1b2VGMVFxVlNDdm1pTnExZXY0dmp4NHhYMlN3Tmx0ZnR0MjdiaDRjT0hnbHBjYkd3c3BrK2ZEbmQzZDBFR3hCZGZmSUZIang3cDdUYlMvTTVKSkJJV1RMdDA2Y0srNExVSHhBNGRPaVJJdXpObEZEejFPSEhpaEtCdk1DMHRyY29qcW5LNXZFcXBJUXFGQWoxNzlxejB2TEN3TUlOL3pDdFdyRENZOHdpVWpXaXZYNytlYmJ1NnVncEc5NEd5WnJObXhwT1ZsWlhlV3JJK1I0NGNFZnh4bHRla1NSTjRlWG5od29VTEFNcHFXZVdENTZOSGp3UURadjM3OXpmWTFWRlVWTVJTdThxbjB6UnUzQmdoSVNGd2NuTEMrKysvajYrLy9ocU9qbzdzdVBZWGtyNW1xWGJ3MUU1VHEwdEhqeDdWNlM3UTJMUnBFM3g5ZlN0c2RjamxjblRwMGtYbkd0N2UzdmpsbDEvdytQSGpLcy9nMG5UbFZMZkdYMVZWN2NKcGFDaDRscU5TcWJCaHc0WmF1OTRycjd5Qzd0Mjc0L0xseXdnSkNhbTE2MWJtM3IxN0NBNE9ab0ZHS3BYaWswOCtnYm01dWVDODlldlhzMDcvR1RObTZPMy8xZWZJa1NPVm52UHFxNit5NEhuMDZGSE1uRGxUTUtCeTl1eFp3ZmtWL2JIUG1UUEg0REdlNXhFYUdvcGp4NDRCS1B2QzJiaHhJN3VYZGo5dlpUWFBUWnMyWWRPbVRSVjlyQXJGeGNWVjJrb3BLU2tSMUFEdDdPemc1ZVdGcEtRa0FHV0RRWEZ4Y2FKbmtWVzM2YTM1SGFFVXBlcWg0Rm5PenAwNzlhWVB1Ym01R1h5UDl2bmxhelp5dVJ5T2pvNndzN01UN09jNFR1ODE4L1B6QmFsS3pabzFNMWdEc2JHeDBicy9LeXNMSDM3NElRdUtFb2tFUzVZczBVbnlUMGxKd2ZmZmZ3K2dyR21tTC8vUkVCOGZINXcrZlJyTm16Y1g1SmhxR3pod0lDSWlJcUJXcS9IdzRVT2NQMzllTUxDbFhVTjNjSENvY0gyQWluQWNoeVpObXJEdFgzLzlGYnQyN2NMNDhlTUJWQzk0MWxSVmFtOWJ0bXdSOUVPLy9mYmJlT09OTjVDY25NeHF5ZEhSMGZEMTlhM1RtckJhclVaMmRqYWJGZGVvVWFNNnU5ZnppSUtubHBzM2J4cnN4eHMvZnJ6ZXZzQWRPM1lJbXNidnYvOStsZTRsazhuMHB0Zk1tVE9IMVVBQW9FK2ZQZ2dJQ0lDVGsxT1ZydnZYWDMvaHd3OC9aSU0vWm1abVdMWnNtZDYrem1YTGxyRStTWlZLaFFVTEZoaTg3cjE3OXhBYUdncWdiRFMzUjQ4ZWlJeU14RWNmZlNSWU9FS2JnNE1EUEQwOTJTeXRvMGVQc3VDcFZxdHg3dHc1ZHU2cnI3NWFvOEd4NmRPbjQvVHAweXczTVRvNkdyMTc5NGE3dTN1RmZaNjV1Ym13c0xBUTNXUXRuelpWMll5ajlQUjB3ZUJabzBhTk1IYnNXTmphMm1Ma3lKR0lpNHNEVUpiOXNIejVjbno1NVplMVBuaWtvY2sxMWFqcTd4Z3BROEh6LzVXVWxDQTBORlF3dU5LK2ZYdldyeGNSRVlHMmJkdWlVNmRPN1BqaHc0Y0ZUWHhQVDAvNCsvdUxMc1BSbzBjRmdSTUE5dTdkaS9qNGVBd2JOZ3dUSmt4QXMyYk5ETDcveG8wYm1EWnRHcXU1V2xsWklTSWl3bURmcWlZOUJRQisrKzIzQ3N1V241L1BGbnRZdVhJbDJyVnJ4K2JRVjJUQWdBRXNlUDcwMDArWVAzOCs1SEk1MHRMU0JDbEJsZlhQUlVWRkdVeFZBc3BxK0lzWEw4YkVpUk9oVnF1aFVDancyV2VmNlV4SkxkOHlzTFcxWmMxOU1VNmZQbzNnNEdDMlhiNWJSRnR1Ymk0V0xGZ2dDT1lCQVFFczUvR0REejdBa1NOSFdOL3UyYk5uc1hYcjFpcC9JVmVYcDZlbklIZ09HRENnVHU3enZLSzU3U2pyTTF1MmJCbXVYYnZHOWcwWk1nU2JOMjlHOCtiTkFaUUYxNkNnSUZ5NWNnVUFzRzNiTml4ZHVwVFYzSnljbkJBUkVTRzY5bFErTlVxYlFxRkFmSHc4Um80Y2llWExsd3NTa3pVeU1qSXdaY29VRmpnZEhCd1FFeE5UcFVFcE1TUVNDYXVKVmtSNzlEd3ZMNCt0STZBOUpkYk56VTN3cFNSVzU4NmQyWUJZNTg2ZEVSWVdWdXZaQytXVlh4ZlRVQTFXcVZSaS92ejVnaTZDVnExYUNXWmtPVGc0WU5hc1dZTDNSVWRIMThuQ0lVRFppTHF6c3pPNmR1MksyYk5uNCsyMzM2NzBQZkh4OFpnM2J4NWVmZlZWblVSOFUwTTFUd0NSa1pGSVRFeGsyODdPenBnM2J4NnJ1VTJlUEJrRkJRWEl6YzNGNU1tVDRlSGhJV2h5MnRuWklTb3FDaSs4OEVLMTc1MlptWW5JeUVpZDJrOTRlRGlLaW9xd2NlTkdQSG55QkVCWjAvckFnUU5JU0VoQVVGQVErOE5MUzB0RGNIQXdxN0cwYU5FQ1gzNzVKVnhkWFN1OGQyV2pvTm9aQnExYnQyWk5TbzJxQkNKWFYxZTBidDJhTmFmUG5UdUhBUU1HQ0lLbnZpNEZzUUlEQStIaTRnSi9mMytZbVprSm10VGFaWjR3WVlKZ1pTc3hVbEpTQkt0b21abVo2ZjN5Vkt2VkNBc0xFL3pPYUdZWWxmOFpqaGd4QW9tSmlXejJrMXF0eG9JRkM3Qng0MGFkUG10OTl1N2RpMTkrK2FWS1dSUDkrdlZqMDRsbno1NE5hMnRydlBiYWE3Q3lzb0pLcFVKNmVyck9sRTVEK2JxbXlPU0RaMHhNRExadjM4NjJOU3NjYVpwUzdkcTF3NFlOR3hBWUdJamk0bUlVRlJVSi9naWNuWjBSR1JrSmQzZjNDdTlUZnVxYXByTit6Smd4T3FrM00yZk9aQUZsMEtCQjJMUnBFK0xpNGdUWDBCNTRtVDU5dXVBYWhZV0ZncVprZVZXZHlsaGIzbjc3YmVUazVHREFnQUZvMTY0ZDB0UFRCVFd3d1lNSDE5cTliRzF0QmRNS3k2L2NYOXN6YUxTRHA3NWFaMmxwS1pZc1dhTHo1ZmpCQng4WURJWmhZV0Y0OTkxM1VWQlFBS0FzVFNzb0tBanIxNitIdDdjM095OC9QNTlsTTJob1Z2V3E2alJSb094bmRQTGtTZnp5eXk5WXUzWXRZbU5qY2YzNmRTeFpzcVRLMXpCRkpoODh5NmZMeko4L0g1MDdkMmJidWJtNVNFdExnNVdWbGQ2MU9wMmNuSER6NWsyNHVyb2FiTEpsWm1icXJGUVVGaGFHcFV1WFl1M2F0Wmc5ZXphS2lvcGdhV21Kc0xBd1FUQnAxS2dSNXM2ZGl5RkRobUQ1OHVXNGNlTUdBZ01EMGE1ZE8zWk8rZUQ3OE9GRFBIejRzT28vaERwV3ZqbW92ZHhkcDA2ZFdOZElSY3F2cEZSVjJ2MjZ3RDhCenM3T3JsWldtZi9ycjcvWTYvS2oxWGw1ZVpnM2J4NnJSV3IwN2RzWGt5ZFBObmhOVjFkWExGMjZGSFBuem1YN0Nnc0xFUmdZaUNWTGxtRHc0TUdJalkxRlRFeU13Zm5rNVJkSlVhdlZzTGEyeHJ4NTg5ZytUWUM5ZWZNbU83K3dzQkJObWpReGVOMUdqUnJCMDlNVFhidDIxVWx0MGp6ZW8vd1VZSDJQL0hnZVpqS1pmUERzMWFzWDZ6U2ZObTBhUm93WUFhVlNpWFBuemlFaElVR3d3SzQrbHk5ZnhzY2Zmd3k1WEE1dmIyOTRlWG1oUzVjdWFOT21EUndkSFpHZW5vNFpNMmF3cHJkR1ltSWlybHk1QW45L2Z5eGN1QkNKaVltWU8zZXV3YVoyNTg2ZHNYMzdkaHc4ZUJCRGh3NWwxN08zdDYrbG4wVHRxYzRTYmVucDZUcm5HMW8ycmpLblRwM0NIMy84QVd0cmE4aGtNdVRsNWJGVUxLQXNXR2grWHRYSjVjM0p5VUZlWGg2a1VpbWtVaWxrTWhtVVNpVU9IejRzbUNYVW9rVUw5am9qSXdQejVzM1RTWVBxMEtFRFZxeFlVV25OME5mWEYrUEhqOGVPSFR2WVBvVkNnWVVMRjBJaWtjRGEybHB2Z0xPd3NFRC8vdjExZ3RPeFk4Y3dhTkFndlBQT080TDlqeDQ5RWpURjNkemNZRzl2RDNOemMzQWNCNWxNQmc4UEQzVHYzaDNkdTNkSGh3NGRzR3paTXF4YnR3N3IxcTBUWEt2ODQyTTA5UFc3UHcrSjh5WWZQTHQyN1lybzZHZ0VCQVNnUjQ4ZVdMeDRNVTZlUEtuVFY2YlJvMGNQOU9yVkM5dTNieGZrWXlvVUNwdzllNWJWWkNVU0NmYnQyNGM3ZCs0SUFxZXRyUzI3OXUzYnR4RWVIczZPblRwMUNsS3BsS1dtOER3UG51ZWhVcWtFZnlnUkVSRUF5bjVabHkxYlZtZS9pQTN0RjF5cFZDSTZPdHJnOGJadDI0b2FNRHA1OGlTV0wxOWU2WG5hbzlVNU9UbUNoV1dBc243anlNaklLaWVqQndjSDQvcjE2emg5K2pUYjE2ZFBId3djT0ZEUUZ5bVJTTkMxYTFjTUhUb1V2cjYrN1BvT0RnNHNvMkhCZ2dVVnBxSnBhTlpRdGJTMFJHeHNMRHAyN0ZoaEJvRXBNL25SOW80ZE95SWtKQVRCd2NHd3RyWkdZbUtpM3NEWnExY3Z4TVRFWU9QR2pSZzdkaXoyNzkrUDRPQmdnd3RvakI0OUd1N3U3b0lwaDk3ZTNqaDgrRERHakJtak4zZFBrMkpUVWxLQ2twSVMxZ1F5MUlReXRGanc4MmpObWpWSVNrcENVbElTdnZqaUM3M25lSGw1R2N5SjVEZ09VNmRPRlhWdjdYNUdRenAxNmlUSUErN1pzeWMrL2ZSVFZzUHMwS0VEWW1OanE3WGVwVVFpd2VyVnExbmZhS2RPbmZEWlo1L0J6TXdNclZxMVF2djI3VEY3OW13Y09YSUVVVkZSR0Rac21DQXdUNXc0c2NyM0FzcSsyTFhYQnZEeThxTEFXWUc2eWI2dEo5N2UzanhRdXpXa0RSczJzQUVrZTN0N0RCMDZGRysrK2FiQkFTR2xVb25rNUdRY1BYb1V5Y25KS0NvcWdxMnRMUTRjT01BR25aWXNXWUxzN0d4czJMQ0I5YmxkdlhvVlAvendBOUxTMHZENDhXTVVGaGF5eDFDbzFXb1dNRFgvMWU3RDRqZ09VcWtVQ1FrSmRiNW9iMVZvTjd2Mzc5OWY0NFVqSkJJSk9JNFRYRmM3enpNdExVMlFKcVc5S3BhZm54K3lzcklnbFVwaGJtNE9XMXRidEc3ZEdxTkhqeFk4SmFDNkJnMGFwSGVwT21kblp3d2FOQWhUcDA3Vlc2UDg1cHR2Y1A3OGVZU0hoNHQrNG1sZVhoNFdMMTZNUllzV1ZidWY5ci8vL1M4T0h6Nk11M2Z2VnZnSWtqWnQydUNERHo2b2NDYWRSbUZoWVkwZlhWelQ3aWJONzhhRkN4ZU1Gc01vZUpaVFVGQ0F5TWhJdlB6eXkraldyVnUxbW5sS3BSSnBhV2xRcTlXQ1Avd2JOMjdBeGNYbHVaMDdyTDA0aGJPemM0MlgwWHNXNWVmblE2VlNnZU00bHBJa2w4dXJOS3JOODN5ZHpSSXlWUlE4YTZndWdpY2g1Tm4zTEFSUGsrL3pKSVFRTVNoNEVrS0lDQlE4Q1NGRUJBcWVoQkFpQWdWUFFnZ1JnWUluSVlTSVFNR1RFRUpFb09CSkNDRWlVUEFraEJBUktIZ1NRb2dJRkR3SklVUUVDcDZFRUNJQ0JVOUNDQkhodVZoSnZqcVBmU0NFa05yUW9HdWVQTS8vV3ZsWmhKRG5WS3F4QzBCSWcrUHQ3YzFyMW5NbHhCZ2FkTTJURUVLTWhZSW5JWVNJUU1HVEVFSkVvT0JKQ0NFaVVQQWtoQkFSS0hnU1FvZ0lGRHdKSVVRRUNwNkVFQ0lDQlU5Q0NCR0JnaWNoaEloQXdaTVFRa1NnNEVrSUlTSlE4Q1NFRUJFb2VCSkNpQWdVUEFraFJBUUtub1FRSWdJRlQwSUlFWUdDSnlHRWlFREJreEJDUktEZ1NRZ2hJbER3SklRUUVTaDRFa0tJQ0JROENTRkVCQXFlaEJBaUFnVlBRZ2dSZ1lJbklZU0lRTUdURUVKRW9PQkpDQ0VpY01ZdUFDRlY0ZVhsTlJEQUVNMDJ4M0Z6QUlEbitUVmFwNTFKVFUzOXZyN0xSa3lUMU5nRklLU0tsSnFBcVUxN24wcWxHbG0vUlNLbWpKcnRwRUZJVFUwOXhmTjhUZ1duNUNxVnloL3FyVURFNUZId0pBMkZFc0MrQ280ZlQwOVBWOVJYWVFpaDRFa2FrbmhEQjNpZS83WStDMElJQlUvU1lPVGw1WjBFa0Z0K1A4L3pCWThmUDk1dmhDSVJFMGJCa3pRWTE2OWZMK0Y1L3J2eSt6bU8rK25XclZ2RnhpZ1RNVjBVUEVtRHd2TzhUaXFTV3EybTlDUlM3eWg0a2dibC92MzdTUUFLdEhZVmxaYVdVdkFrOVk2Q0oybFFzckt5Q2dGbzkyK2VTRTlQenpkV2VZanBvdUJKR2h5MVdxM2Q3MGtEUmNRb0tIaVNCcWVvcU9oSEFNVTh6eXRLUzB2ampGMGVZcG9vZUpJR0p5TWpJNC9uK2NNY3h5V25wYVU5Tm5aNWlHbWl1ZTJrUWVKNVBnNUFFMk9YZzVpdUJyMnFrcmUzOTQ4QWZJMWREa0tJVVNSZnVIQ2hyN0Z1M3RDYjdSUTRDVEZkZll4NTgrZWkyWjZTa21Mc0loQkM2cEdQajQreGk5RGdhNTZFRUdJVUZEd0pJVVFFQ3A2RUVDSUNCVTlDQ0JHQmdpY2hoSWhBd1pNUVFrU2c0RWtJSVNKUThDU0VFQkVvZUJKQ2lBZ1VQQWtoUkFRS25vUVFJZ0lGVDBJSUVZR0NKeUdFaUVEQmt4QkNSS0RnU1FnaElsRHdmRTVsWkdTZ3BLUkU3ekcxV28yclY2OGFmTy9GaXhkUldscGFWMFVqZWhRWEYwT3RWaHU3R0tRYW5vdkZrSjhYMmRuWjJMWnRHeG8zYm96R2pSdGowS0JCY0hCd1lNY0xDZ3B3K2ZKbGRPL2UzZUExU2twS0VCMGRqZDI3ZDJQdzRNSDQ1Sk5QQk1kemNuS3dZTUVDWExod0FZc1hMOGF3WWNNRXgrL2N1WU1wVTZiQXdjRUI0OGFOdzhpUkkyRnBhVm03SDFTRW9xSWliTjI2RlNVbEpaZzllM2F0WEhQdDJyVzRmdjA2M056YzRPYm1odEdqUjBNaTBhMVBMRisrSENVbEplalJvd2Q2OSs0dCtIK2lUMmxwS2ZMeTh1RGc0SUI5Ky9ZaElpSUNBREJyMWl6NCsvdmp3WU1ITURNekUxeG54b3daU0UxTmhiMjlQWHIzN28ybFM1ZFdlSSt0VzdmaTBhTkhNRE16RS93ODh2THlxdkVUS0NPUlNHQnRiVjN0OTVrNkNwNzFUSzFXdzgvUER6WTJObmp4eFJjeGJkbzBkT2pRQVVEWml2amZmZmZQSThrSERSckVYajk5K2hSQlFVSDQ0NDgvTUduU0pIejQ0WWZnT04xSFVHM2F0QWs3ZCs0RUFDUWtKS0JEaHc1NDc3MzMyUEV0VzdiZ2YvLzdId0JnNmRLbEtDNHV4cWhSbzlqeDlldlhRNmxVNHY3OSsxaTdkaTBrRWduZWZmZGRkcnd1VnZEKzdMUFA4TW9ycnhnOG5waVlpUFhyMStQZXZYc0FBQXNMQzB5Yk5xM0c5ejF4NGdUKy92dHZuRHQzRHAwNmRjS1lNV04wemlrc0xNU1JJMGVnVUNodzlPalJTc3Q2NDhZTmhJV0Z3ZGJXRnBzMmJkSjd6dXJWcTNIbXpCbE1uRGdSWThlT2hWS3B4RysvL1FhMVdvMmNuQnc0T1RsVld2WkRodzdoOXUzYmtFZ2tndURadjMvL3lqOTRPUysrK0NLT0hEbFM3ZmVaT21xMjE3UExseThqT3pzYjE2NWR3NmxUcHdTMWo3UzBOUGE2V2JObWdtTXhNVEg0L2ZmZndmTThObS9lakxsejU2SzR1RmpuK3BNblQwYlRwazNaOXZyMTYzSDU4bVcyUFhQbVRIVHQyaFVBd1BNOFZxOWVqVC8vL0JNQWNPN2NPZno4ODgvczNNR0RCd3NDcDdHVWxKVGd3WU1IYkh2ejVzMzQ1WmRmYW5UTmUvZnU0ZSsvLzJiYnI3MzJtdDd6ZnZycEp5Z1VDZ0NBcGFVbCt2U3ArTEU1Ly9uUGYzRDE2bFdjUDM4ZWh3NGQwamwrK3ZScC9QampqeWdzTE1UdTNidVJrNU9ETTJmT1FLVlNzWE82ZGVzbTVpT1Jla1kxejNwMjZ0UXA5dHJOelEzT3pzNXNPelUxbGIzMjlQUVV2Ry9XckZsNDhPQUJmdnp4UndEQXp6Ly9qTldyVjJQUm9rV0M4Nnl0clJFZUhvN0preWREclZaRHFWUWlORFFVZS9ic1FhTkdqU0NUeVJBUkVZR0FnQUFVRmhZaUlpSUM3dTd1VUNnVVdMbHlKYnRPKy9idHNYang0Z28vaTF3dWg1bVpXZlYvQ0NocmhsZVZuNThmZUo3SDh1WEwyYjdseTVmaisrKy9oNTJkWGJYdVcxaFlDQUE0ZWZLa1lIK2JObTF3NjlZdHR0MnlaVXNBd09IRGg5bSszcjE3UTYxV3MydG95T1Z5U0tWbGYwcEJRVUg0NVpkZmtKbVppVDE3OW1ERWlCR0NjelcxVVFzTEM2eFpzd1l1TGk3NDRvc3YySEZMUzB1ODlOSkwxZnBNK2pSdTNCaEJRVUVWbmxPK1M0ZFVEd1hQZXFaZHMrdlZxeGQ3L2VUSkUxWURCQUFQRHcvQisyUXlHVmF0V29YRml4Zmp5SkVqYU51MkxXYk1tS0gzSHA2ZW5oZ3paZ3oyN05rRGp1UFFyVnMzY0J5SGtTTkhzblB5OHZMQWNSenJXeXN1TG1iTllnQjQrUEFocTNXNnVMaGc0OGFOT3ZlWk1HRUN2THk4QUFDZE8zZXVWcjlaZFp2L3c0Y1BSMVpXRmpadjNnd0FlUHo0TWRhdFcxZHAzMkI1ZmZ2cWYxTHQ5T25UQmRzcEtTbjQrKysvY2Y3OGViYnYrUEhqT0g3OHVNNTdRME5EV2RmSGlSTW40TzN0alJkZWVBRnZ2dmttTGx5NHdNN0x5TWpBVzIrOWhkTFNVblRzMkJFRkJRVW9MQ3dVQlBLaW9pTDA2TkZENXg0OWUvWkVlSGc0Qmc0Y0tOaXZWcXZaejFMN1FZalcxdFk2Z2JzOENwNDFROEd6bnQyNGNZTzkvdWFiYi9ETk45L29QVy9seXBXQ21tQjUxNjVkZzYvdlAwOWUvdVNUVHpCMDZGQzJIUmdZaUJzM2JtRGl4SW1zbVg3NzltMmQ2eng2OUVqdjlSODllc1NPYVRjcHRjWEd4ckxYaHc0ZHF2TkJoNmxUcCtMaXhZdXN6L2J3NGNONDY2MjMwS1ZMbHpxNTM3ZmZmZ3VlNXlzOVQxUHJCSUFGQ3hhdzF4Y3ZYaFNjZCtUSUVkYTNlUFhxVmFTbXBzTGYzOTlnVmtSTmxKYVdJaU1qbzlhdlMvNUJ3Zk01WldGaGdhaW9xRnEvN3ErLy9nb0F5TXJLRXRSc0preVlVSzNyMk5uWm9YUG56bGkzYnAzZUVXNTlKQklKRmkxYWhGR2pSa0doVUlEbmVheGJ0dzVidG15cDFyMDFiRzF0V2VCVEtwWEl6YzFseC9Mejh4RWZIMStsNjJnSHorcmF0MjhmZXkyWHkvSGlpeThDS1B2Q3lzN09adnVyTW9pazdkNjllNEtCUWxMN0tIaldNeGNYRjUxOUtwVUs5Ky9mWjl0MmRuYXdzcktxMW5XcmNyNis1OXQzN2RxVjVSY3VXclNvMHFhZXBvOHpLeXRMc0Q4bko2ZXFSV1h5OC9PcjNXZHFhV2twcUFsZnZIZ1JTVWxKb2thWlY2MWF4ZEsrVWxKU01HWEtGSFpzOSs3ZHJHL1R4c1lHLy9uUGYyQmhZY0dPanh3NWtnMWl5V1F5dGwvVEJOKy9meitpb3FJRWZidlRwMCtIajQ4UDJyVnJCNkRzaTJqT25EbnMrSUFCQTdCaXhRb0F3UFhyMS9IT08rOEFLT3ZlV2JKa0NTdW41djZhMFhaTlRaelVMd3FlOVV4N0FFTGowS0ZEZ3I2NzJOaFl0RzdkdXRyWFRraEkwQmxBQXZRSFRRM3R4T3pxQkRMdGtlcjZsSkNRb05PTjhOVlhYNkZmdjM1NlU3ZkUwazRaZS92dHQzVnlPN1diODlvMXo4dVhMeU0yTnBiMWRVb2tFdll6UG5Ma0NLS2lvakJ3NEVETW5Ea1RXN2NLUjVsdkFBQWdBRWxFUVZSdUZWeFQrd3RKdS85WjN4ZHVaWnljbkxCczJUTEJQazIvcmx3dUZ3eFNtWnViVi92NmhJS24wZkU4anoxNzlyRHRMbDI2aUFxY1lpaVZTc0YyZFpxZjJzSHp6VGZmUkZoWVdLMlZ5eENWU2lWbzVtcGN2WG9WeDQ4ZkYrVEYxbFJjWEJ5MmJ0MktRNGNPNlczK2FnZHdxVlFLbFVxRmlSTW5JajA5bmUxdjI3WXQrdlhyeHdhNU5IM09QLzc0STVLU2tuUytCUDc4ODArbzFXcElKQkxjdkhtVDdYZDFkYTFTbWJVRHVybTV1Y0hKRkdabVpoVk90Q0JWUThIVHlFNmNPQ0dZS3BtV2xsYmxrV2k1WEk0elo4NVVlcDVDb1VEUG5qMHJQUzhzTE14Z0VGeXhZb1VnRjFJN2VHcW5XOVdsbzBlUDZuUVhhR3phdEFtK3ZyN1ZxajBYRlJXeEdUbmwwNDhhTjI2TWtKQVFPRGs1NGYzMzM4ZlhYMzhOUjBkSGRsejdpMGNtazhITXpBeTllL2Rtd2RQSHh3ZWZmLzY1SVBsOHlwUXBMTDlUcFZKQkxwZXpIRktnYkFiWnJWdTM0Tzd1amovKytJUHQxelR6RGNuSXlFQnFhcXBnQURFdkw0OU5saWhQcVZUcVBlYm41MWZ0MUM5VFJzSFRpRlFxRlRaczJGQnIxM3ZsbFZmUXZYdDNYTDU4R1NFaEliVjJYWDIwZytlbVRac016cWFwaXJpNHVFcHIyeVVsSllJQk1EczdPM2g1ZVNFcEtRa0FjT3ZXTGNURnhWVXJxVis3djdFOG51Y1JHaHFLWThlT0FTajdZdG00Y1NNYjNOS2UrNitwc2Z2NysrTzc3NzdEbURGak1ISGlSQVFFQkxEc2l0NjllNk5UcDA3bzFhc1hCZzBhaFAvODV6OFlOV29VSmsyYWhCWXRXckNSOFY5Ly9SVXRXN2JFdVhQbkFKUTErelV6MEFEZy92MzcrUDMzMzFuUVY2dlZyR2FzWFp0OCt2U3BvR211cmJTMFZPK3hYcjE2VWZDc0JncWVSclJ6NTA2OTZVTnVibTRHMzZOOXZ2WkFCVkJXRTNWMGROVDVBK0E0VHU4MTgvUHpCYWxLelpvMU0xaHpzN0d4RVd6WFpwK245a0NNSVZ1MmJNSGR1M2ZaOXR0dnY0MDMzbmdEeWNuSnJCWVlIUjBOWDEvZldxa0pjeHlISmsyYXNPMWZmLzBWdTNidHd2ang0d0hvRDU1S3BSTFIwZEZvMUtnUjB0UFRXUzNVenM0T0gzLzhNYVJTS2U3ZHV3ZEhSMGRNbmp3WnpzN09XTHg0TWJwMDZZTGh3NGREcFZJaEtTa0piZHUyeGVQSGp3R1UxVG8xZzRGSlNVa1ZCbnhES1dXa2JsRHdOSktiTjI4aUppWkc3N0h4NDhmckhmWGVzV01IMXE5Zno3YmZmLy85S3QxTEpwUHBUYnVaTTJjT3E3a0JRSjgrZlJBUUVGQnBXa3h1Ymk0c0xDeXFGUFQwS1o4V1ZObkNJK25wNllMQmxVYU5HbUhzMkxHd3RiWEZ5SkVqRVJjWEI2Q3MyYnQ4K1hKOCtlV1h0VEo0TkgzNmRKdytmWnJWSHFPam85RzdkMis0dTd2cjlIa0NRSGg0T0pzQnB1M3AwNmZ3OC9QVDJaK1Nrb0pYWDMwVlFOa2tnNHNYTCtMOCtmT0N3S3pkRkxlMXRkVmJUazlQVDNoNmVnb3lObnIzN3EzVHF0RjBCMWxhV2lJNU9ibmlEMDhxUmNIVENFcEtTaEFhR2lwSWptN2Z2ajFydWtWRVJLQnQyN2JvMUtrVE8zNzQ4R0hCSDRPbnB5ZjgvZjFGbCtIbzBhT0N3QWtBZS9mdVJYeDhQSVlORzRZSkV5YWdXYk5tZXQ5cmEydkxtck5pbkQ1OUdzSEJ3V3k3b3RIZTNOeGNMRml3UUJDc0FnSUNXQ0Q1NElNUGNPVElFZGFNUFh2MkxMWnUzVnFsTDVhb3FDaURxVXBBV1UxKzhlTEZtRGh4SXRScU5SUUtCVDc3N0RPZDJWYmxXd0JpK1ByNjR1TEZpK0I1SHIvOTlodmJyNzBJU2VQR2pXRnRiWTJYWG5vSmFXbHB5TTNOaFVRaVlYbXV1M2Z2WnVlNnVMZ0kxa3JRcGxhckJjZk16YzByN1ZjbHVtaGhrSHJHOHp5V0xWdUdhOWV1c1gxRGhnekI1czJiMGJ4NWN3Qmx3VFVvS0FoWHJsd0JBR3pidGcxTGx5NWxvNmxPVGs2SWlJZ1FQYSs4ZkdxVU5vVkNnZmo0ZUl3Y09STExseTluaWRxMVNYdVFCRERjYkZjcWxaZy9mNzZnaTZCVnExWVlOMjRjMjNad2NNQ3NXYk1FNzR1T2pxN3h3aUVhblR0M1p0TmFPM2Z1akxDd01JTlpDcE1tVFVKa1pLUmdjRzdxMUttSWpJeEVaR1Nrb056ZTN0NkNhd3diTmd4eXVWeXdyMmZQbm9MdUZqYzNOeVFsSldIRGhnMW8zTGl4VGxtMXAvYzJhZElFQVFFQmduOGFKU1VsZ3YzejU4K3Y2bytEYUtHYVp6MkxqSXhFWW1JaTIzWjJkc2E4ZWZOZ1pXV0ZpSWdJVEo0OEdRVUZCY2pOemNYa3laUGg0ZUhCQmcrQXN2NnpxS2dvdlBEQ0M5VytkMlptSmlJakkzVnFqZUhoNFNncUtzTEdqUnZ4NU1rVEFHWDlad2NPSEVCQ1FnS0Nnb0l3YnR3NFRKZ3dRYkJDa3hncEtTbUMxYURNek16MGZnbW8xV3FFaFlVSlBydG1obEg1bEtvUkkwWWdNVEdSelg1U3E5VllzR0FCTm03Y3FMUEFpaGlCZ1lGd2NYR0J2Nzgvek16TUJGME93RC9CczMzNzlzak16R1I1dFhLNUhENCtQdkR4OGNHalI0OFFIaDRPb0t3L3RYekF0N2UzUjVjdVhRUTV1ZVVIdnlxYmlhWDlzMnJUcGswMVB5V3BMZ3FlOVNnbUpnYmJ0MjluMjVvVmpqUk4wSGJ0Mm1IRGhnMElEQXhFY1hFeGlvcUtCSDhRenM3T2lJeU1oTHU3ZTRYM0tiOGl1VnF0Um5aMk5zYU1HYU9Ua2pOejVrd01HVElFUU5uNm9aczJiVUpjWEp6Z0dyVzlSSnAyOE5SWDZ5d3RMY1dTSlV0MGd2d0hIM3hnTUJpR2hZWGgzWGZmUlVGQkFZQ3lOS1Nnb0NDc1g3OWVwNVpYWGJhMnRqbzFOMjNhemZZalI0NndQa3VGUW9FcFU2YWdSWXNXQVA1SmZKODRjYUtnUzBZenpiVDhaSWF2dnZvS1hicDBNZGpYcVMwakk0TzFFamlPRS95Y25KMmQ5UzRDVXI2YmdsUVBOZHZyMGRtelp3WGI4K2ZQUitmT25kbDJibTR1MHRMU0RFNjFkSEp5d3MyYk4vV3U0Nm1SbVpuSnB2aHBoSVdGd2NuSkNXdlhybVdETTVhV2x2ajAwMC9aNkRGUU5oQXpkKzVjYk4yNmxhVU9CUVlHc3Y0d096czdPRGc0MU9nZkFQejExMStDZTJyTHk4dkRqQmt6QkxWem9HdzFwTW1USnh2ODNLNnVyanBkRVlXRmhRZ01ETVRSbzBmMXZrY3pYZExIeDZkYWdTUXpNMU93cmYwRk1IbnlaSHovL2ZjWU5Xb1U2OHY5NjYrLzJHYzJOemVIajQ4UDY0TEp6YzNGL1BuekJmMlZHdW5wNlpnNmRhcmc1MldJOW1kczNicTFJT0JhV0Zpd3o2bjlqOVFNMVR6clVhOWV2ZGhLTzlPbVRjT0lFU09nVkNweDd0dzVKQ1FrQ0JiZTFlZnk1Y3Y0K09PUElaZkw0ZTN0RFM4dkwzVHAwZ1Z0MnJTQm82TWowdFBUTVdQR0ROYjAxa2hNVE1TVksxZmc3KytQaFFzWElqRXhFWFBuempVNGM2Vno1ODdZdm4wN0RoNDhpS0ZEaDdMclZTY25OU2NuQjNsNWVaQktwWkJLcFpESlpGQXFsVGg4K0xCZ2xwQ21WZ2FVMVo3bXpadW5rd2JWb1VNSHJGaXhvdEptcTYrdkw4YVBINDhkTzNhd2ZRcUZBZ3NYTG9SRUltRWoyOVZ4NnRRcC9QSEhIN0MydG9aTUprTmVYaDYrLy81N2Rsd2lrY0RlM2g1QTJXai83ZHUzY2UzYU5UeDkraFF5bVV5bmxscFNVb0xBd0VCMDZ0UUp3NGNQUjFSVWxPRC9sNW1aR1Z4Y1hOalA0T3JWcTNqMzNYY1JHaHFLb1VPSG9xaW9DSVdGaFlMRm9SOC9maXlZVHFwcFNXams1ZVVKWnJHUjJrSEJzeDUxN2RvVjBkSFJDQWdJUUk4ZVBiQjQ4V0tjUEhsU3B3OU5vMGVQSHVqVnF4ZTJiOTh1eU1kVUtCUTRlL1lzcThsS0pCTHMyN2NQZCs3Y0Vmd2gydHJhc212ZnZuMmI5YmtCWlVGQktwV3lsQjZlNThIelBGUXFsYURKcm5uK3pyQmh3M1RtU2xmazVNbVRnc1dMRFJrd1lBQjduWk9USTBpM0FjcHFVWkdSa1ZWZUtDVTRPQmpYcjEvSDZkT24yYjQrZmZyb3JJTlpWWnJjVFVQYXRtMExxVlFLbnVjUkZCU0VTNWN1Nlp4alkyTURYMTlmSEQ5K25IV2IzTGx6UjZlRklKVktzV3JWS25oNGVHRGl4SW1zaGx0U1VnSkhSMGZrNXViaWxWZGVFVXpEbE12bE9ITGtDTHV1UkNMUmVTNVZUazRPMXF4WkkrcnpFOE9vMlY2UE9uYnNpSkNRRUFRSEI4UGEyaHFKaVlsNkEyZXZYcjBRRXhPRGpSczNZdXpZc2RpL2Z6K0NnNFBaY21YbGpSNDlHdTd1N3VqZnZ6OExNdDdlM2poOCtEREdqQm1qTitkUmszcFRVbEtDa3BJU0tCUUtsSmFXR255Q282RkZoQTJwU2o5anAwNmRCUG1zUFh2MnhLZWZmc3BxbUIwNmRFQnNiS3pla1dWREpCSUpWcTllemZyOE9uWHFoTTgrKzB6dm9OU2FOV3VRbEpTRXBLUWtnN054dkx5OERPYU1jaHlIcVZPbnN0ZWFHcTZHWEM3SHVISGpjT2pRSVN4WnNnUUhEeDdFcUZHajBLVkxGK3pkdTFmUWQyMWxaWVhQUC84Y0F3WU1nS09qSTZLaW9saXRmTVNJRWVqWnN5ZnM3ZTExK3J0YnRteUpVYU5Hb1hmdjNnREtwbGlLR1V3azFVYzF6M29razhrd2R1eFlBR1VwTjJQSGptVURTUGIyOWhnNmRDamVmUE5OblQ4UUt5c3JCQVFFWU55NGNVaE9Uc2JSbzBlUm5KeU1vcUlpMk5yYXNqOWdDd3NMK1ByNklqczdHeHMyYklDRmhRWG16cDJMNGNPSDQ0Y2Zma0JhV2hvZVAzNk13c0pDcUZRcVZzdlVCRXpOZjdWck5oekhRU3FWVm1sdXZMYm16WnZEd2NGQjcxSjF6czdPR0RSb0VLWk9uYXFUbnVQcjY0dVFrQkNjUDM4ZTRlSGhvcDdjYVdGaGdmWHIxMlB4NHNWWXRHaVJ3VlFvUzB0TDF1ZHFiMit2ZC9VaVcxdGJORzNhRkZsWldaQktwVEEzTjRldHJTMWF0MjZOMGFOSEM1NEcwS1pORzR3Y09SS0ZoWVhvMTY4ZmV2WHFKYWd4TjI3Y0dLR2hvVkNwVkRBek04T21UWnN3Y2VKRU5HM2FGRXVXTEJIY3YxbXpadGk1Y3lkV3JWb2x5SW50M0xrelM5cDNkbmJHN05teklaZkxFUkVSZ1pDUUVMMlAzbkJ6YzhQZXZYdDE5bGYzL3lrUnFyMDF2SXpBMjl1YkJ5cGVjdTFaVmxCUWdNaklTTHo4OHN2bzFxMWJ0VlkxVWlxVlNFdExFenlHQVNoYnFkN0Z4YVhhNjRIV2hmejhmS2hVS25BY3gxS1M1SEo1bFJZLzVubStWcGVZZTFZOWVmSUVkbloyMWZxc211NlY4cjh2NVg5bXYvLytPNEN5UVNwOWF3ZFVkdnhacHZtZHYzRGhndEYrU1JyMGIyZERENTZFRUhHZWhlQkpmWjZFRUNJQ0JVOUNDQkdCZ2ljaGhJaEF3Wk1RUWtTZzRFa0lJU0pROENTRUVCRW9lQkpDaUFnVVBBa2hSQVFLbm9RUUlnSUZUMElJRVlHQ0p5R0VpRURCa3hCQ1JLRGdTUWdoSWp3WDYzblM4MWdJSWZXdFFkYzhlWjcvMWRobElJUVlUYXF4QzBCSWcrUHQ3YzFyMW5NbHhCZ2FkTTJURUVLTWhZSW5JWVNJUU1HVEVFSkVvT0JKQ0NFaVVQQWtoQkFSS0hnU1FvZ0lGRHdKSVVRRUNwNkVFQ0lDQlU5Q0NCR0JnaWNoaEloQXdaTVFRa1NnNEVrSUlTSlE4Q1NFRUJFb2VCSkNpQWdVUEFraFJBUUtub1FRSWdJRlQwSUlFWUdDSnlHRWlFREJreEJDUktEZ1NRZ2hJbER3SklRUUVTaDRFa0tJQ0JROENTRkVCQXFlaEJBaUFtZnNBaEJTRlY1ZVhnTUJETkZzY3h3M0J3QjRubCtqZGRxWjFOVFU3K3U3Yk1RMFNZMWRBRUtxU0trSm1OcTA5NmxVcXBIMVd5Uml5cWpaVGhxRTFOVFVVenpQNTFSd1NxNVNxZnloM2dwRVRCNEZUOUpRS0FIc3ErRDQ4ZlQwZEVWOUZZWVFDcDZrSVlrM2RJRG4rVy9yc3lDRVVQQWtEVVplWHQ1SkFMbmw5L004WC9ENDhlUDlSaWdTTVdFVVBFbURjZjM2OVJLZTU3OHJ2NS9qdUo5dTNicFZiSXd5RWRORndaTTBLRHpQNjZRaXFkVnFTazhpOVk2Q0oybFE3dCsvbndTZ1FHdFhVV2xwS1FWUFV1OG9lSklHSlNzcnF4Q0Fkdi9taWZUMDlIeGpsWWVZTGdxZXBNRlJxOVhhL1o0MFVFU01nb0luYVhDS2lvcCtCRkRNODd5aXRMUTB6dGpsSWFhSmdpZHBjREl5TXZKNG5qL01jVnh5V2xyYVkyT1hoNWdtbXR0T0dpU2U1K01BTkRGMk9ZanBhdENyS25sN2UvOEl3TmZZNVNDRUdFWHloUXNYK2hycjVnMjkyVTZCa3hEVDFjZVlOMzh1bXUwcEtTbkdMZ0locEI3NStQZ1l1d2dOdnVaSkNDRkdRY0dURUVKRW9PQkpDQ0VpVVBBa2hCQVJLSGdTUW9nSUZEd0pJVVFFQ3A2RUVDSUNCVTlDQ0JHQmdpY2hoSWhBd1pNUVFrU2c0RWtJSVNKUThDU0VFQkVvZUJKQ2lBZ1VQQWtoUkFRS25vUVFJZ0lGVDhJVUZoYmk4dVhMRlo1VFhGeU1qSXdNOWsraFVOUlQ2U3FXa1pHQmtwSVN2Y2ZVYWpXdVhyMXE4TDBYTDE1RWFXbHBYUldOUEtjb2VEWVEwZEhSOFBIeGdZK1BEMTU5OVZVVUZoWWFQSGZPbkRuczNLRkRoMVk1TUN4YnRnd0JBUUZZdVhJbDh2THk5SjV6N2RvMXZQZmVlK3hmVmxhV3FNOERBTm5aMlZpNWNpVTJiZHFFZmZ2MklTY25SM0M4b0tBQTU4NmRxL0FhSlNVbCtPS0xMekJ1M0RpRWg0ZnJITS9KeWNIMDZkTXhidHc0SEQ1OFdPZjRuVHQzTUdYS0ZQajUrV0gzN3Qwb0tpcXExbWZJeTh2RCtmUG5zVy9mUHF4Y3VSS25UcDJxMXZ1ckl6OC9IOE9IRDJmL05GOTB0Mjdkd21lZmZZYjhmSHA4ZlgxNkxsYVNmOTZscDZkank1WXRiSHY2OU9rd056ZUhTcVVTbkNlUlNIRDU4bVVrSlNXeGZSTW1USUJFSXRFNTE4ek1UTEM5YTljdUhEOStIQUR3M1hmZklTVWxCZnYyN2RNNXI3clVhalg4L1B4Z1kyT0RGMTk4RWRPbVRVT0hEaDBBbEQwQjRMdnYvbmtFKzZCQmc5anJwMCtmSWlnb0NILzg4UWNtVFpxRUR6LzhFQnluKzhpdFRaczJZZWZPblFDQWhJUUVkT2pRQWUrOTl4NDd2bVhMRnZ6dmYvOERBQ3hkdWhURnhjVVlOV29VTzc1Ky9Yb29sVXJjdjM4ZmE5ZXVoVVFpd2J2dnZsdmx6NWVSa1lHcFU2ZXk3YnQzNzZKMzc5NVZmbjkxU0NRUy9QMzMzMnk3cUtnSXUzYnR3dnIxNjZGV3EzSDc5bTFFUmtiVytQOFpxWnFHL2dBNEhuaStIOE5SVUZBQWYzOS8zTDU5dTlKekl5TWpFUlVWaFQvKytLUFNjN1YvWm9tSmlRZ0xDNE5hclFZQVNLVlNSRVZGd2NmSEI3Nit3c2RFcVZRcVFRMm5VYU5Ha0VpRURaaWVQWHZpMDA4L0JRQmN1blFKRXlkT1pNY1NFaExnN093TUFGaTVjaVVMbnMyYU5jT0JBd2ZZZWF0WHI4YmV2WHZaOW9BQkF4QWVIZzRMQ3d2QnZRb0tDakJtekJoV0E1WktwZmo2NjYvUnVYTm5BRUJwYVNtQ2c0TlpBSlZLcGZqbW0yL2c3dTZPYytmT1lmcjA2ZXhhZ3djUFp1V3VLcDduNGVmbngrNHZrOGx3L1BoeDJOallWT3M2VlZGYVdvb2VQWHF3N2Fpb0tMaTV1Y0hmMzUvVjJ0OTU1eDNNbXpldjF1LzlyTkU4aHVQQ2hRdEdpMkZVODN5R0tSUUt6SjQ5dTBxQkV3QjI3TmhScGNDcHJYemdCSURRMEZEMnkvbjA2ZE1LMzYrdmVhOGRYTFdic1c1dWJpeHdBa0JxYWlwNzdlbnBLYmpHckZtejhPREJBL3o0NDQ4QWdKOS8vaG1yVjYvR29rV0xCT2RaVzFzalBEd2NreWRQaGxxdGhsS3BSR2hvS1BiczJZTkdqUnBCSnBNaElpSUNBUUVCS0N3c1JFUkVCTnpkM2FGUUtMQnk1VXAybmZidDIyUHg0c1U2bjZXNno4b3BMUzFGdjM3OUtqMVB6QmUrVENZRHgzSGdlUjVBV2VCdTBxUUpQdi84YzB5Wk1nVXRXN2FzczFvdjBVWEI4eG0yZVBGaXdSL1pzbVhMNE9EZ2dJVUxGNktrcEFTUmtaRjQ4Y1VYQVFBM2I5NUVTRWdJTzNmNDhPRVlPSEFnd3NMQ2tKdWJDeDhmSDRTRmhRbWF2a1ZGUlZpeVpJa2djSTRmUHg0alJveW90Yy93ODg4L3M5ZTlldlZpcjU4OGVZSS8vL3lUYlh0NGVBamVKNVBKc0dyVktpeGV2QmhIamh4QjI3WnRNV1BHREwzMzhQVDB4Smd4WTdCbnp4NXdISWR1M2JxQjR6aU1IRG1TblpPWGx3ZU80N0IwNlZJQVpRTmY5KzdkWThjZlBuekltdXN1TGk3WXVIR2orQTlkVFYyN2RoWDhQNmlxd01CQXdmYjE2OWN4WThZTWVIcDZDcnA1U04yZzRQa002OWV2SDVLU2tsQmFXb3BSbzBaaDJMQmhpSXVMUTI1dUxvQ3labHRzYkN4eWMzUFJ2bjE3OU96WkU2ZFBuNGF6c3pOQ1FrS1FuNThQdVZ3T29LeW04OE1QUDJEYXRHbnMrcGFXbHVqV3JSdXJIYjcxMWx1WU9YT21vQXpsYTBocGFXa0lDQWhnMjk5Ly96MWF0bXhwOERQY3VIR0R2ZjdtbTIvd3pUZmY2RDF2NWNxVmdwcGdlZGV1WFJOMElYenl5U2NZT25RbzJ3NE1ETVNOR3pjd2NlSkVkTzNhRlFEMDF0Z2ZQWHFrOS9xUEhqMWl4OHIzRDJ1WW1abUo3azlVcVZRR3Iwc2FKZ3FlejdBaFE0YkEwZEVSdTNidHd0eTVjd0VBbzBlUFJrcEtDcEtTa3RDOWUzY1VGeGRqNE1DQjdEM3Z2LzgrZXZmdURSc2JHOWpZMkdEdDJyV1lQSGt5M056Y0JQMWxHa09IRHNXcFU2Zmc1K2VIME5CUXhNZkhvMnZYcm1qZXZIbTlmYzdhWUdGaGdhaW9xRHE5eDRJRkMwVFh5ci83N3JzS3Z4dzBtalZyWmpCQUs1VktaR1ptc20wM056ZTk1N200dUlncUk2a2VDcDdQdUc3ZHV1SFNwVXZZdG0wYjIrZmk0b0wrL2Z0RElwR3drV2FOL1B4OG5EOS9IdWZQbjJmNyt2YnRpelp0MmlBbEpRVTNiOTRVTkdmNzl1MExQejgvTEZxMENHbHBhVmk1Y2lWc2JHeXdhdFVxaElhRzZwU25mTzBwSUNCQVo4QUlBRnEwYUlGdDI3YnAvVU5XcVZTNGYvOCsyN2F6czRPVmxWWGxQd3d0VlRsZlg3K2lkaE41MGFKRmxRYkRWMTk5bGIxdTFxeFp0Y3FvclhuejVvSnJHUklURXlQb0Y5YVduWjJOWWNPR3NlMXQyN2JCMXRZV1FGbTNSS05HalVTWGoxUWZCYzhHSURvNld1OStUV3FSdHJpNE9MM25hZ1plV3JkdUxRaWUxdGJXV0xKa0NmTHk4dGpBVVc1dUxvS0NncXJVRDJjb0gxVFR0YUF2dC9MUW9VT3M3eEVBWW1OajBicDE2MHJ2VlY1Q1FvTE9BQkpROFdDTTltZXFTaE5jdTdaWTNjR2o4aXd0TFpHY25DejYvZVdEWTJGaElXeHRiWkdUa3dNL1B6OTRlSGl3dm02cGxQNjA2eHI5aEFsNG5zZWlSWXNFVFVJL1B6L3MzNysvVHU2MVo4OGV0dDJsU3hkUmdWTU1wVklwMkg0V0E4eVVLVk1NQnZYbzZHaVltWm14MnYvVHAwL1JwRWtUYk51MkRVVkZSVGgzN2h4dTNyeXBrMTVHNnNhejk5dERkRlJVazFJb0ZPalpzeWZiM3JObkQ5cTNiMSt0NjBkSFIrUGt5Wk5zMjlQVEV4OS8vTEhlV2wxNTJqT0FYbnJwSlppYm0xZDQvb2tUSndSVEpkUFMwcXBjbzVQTDVUaHo1a3lsNTVYL21SZ1NGaGFHc0xBd3ZjZFdyRmlCMTE1N1RiRFAwdEt5U3VVMHBDcnYxMDZDTDgvTXpBeU5HemZHdzRjUEFaUmxMTnk3ZDA4dzBXRHMyTEdReVdRMUtpZXBHZ3FlejdCOSsvWVpiQlpybE8rRDNMOS9QeHdkSFN1OTlodHZ2QUZuWjJmczM3OGZYMy85dGVEWTZ0V3IyU2g5WmJTVHpQZnYzMS9oUUpOS3BjS0dEUnVxZE4ycWVPV1ZWOUM5ZTNkY3ZueFprS1pWVjJyUzVLNE41dWJtY0haMlpzSHovdjM3K082Nzc5aWMvc2FOR3d1NlpFamRvdUQ1RE51NWN5ZXlzN09yOVI1RGZaN2wvZnZmLzBacWFxcmVHVFdhdnJYaHc0ZFg2OTRmZnZnaGF3cTNhZE1HYTlhc0VSemZ1WE9uM3ZRaFE2UEdnRERkcUh5TlNpNlh3OUhSRVhaMmRvTDlITWZwdldaK2ZyNGdWYW1pa2UyNm1DR2tEOC96Z243WS8vNzN2K3pMTHpNekUzNStmdXlZdWJrNVhGMWRrWjZlRHFBc1RTd3RMWTBkbnpScFVyVUgzb2g0RkR4TjJLVkxseW9jRktxb0NhblAzYnQzMmV2eWd4czNiOTVFVEV5TTN2Y1pTc3pmc1dNSDFxOWZ6N2JmZi8vOUtwVkRKcE1oUGo1ZVovK2NPWE1FOC83NzlPbURnSUFBT0RrNUdieFdUUWVKREVsS1NrS2pSbzEwVnFYUy9vTFFYdEJGSXBGQUxwZWpSWXNXYko5MjRIUjFkY1ZiYjcxVkoyVWwrbEh3ZklicEc2bXVpaWRQbmdoeVArUGk0dlFPeWp4OStoVDc5dTJEVENhcjB5WFpTa3BLRUJvYUtsZ3lybjM3OXNqSXlBQUFSRVJFb0czYnR1alVxUk03ZnZqd1lVRVQzOVBURS83Ky9xTExjUFRvVVVIZ0JJQzllL2NpUGo0ZXc0WU53NFFKRTJxVWlpUlcrZW12MXRiVzdMWDJORmROZjJuYnRtMzFYdWVqano2cWNsY0xxUjBVUEo5eHRWSHpHVDE2dEdCNzBxUkptRDU5T3J5OHZDQ1h5N0Z5NVVyTW1UTkg1MzBwS1NuZ2VSNWZmZlVWWW1Oak1XUEdERXlZTU1GZytmVDFlZkk4ajJYTGx1SGF0V3RzMzVBaFE3Qmd3UUs4OTk1N3VIUG5Ea3BLU2hBVUZJVG82R2o4NjEvL3dyWnQyL0RsbDEreU9keE9UazZJaUlnUVBidm4wS0ZEQmhmOFVDZ1VpSStQeDRFREJ6QnMyREI4OE1FSGd0eFVmWU04S3BWS1VHTzBzTEJnYzg2TGk0dlpmcmxjYnJETW1tbXkybE5FcmEydEJlZHIxL3p0N2UwQmxHVW5sTmUvZjMrOC9QTExXTFpzR1VhT0hLbjNIRkw3S0hpYU1GdGJXMnpldkZsUTR5dnY0TUdEaUkyTkJWQzJhcE96c3pNR0R4NWM1WHRFUmtZaU1UR1JiVHM3TzJQZXZIbXdzckpDUkVRRUprK2VqSUtDQXVUbTVtTHk1TW53OFBBUWpPRGIyZGtoS2lvS0w3endRclUvWDJabUppSWpJM0hzMkRIQi92RHdjQlFWRldIanhvMTQ4dVFKZ0xLQWVPREFBU1FrSkNBb0tBamp4bzBEb0grUTZQdnZ2OGVLRlNzQWxBWEI0OGVQdzlMU0VvOGVQUklrd3E5Y3VSTDkrL2RuMi9uNStUcDlxVGR2M2hUOGJKS1RrOEZ4SEVwTFM3RjU4MmJCTWFDc1dTK1h5MW53dHJPenc4S0ZDd0dVNWYwZVBIZ1EzYnQzeDZwVnExZ0NQYWtiRkR5ZmNkcnp5SzljdVlLelo4K3k3YUZEaDdLRlFiUVZGeGNMbG5NYk1XSUVxN2tBZ0xlM04zdGRVZUFFZ05kZmZ4MkhEaDFDYW1vcXEwVzJidDNhWVBOUlcweE1ETFp2Mzg2Mk5Tc2NhZjZvMjdWcmh3MGJOaUF3TUJERnhjVXNWMUhEMmRrWmtaR1JjSGQzci9BKzVmdHQxV28xc3JPek1XYk1HSjFGbzJmT25Ja2hRNFlBS0ZzL2ROT21UWWlMaXhOY28xdTNiZ2J2VlZoWWlOMjdkN1B0ZHUzYVZUbUZLVFkyRmovLy9ETUdEQmlBTjk5OEV5MWJ0aFNzM04raVJRc2tKeWZqMjIrLzFYbHZ4NDRkb1ZBbzhORkhId2xxdlQ0K1BuQndjRUJPVGc3N3JPZk9uZE83OWltcFhSUThuM0hCd2NIc2RVRkJBZDU2NnkwOGVQQUFRRm1UYjlteVpUclRJeDgrZkNnSW51Kzk5NTdvUkhTcFZJcFZxMVpoOU9qUmVQcjBLZDUrKzIxMkxVMnoyaER0UUE4QTgrZlBaK3RzQW1XemtOTFMwbUJsWlNWbzdtbzRPVG5oNXMyYmNIVjExVm5IVXlNek01UFZBalhDd3NLd2RPbFNyRjI3RnJObnowWlJVUkVzTFMwUkZoWW1xRFUzYXRRSWMrZk94WkFoUTdCOCtYTGN1SEVEZ1lHQmFOZXVuZDU3L2Zubm53Z0xDeE5rQUZTbkZuNy8vbjFrWm1aaTE2NWRhTnUyTFZxMmJJblRwMCt6NDIzYnR0WDdaV2hyYTR2Um8wY2pORFFVRnk5ZUZCdzdjZUlFYnQ2OEtSaXNlL0hGRjJtcVpqMmc0Tm1BV0Z0YlkrN2N1V3l4VzgxcTd3TUdERUJKU1FuTXpjMGhrVWh3OE9EQldyM3ZDeSs4Z0xDd01PVGs1R0RreUpFc1dQLzIyMitDODhyMzcvWHExWXY5c1UrYk5nMGpSb3lBVXFuRXVYUG5rSkNRZ0o5KytxbkNaeUJkdm53WkgzLzhNZVJ5T2J5OXZlSGw1WVV1WGJxZ1RaczJjSFIwUkhwNk9tYk1tTUdhM2hxSmlZbTRjdVVLL1AzOXNYRGhRaVFtSm1MdTNMbHdkWFhWZTUvT25UdGorL2J0T0hqd0lJWU9IY3F1WjI5dkQ1N244ZHR2dnlFK1BoNkppWW1Ddk5ybXpac0wrcFBMMS9ZeU1qTHc4c3N2UXlLUjROcTFhNElFLzdadDJ5SWxKVVdRaXVibDVRV3BWTXArdmpZMk5talhyaDFtelpxRmRldldDUWE4Tkgyc0twVUtNMmJNRU5SK3FjK3pmbER3YkdBR0RoeUluajE3NHN5Wk14ZzhlREJlZi8xMTdONjlXOUEvVnA1MmsxMHNYMTlmUEh6NEVOMjZkWU5NSm9ORUloSFVGaVVTQ1J3Y0hBVHY2ZHExSzZLam94RVFFSUFlUFhwZzhlTEZPSG55Skp2M1hsNlBIajNRcTFjdmJOKytYWkNQcVZBb2NQYnNXVmFUbFVnazJMZHZIKzdjdVNNSW5MYTJ0dXphdDIvZkZqelQ2TlNwVTVCS3BTekE4VHpQZ285Mmt6MGlJZ0lBTUd6WU1FeWZQaDBUSmt4Z05YMXRUWm8wd2ZyMTZ3VTFZbXRyYTBna0VpaStxak1BQUJIRlNVUkJWSGE5bUpnWXZlbFpscGFXYU5PbWpXQjlVbXRyYTNoN2UwTW1rN0ZWN3pVQ0F3TUZ0WGhYVjFjc1hMZ1FNMmZPUkdscHFjNXpwUFN0bmtWcUh6MEFyZ0dhTjI4ZVZxOWVqVTgvL1JTMnRyWVY5bHU2dWJucEJEV3hYbmpoQmJSbzBRSUtoVUtubWQyM2IxK2RwblhIamgwUkVoS0M0T0JnV0Z0Ykl6RXhVVy9nN05XckYySmlZckJ4NDBhTUhUc1crL2Z2UjNCd3NONG1MRkNXUGVEdTdvNysvZnV6cEhCdmIyOGNQbndZWThhTTBkdmZwMWFyb1ZBb1VGSlNncEtTRWlnVUNwU1dsaHJNYyszYnR5K2NuWjExTWhXQXNwbE51M2Z2MWtuRU56YzNyMUxnR2pGaUJNek16REJwMGlUMkdWOTk5VldEMHlvblRweklQcWV6c3pPaW82UFJ2WHQzZlBUUlJ6cm4ydHJhVm1uMUpsSnpEYnBYMlJTZVlWUVZkKy9leGV1dnZ5N1lKNWZMMGFGREI0U0dobFpwY0VjNzVlak1tVE1HY3dhWEwxK09vMGVQUWlxVnd0emNISTBiTjRhWGx4Y0NBd01ySGQzZHNHRURHMEN5dDdmSDBLRkQ4ZWFiYnhvY0VGSXFsVWhPVHNiUm8wZVJuSnlNb3FJaTJOcmE0c0NCQSt4ZVM1WXNRWFoyTmpaczJNQ0M5OVdyVi9IRER6OGdMUzBOang4L1JtRmhJVnVNV0sxV3M0Q3ArYTkyM3kzSGNaQktwVWhJU0lDMXRUWFVhaldtVFp1RzgrZlB3OGZIQjFPblRxMHdmZXpKa3lkWXQyNGR6cDA3aDRLQ0FuWnRtVXlHcGsyYll2RGd3Umc3ZGl4cm1qOTY5QWdmZmZRUmxpNWRXdUZNcTNQbnptSDkrdlZZdDI2ZFlNbTZwS1FreE1URTRNYU5HMmpWcWhYbXo1K1BsMTU2cWNML0Q4K0RaK0VaUmhROG54TkZSVVhnT0E0U2lVVFFiMVpWMm5QbzYycXdvYUNnQUpHUmtYajU1WmZSclZ1M2FxMXFwRlFxa1phV0JyVmFMUWhlTjI3Y2dJdUxTNTFPUzd4Ly96NGVQMzVjN1FWWHFvcm4rU3FOanF2VjZtci9mMzFlVWZDc0lRcWVoSmltWnlGNDB0Y1lJWVNJUU1HVEVFSkVvT0JKQ0NFaVVQQWtoQkFSS0hnU1FvZ0lGRHdKSVVRRUNwNkVFQ0lDQlU5Q0NCR0JnaWNoaEloQXdaTVFRa1NnNEVrSUlTSlE4Q1NFRUJFb2VCSkNpQWpQeFVyeXRmRjRYa0lJcVk0R1hmUGtlZjVYWTVlQkVHSTBxY1l1QUNFTmpyZTNONjlaejVVUVkyalFOVTlDQ0RFV0NwNkVFQ0lDQlU5Q0NCR0JnaWNoaEloQXdaTVFRa1NnNEVrSUlTSlE4Q1NFRUJFb2VCSkNpQWdVUEFraFJBUUtub1FRSWdJRlQwSUlFWUdDSnlHRWlFREJreEJDUktEZ1NRZ2hJbER3SklRUUVTaDRFa0tJQ0JROENTRkVCTTdZQlNDa0tyeTh2QVlDR0tMWjVqaHVEZ0R3UEw5RzY3UXpxYW1wMzlkMzJZaHBlaTRlQUVkTWdsSVRNTFZwNzFPcFZDUHJ0MGpFbEZHem5UUUlxYW1wcDNpZXo2bmdsRnlsVXZsRHZSV0ltRHdLbnFTaFVBTFlWOEh4NCtucDZZcjZLZ3doRkR4SlF4SnY2QURQODkvV1owRUlvZUJKR295OHZMeVRBSExMNytkNXZ1RHg0OGY3alZBa1lzSW9lSklHNC9yMTZ5VTh6MzlYZmovSGNUL2R1bldyMkJobElxYUxnaWRwVUhpZTEwbEZVcXZWbEo1RTZoMEZUOUtnM0w5L1B3bEFnZGF1b3RMU1VncWVwTjVSOENRTlNsWldWaUVBN2Y3TkUrbnA2Zm5HS2c4eFhSUThTWU9qVnF1MSt6MXBvSWdZQlFWUDB1QVVGUlg5Q0tDWTUzbEZhV2xwbkxITFEwd1RCVS9TNEdSa1pPVHhQSCtZNDdqa3RMUzB4OFl1RHpGTk5MZWRORWc4ejhjQmFHTHNjaERUUmFzcWtRcjUrUGhZOFR3L21PZjVmaHpIOVFiZ0NzQVJnTXpJUlh0V0tQOS96bjBXeDNHbkFad29LQ2c0a3BHUmtXZnNncEc2UmNHVDZOV2xTNWZHTXBuc0l3QkJBR3lOWFo2R2hPZjVBcDduWTlScTlhcExseTdkTjNaNVNOMmc0RWwwK1BqNHZLMVdxNy9pT0s0eHgzRjQ2YVdYMEx0M2IzaDdlOFBWMVJYMjl2YVFTcW5IQndDVVNpV2VQbjJLN094c1hMaHdBYWRQbjhiNTgrZkI4enhRTnBWMDVvVUxGN1ladDVTa0xsRHdKTnJNdkwyOTF3Q1lDUUQ5K3ZYRHpKa3o0ZWJtWnVSaU5TeFpXVm5Zc0dFRGpoMDdwdG0xNWNLRkMxTlJ0aklVZVU1UThDUWFVbTl2NzFnQUFZMGFOY0tpUllzd2NPQkFZNWVwUVR0NzlpekN3c0x3K1BGakFOalBjZHpvbEpTVVVtT1hpOVFPTTJNWGdEd2J2THk4SWppT20rN2s1SVRObXpmRDI5dmIyRVZxOEpvMWE0WkJnd2JoeElrVHlNdkwreGVBWnRuWjJRZU1YUzVTTzZqbVNmRFNTeSs5SjVGSWR0dmIyMlBidG0xbzNyeTVzWXYwWExsMzd4NG1USmlBQnc4ZUFFRHdoUXNYdmpSMm1Vak5VZkEwY1Y1ZVhrMDVqdnZEek16TU5qSXlFdDI3ZHpkMmtaNUxseTlmeHFSSmsxQmFXbHFnVkNvOTB0TFMvalIybVVqTjBBd2pFOGR4M0JjQWJNZU1HVU9Cc3c1MTd0d1pIMzc0SVRpT3M1WktwVEhHTGcrcE9hcDVtakFQRDQvdVVxbjBySXVMQytMajR5R1h5NDFkcE9kYWFXa3B4b3daZzF1M2JrR2xVcjEyOGVMRi94cTdURVE4cW5tYU1ETXpzMlVBOE1FSEgxRGdyQWN5bVF3elpzd0E4TS9QbmpSY0ZEeE5sS2VuWnllTzQxNXpkWFdGbjUrZnNZdGpNbDUrK1dXNHU3c0RRQThmSHgvcUoybkFLSGlhS0RNenM4a0FNR0xFQ0hBYzlkN1VGNDdqNE8vdkR3QlFxOVd6akZ3Y1VnTVVQRTFRcDA2ZDVEelBqNWRLcFJnNWNxU3hpMk55ZkgxOUlaUEp3SEhja0pZdFcxb1l1enhFSEFxZUprZ3VsNy9NY1p5RGw1Y1g3TzN0NisyK1Q1NDhxZEo1eGNYRnVIUG5EdnRYVXdxRmd2MVRxOVUxdmw1TjJkallvRisvZmdCZzUrRGdNTnpZNVNIaTBPb09Kb2puK1VFY3g2RjM3OTcxZVU4RUJBVEF3c0lDSTBhTXdOQ2hRMkZycTMreHBnc1hMaUE0T0podHA2U2tpTDZ2UXFGQXo1NDkyWFpVVk5RemtaSTFZTUFBSEQ5K0hEelB2dzVnbjdITFE2cVBhcDRtaU9PNE40Q3l3WXY2Y3VyVUtkeTVjd2ZYcmwzRDZ0V3JrWkdSVVcvM2ZoWjVlbnBxWHZZMVpqbUllRlR6TkRHZE9uVnk0RGl1ZzRPRFE3MnVsclI3OTI3MnVrK2ZQdWphdFd1TnJ4a1VGSVF6Wjg1VTZ6M1RwMCt2MG5rMXFlMVdoWXVMQzV5ZG5YSHYzcjJXSGg0ZUw5SzZudzBQQlU4VEk1UEpQQUNnVFpzMjlYYlB0TFEwL1BycnJ3QUFpVVNDV2JQK0dXVDI4ZkdwOVAzNnp2SDA5SVNWbFZYdEZkSUlQRHc4Y096WU1VaWwwajRBNG8xZEhsSTkxR3czTVJ6SC9Rc0FXclZxVlcvM2pJbjVaemJpcUZHajBLcFZLNVNXMHNwc0hUcDAwTHlzL0J1RVBIT281bWxpTk1HenZwcnNwMCtmeHVuVHB3RUFqbzZPQ0F3TVJHRmhJVWFQSGcxdmIyOVlXMXZqaFJkZUVMeW51TGdZOSs3ZFk5djZ5dXJpNG9JNWMrYWd1TGk0d3Z1WGxwWUswckhDdzhPMSt4dU55dFhWRlFEQTgzeHJJeGVGaUVEQjA4VHdQTitPNHppMGFOR2l6dTlWVkZTRWlJZ0l0aDBTRWdJYkd4dXNXYk1HMmRuWitPR0hIMkJyYTRzZE8zYkF4c2FHblhmNjlHbkJhSHQ4dlBnV3JVS2hFR3c3T0RpZ2FkT21vcTlYbTV5ZG5UVXY2LzUvQnFsMUZEeE5qd3NBbmRwZVhkaTNieC9MMDVSSUpOaTdkeSsyYk5tQ216ZHZzblBtekprakNKeGlWS1hmVktPeUFhUDkrL2ZYMjNxbWRuWjJtcGVPOVhKRFVxc29lSm9ZanVPYUFFRGp4bzNyL0Y0ZE8zWmtyOVZxTmRMUzBnVEgrL2J0Q3hjWEY1MVpUdVdiNHZwbVFlM2F0YXZCRHhocDhsdzVqcVBnMlFCUjhEUTkxZ0RxSmZEOCs5Ly9ocjI5UFFvTEM5RzRjV004ZmZxVUJVWjdlM3NzV3JRSXYvLytPMjdmdmwzaGRmUWRWNmxVZXM5MWRYWFZlYktuOXZ1ZG5aMWhZV0ZoOEhoOTBpcUhwVkVLUUdxRWdxZnBzUVJRTDB2UVNTUVNIRHAwQ0ZaV1ZyaCsvVHJHalJ2SGppMVlzQUNPanJWZjRWcTNiaDFhdC81bi9LWDhES01sUzVZSVpoZ1ZGaGFpYjEvajVLbkxaRExOUzFvUHNBR2k0R21pNm1zbEpTc3JLeWdVQ2l4YXRJaWxKdzBmUHB3OW1iTnYzNzUxbnBEZUFOQ3lWZzBRQlU4VHcvTjhNY2R4TmlVbEpmWFdaN2g2OVdwY3ZYb1ZRRm5hMGR5NWN6VmxxZlVnUG52MmJKMW11N1pseTVicE5OdU5SU3ZYdGNTWTVTRGlVUEEwUFFVQWJJcUtpdW9sZU83WnMwZVFhbVJwYVlucDA2ZmozcjE3Y0hCd1FGUlVGRnZmc2pvT0hORC9CTi9Nek13SzM2ZWRQMnBzSlNWbE1aUG4rWXFUVmNremlZS25pZUU0N2g0QTU4ZVBIOWRKbjZPMlI0OGVZZTNhdFlKOVY2NWNZYStiTjI4T3RWcU52Ly8rdTA3TDhhekt6YzNWdkh4a3pISVFjU2g0bXA1c0FCNFBIejZzOC9udGpvNk9hTmV1bmQ0VmxDUVNpWGFTZUkyVTd6TXRMaTdHdkhuemNPclVLWVB2YWRxMEtiNzg4c3Q2WFJ5bHZLZFBud0lBT0k2ajROa0FVZkEwTVR6UFgrVTQ3clU3ZCs2Z1I0OGVkWDYvTjk1NEExWldWbWpmdmozYzNkM1JyRmt6Tkd2V0RNN096cEJLcFRvTEpDY2xKYUZSbzBZNjE3bHo1dzVHakJoUjZmMGVQSGlBZWZQbTRkS2xTd0RLZ3JUMkFzak5temZIblR0M2tKV1ZoWWtUSnlJaUlnTC8vdmUvYS9ncHhkSHFRcWo1aXMrazN0SENJQ2FHNS9rckFIRHIxcTE2dWQrNzc3Nkx6WnMzWSs3Y3VYanJyYmZRdlh0M1dGcGFJajA5SFFjUEhrUk9UazZ0M1NzcEtRbnZ2UE9PSUhBdVdiSkVjTTVISDMzRVppUTlmZm9VMDZaTlEyUmtwTTQwenZxUWxaVUZBT0I1L2thOTM1elVHTlU4VFF6SGNSbEEvUVRQckt3cy9QcnJyL2o3NzcveDk5OS9Jek16RTMvOTlSZnk4L1BaT1Z1MmJLbnhmVzdmdm8yMWE5Y2lPVG1aN1pQSlpGaTZkQ2w4ZlgwRkFWUW1rMkh0MnJXWU1XTUdMbDY4Q0xWYWpXM2J0dUhZc1dNSURnN0dvRUdEYWx5ZXF0TDAvNnJWNnRSNnV5bXBOUlE4VFl4RUlybkk4enl1WDc5ZTUvZEtUMC9ISjU5OFV1RTU1ZE9HK3ZmdlgrWHJYNzU4R2J0Mzc4YVBQLzRvbUhIazZPaUl6ei8vSEI0ZUhucHJsRFkyTnRpMGFSTVdMbHlJbjM3NkNVRFpLUDM4K2ZNUkd4dUxkOTU1QjhPR0RZTzV1WG1WeXlMR3hZc1hBUUFTaVNTNWtsUEpNNGlhN1NZbUpTWGxJYy96MXg0K2ZGam5vOXdWclJrcWtValF0R25UR3VWY3hzZkg0Ny8vL2E4Z2NQcjYrbUx2M3IzdzhQQ284TDF5dVJ3UkVSRUlEZzRXNUlYZXVIRUR1M2Z2cnZNSHhkMi9meC9aMmRrQWNDYzFOVFdyVG05RzZnVFZQRTNUSVFBaEowK2V4THZ2dmx0bk4yblJvZ1ZzYlczUnZIbHp0R3JWQ3ExYXRVTExsaTNSdkhsek5HL2VISEs1WEdmQXlOWFZWVy9pdkZLcHhOMjdkd1g3UWtKQ2NQTGtTZVRrNUtCcDA2YVlPWE1tWG5ubGxTcVhqK000QkFRRW9GdTNiZ2dQRDBkR1JnYk16TXl3WXNVS1dGclc3WFJ6VGEyVDUzbXFkVFpRRkR4TkVNZHh4d0NFbkRwMXFrNkRwMXd1eDg4Ly8xeXQ5K3pldmJ2S28rMDJOamI0K09PUDhlREJBNHdhTlVwN3JuaTFkT3pZRWJ0MjdjS0JBd2RRVUZDQWYvM3JYNkt1VXgwblRwd0FBSEFjbDFEbk55TjFndWJVbXFDV0xWdGFPRGc0M0pQSlpMYkhqaDNURzZ6cWkwcWx3dSsvLzg2Mk8zWHFCSWxFdHpkSm9WQUk4a1c3ZE9sU3BldnpQQzlZTmFsSmt5WkduNTVaV0ZpSVYxNTVCY1hGeFFVU2llVEZsSlNVUXFNV2lCQlNkZDdlM2h1OXZiMzVuVHQzOHFSK0pTUWs4TjdlM3J5WGw5ZDN4djQ5SU9MUmdKR0pVcWxVbTRHeVFSZWU1NDFkSEpQQjh6eDI3ZHFsMll3MFpsbEl6VkR3TkZFWEwxNU01WG4reE8zYnQ1R1ltR2pzNHBpTXMyZlBhdkk3TDZTbXBwNHdkbm1JZUJROFRkdGlBUGpxcTYvb1VjRDFRS2xVSWpLeXJMS3BWcXVYRzdrNHBJYk1qRjBBWWp4Mzc5Njk3ZUxpMHZYcDA2ZnRlSjVIMTY1ZGpWMms1OXErZmZ0dzZOQWg4RHgvNnJmZmZ2dlkyT1VoTlVNMVR4T25WQ3FEQVJSczM3NWQ1d0Z0cFBaY3YzNGRHelpzQUlBaXRWbzkxZGpsSVRWSHdkUEVYYnAwNmFaYXJaNmxWQ294ZCs3Y1oycXg0T2RGVGs0T1FrSkNvRkFvb0ZhclA3bDQ4V0s2c2N0RWFvNmE3UVIzNzk2OTRPTGk0bHBZV09pVGxKU0UvdjM3R3pYMzgzbnk4T0ZEVEpzMlRaTnIrbTFxYXVwTVk1ZUoxQTZxZVJJQUFNZHhnUUQyWjJabXd0L2ZILy83My8rTVhhUUdMeTB0RGY3Ky9yaHg0d1lBL0ppYm0xdjk1NDJRWnhiTk1DTGFwTjdlM2xzQStBT0FuNThmcGt5WkFoY1hGeU1YcTJGNStQQWh2djc2YTN6NzdiZWFITnIvY0J6M1RrcEtDcVUwUEVjb2VCSWQzdDdlVXdGRUFMRGxPQTU5Ky9iRndJRUQwYjU5ZXpnNU9jSEd4cWJDSjFTYUVwVktoZno4ZkR4OCtCQVpHUms0Y2VJRWZ2cnBKODJxVEFVOHp5OUpUVTFkWSt4eWt0cEh3WlBvNWVIaDhhS1ptZGtLQUdNNGpyTTJkbmthbUNJQThVcWxjdjZsUzVkTTgrbDJKb0NDSjZsUSsvYnRHMWxaV1kzak9LNC9BQThBVGdEc1FDdHlhYWg0bm4rS3NpZGdYdUo1L3FSS3BkcVJscGIyMk5nRkk0UVFRZ2doaEJCQ0NDR0VFRUlJSVlRUVFnZ2hoQkJDQ0NHRUVFSUlJWVFRUWdnaGhCQkNDQ0dFRUVJSUlZUVFRZ2doaEJCQ0NDR0VFRUxJLzdVSGh3UUFBQUFBZ3Y2L2RvWUZBQUFBQUFBQUFBQUFBQUFBQUFBQUFBQm1BVUF5ZWdXRlBQd3VBQUFBQUVsRlRrU3VRbUNDIiwKCSJUaGVtZSIgOiAiIiwKCSJUeXBlIiA6ICJmbG93IiwKCSJWZXJzaW9uIiA6ICIiCn0K"/>
    </extobj>
    <extobj name="ECB019B1-382A-4266-B25C-5B523AA43C14-3">
      <extobjdata type="ECB019B1-382A-4266-B25C-5B523AA43C14" data="ewoJIkZpbGVJZCIgOiAiMjQxODY0NjM4OTc2IiwKCSJHcm91cElkIiA6ICI1MTE0NDg5MzIiLAoJIkltYWdlIiA6ICJpVkJPUncwS0dnb0FBQUFOU1VoRVVnQUFBVThBQUFML0NBWUFBQURtNzBVYUFBQUFDWEJJV1hNQUFBc1RBQUFMRXdFQW1wd1lBQUFnQUVsRVFWUjRuT3pkZVZ3VTVlTUg4TTl3Q1lnZ0tDS0ttWGxmR1BqTE0vUE9Jdy9FNDJzZWtkblhJNitzdlBKTXMweFR2K29YTXpYUHBOUTByMUF6cnp5cGdCQXBVY2tiUExuUFpYZm45d2V2bmUrT3U4QXlITXV5bi9mcnhhdWRtV2RubmlYNTdEUFBQUE1NUUVSRVJFUkVSRVJFUkVSRVJFUkVSRVJFUkVSRVJFUkVSRVJFUkVSRVJFUkVSRVJFUkVSRVJFUkVSRVJFUkVSRVJFUkVSRVJFUkVSRVJFUkVSRVJFUkVSRVJFUkVSRVJFUkVSRVJFUkVSRVJFUkVSRVJFUkVSRVJFUkVSRVJFUkVSRVJFUkVSRVJFUkVSRVJFUkVSRVJFUkVSRVJFUkVSRVJFUlVZZ1J6VjRES3Q5YXRXenVMb3RoYkZNWE9naUIwQkZBYlFEVUE5bWF1V25taEZrVXhFVUM4SUFnWEFaek55TWc0R2hzYm0yYnVpbEhwWW5pU1VTMWJ0blMzdDdmL0NNQmtBSzdtcm84bEVVVXhReFRGalZxdGR0bVZLMWNlbTdzK1ZEb1lubVNnZGV2V1E3VmE3ZGVDSUxnTGdvQ1hYMzRaSFR0MmhMKy9QMnJYcm8ycVZhdkN6czdPM05Vc0Y5UnFOVkpTVXBDUWtJQ0lpQWhjdkhnUmYvenhCMFJSQklCVUFOTWlJaUsybWJlV1ZCb1lucVRQMXQvZmZ5V0FhUURRdVhOblRKczJEWFhyMWpWenRTeExmSHc4MXE1ZGl4TW5UdWhXYlltSWlCZ1BRRzNHYWxFSlkzaVNqcDIvdi84bUFHOVhxVklGOCtmUFIvZnUzYzFkSjR0MitmSmx6SnMzRDBsSlNRQndRQkNFWWVIaDRibm1yaGVWREZ0elY0REtCejgvditXQ0lMem42ZW1KelpzM3c5L2YzOXhWc25nK1BqN28yYk1uenA0OWk3UzB0Q1lBZkJJU0VnNmF1MTVVTXRqeUpMejg4c3NqYkd4c2RsV3RXaFhidG0xRG5UcDF6RjJsQ3VYUm8wY0lDZ3JDa3lkUEFHQktSRVRFZjgxZEp5bytocWVWOC9QenF5VUl3dCsydHJhdTY5YXRROXUyYmMxZHBRcnA2dFdyR0R0MkxISnpjelBVYXJWdmRIVDBQK2F1RXhXUGpia3JRT1lsQ01KL0FMZ09IejZjd1ZtS1dyUm9nUWtUSmtBUWhNcDJkbllielYwZktqNjJQSzJZcjY5dld6czd1OHZlM3Q3WXYzOC9IQndjekYybENpMDNOeGZEaHcvSDdkdTNvZEZvZWtWRlJmMXM3anFSY214NVdqRmJXOXRQQU9EZi8vNDNnN01NMk52YlkrclVxUUQrOTdzbnk4WHd0Rkt0V3JWcUxnaENyOXExYTJQQWdBSG1ybzdWZU8yMTEvRFNTeThCUUx2V3JWdXpuOFNDTVR5dGxLMnQ3YnNBRUJBUUFFRmc3MDFaRVFRQm8wZVBCZ0JvdGRyM3pWd2RLZ2FHcHhWcTNyeTVneWlLYjluWjJTRXdNTkRjMWJFNjNicDFnNzI5UFFSQjZQUGlpeTg2bXJzK3BBekQwd281T0RpOEpnaUNoNStmSDZwV3JXcnU2cFNJOFBCd25EaHhBbEZSVVVoT1RpNnc3SjkvL29rclY2NUFxOVdXVWUza1hGeGMwTGx6WndCdzgvRHdHR2lXU2xDeE1UeXRrQ2lLUFFHZ1k4ZU81cTVLaVFrSkNjSHMyYlB4emp2djRNaVJJL21XVTZ2Vm1EZHZIc2FNR1lOZXZYb2hKQ1NrREd2NVAxMjdkZ1VBaUtMNGhsa3FRTVhHcVhHc2tDQUkvWUc4aXhkbG9YUG56a2hQVHkvUmZZYUhoOHVXRXhJU3BOZjE2dFhMOTMwSER4NlV5aVlsSmFGVnExWWxXaTlUNlIyM2sxa3FRTVhHbHFlVmFkNjh1WWNnQ0UwOVBEd3ExR3hKOSsvZmwxN25GNTZabVpuWXVQRi80OU1IRGh5SXBrMmI0dlRwMDFpelprMnAxMUdmdDdjM3ZMeThJQWpDaTc2K3ZqWEs5T0JVSWhpZVZzYmUzdDRYQUJvMGFHRHVxcFNZeE1SRVpHUmtBQUFjSFIzaDdlMXR0TnczMzN5RHAwK2ZBZ0NxVkttQ3laTW5ZK25TcGZqb280K3dZOGNPWEw1OHVjenFEQUMrdnI0QUFEczd1MWZMOU1CVUluamFibVVFUVdnQ0ZIeHFXOUtPSFR1bW14d1lBTkNwMC8vT1ZHZk5tb1YrL2ZvWnZPZnUzYnNZT1hLa3RMeCsvWHEwYk5sU1ZtYm56cDNZc1dPSDdNS1BTcVhDNjYrL0xpdDMrUEJoM0wxN0Y3dDI3WkxXZmZUUlIzQjNkOGZBZ1FOeDRNQUJBTUNxVmF2dy9mZmZ3OGFtYk5vVVRaczIxYzM1MlJyQS9qSTVLSlVZaHFlVjBZVm5XWjZ5T3prNTVidk53Y0VCenM3T0J1c2RIZVVqZUNwVnFtUlFMak16RTRtSmliSjFXcTNXNkxxRkN4Y2lOemR2S3MwdVhicElnZTNyNjR1WFgzNFpmLzc1SitMaTRuRHc0RUVNR2pUSTlBOVhETFZyMXdZQWlLSll2MHdPU0NXS3ArMVdSaFRGUmdEd3dnc3ZtTHNxWmNMQndRR2ZmZllacmwrL0RnQndkM2ZIM0xsemtabVppUWNQSHVEcTFhdG8xcXlaVkg3VHBrMVFxVlJsVWpjdkx5L2RTK3Y0bjFIQnNPVnBmYndCb0hyMTZ1YXVSN0dOSHo4ZTQ4ZVB4OFNKRS9IYmI3OEJ5RHU5YjlPbURkcTBhUU90Vmd1MVdvMmpSNDlLNzBsUFQwZWZQbjJnVmh0L0lzYWpSNC93NDQ4LzRsLy8rbGVwMTkvTnpVMzNzbHFwSDR4S0hGdWVWa1lRaEpwQVhndXNvdEMxS2dHZ2NlUEdTRXRMay9wQjY5ZXZqOGFORzB2YmMzTno4dzFPbmExYnQ1Wko2OVBWTmUraHBJSWdNRHd0RUZ1ZTFxY3lBS1A5akpibzhlUEgwaDFGTldyVVFOV3FWUkVYRnlkdDkvVDBSSmN1WGJCczJUSjRlM3VqZHUzYThQTHlRbzBhTlZDdFdqVjRlSGpBdzhNRHJxNnVtRFJwRXA0OWU0WW5UNTRnTkRRVUFRRUJwVnAzdlg3ZC9EdUZxZHhpZUZvZkp3QmxNZ1hkWDMvOUpVMkNrWjhsUzVaZ3laSWxoZTVyN05peEJ1dkN3OE1OV3AwQWNPL2VQV21kbDVjWEJnNGNpUDc5K3hmNm1RY1BIb3lMRnk4aUtDZ0lYYnAwS2JST3hXVnZiNjk3eWZrQUxSREQwMHBWbEptVXJseTVJcjF1M3J3NUFPRG16WnZTdW5yMTZwbjhqUG14WThkaS9QanhKVnRCMDFTTS94bFdodUZwWlVSUnpCWUV3U1VuSjZkQ25Mci8rZWVmMG12ZFZmT29xQ2hwM1VzdnZZUUhEeDRVNlFMUTd0MjdwV0ZFcFVrM2RBcEFUcWtmakVvY3c5UDZaQUJ3eWNyS0t2WHdiTktrQ2M2ZE8yZXd2a2VQSHNqSnljdUxVYU5HR1czdG1USklYcTFXNCtyVnE5THlsU3RYNE8vdkw5MzNibU5qZzVZdFd5SXBLUWxaV1ZrbTE3dXNabHZTL1E1RVVjd3Vrd05TaWVMVmRpc2pDTUlqSUc5U2pOSm1ZMk1EWjJkbjJVOVdWcFlVR2dCUXMyWk5nekxPenM3NURwTFgvN0d6czVQMXFXN2V2QmxCUVVIUy9oczFhZ1FYRjVkUy81eEtwYWFtNmw0K00yYzlTQm0yUEsxUEFnRGZwMCtmbXVYK2R2M1RiQURGZmtiOHhJa1RVYU5HRFN4YnRneGFyVloycGIxNzkrNUczL1A4akV3QTBMcDE2MkxWUTRtVWxCUUFnQ0FJREU4THhKYW5sUkZGOFRvZ3Z5SmRsa0pEUTJYTCttTXdsUm84ZURDV0xsMXFjR0hJeDhlbjJQc3VUWThlUGRLOU5NLy9EQ29XdGp5dGpDaUsxd1JCd08zYnQ4djgyT0hoNFRoNzlxeTBYTDkrZlhoNmVwYkl2bjE4ZkdCblp5Y2JBRDkvL255a3BxYVcyK2ZSeDhmSEF3QkVVWXdycENpVlF3eFBLeU1JUWl5QU1nL1A2OWV2WThhTUdiTFpsVXJxcVowUEhqekF0R25Ua0owdHYrNmlWcXZ4K2VlZmw5bWt6MFYxN2RvMUFJQldxNDAwYzFWSUFZYW5sYkd4c1lrU1JWRTJGckswblR4NUVvc1dMVUptWnFhMHpzZkhCME9HRENuMnZtTmlZakJqeGd6WlRFb0RCZ3pBc1dQSG9GS3BVS2xTSlhUcTFBbS8vdnFydE4wYy9adkc2SVpVMmRqWW5EZHpWVWdCOW5sYW1mRHc4S2VpS041NCt2U3BiUGIxMHFEUmFEQnYzanpNbkRsVEZweVZLMWZHOHVYTERhNm9GOVV2di95Q3NXUEg2dmNkNHEyMzNzTENoUXV4YXRVcVZLNWNHVjkrK1NWZWVlV1ZZaDJuTkR4Ky9GajNPSkI3a1pHUjhlYXVEeFVkdzlNNkhRWmdkQXhtU2JLMXRjV0FBUU5rVCtqMDhQQkFjSEJ3aVZ3b2F0bXlKVHc4UEtUbGtTTkhZdXJVcVFDQTl1M2I0OGlSSStqUW9ZUEIrNXljbkF4K3lwcXUxU21LSWx1ZEZvcW43VlpJRUlRVEFENjRjT0VDM256enpWSTlWcHMyYmJCanh3NU1uejRkZGVyVXdadzVjMHlhRHE5eTVjcXlHZUdOelFMbDVlV0ZkZXZXWWRLa1NaZytmVHA2OWVvbDI2NmJ0ZWg1NTg4YjVsVlpuOHJyTHB3SmdoQmFTRkVxcDNoUHJSVjY4Y1VYSFQwOFBCN1oyOXU3bmpoeEFsV3FWQ24xWTZyVmFwUHZNUytxM054Yy9VazJqRzcvNTU5L3BHVmpyZDVuei80MzFOTGQzYjFVSDhXUm1abUpIajE2SURzN084UEd4cVpHZUhoNFp1SHZvdkxHMXR3Vm9MS1huSnlzOXZiMnJxUFZhbDl4ZDNlWEhrUldta296akd4dEMvNW5iR3RyaStyVnEwcy94dWpmdVZUYWs2Yjg4c3N2dW1jWEhZNklpTmhWV0hrcW45am5hYVUwR3MxbUFOaS9mNzlzK0JDVkxsRVU4ZTIzMytvVzE1bXpMbFE4REU4ckZSVVZGU21LNHRrN2QrN2crUEhqNXE2TzFiaDgrYkp1ZkdkRVpHVGsyY0xLVS9uRjhMUnVDd0RnNjYrLzFwOGVqVXFKV3EzR3VuVjVqVTJ0VnJ2WXpOV2hZbUtmcHhWNytQRGhIVzl2NzFkU1VsSWFpYUpZTHNkRFZpUzdkKy9HNGNPSElZcmloVC8vL0hPV3VldER4Y09XcDVWVHE5VlRBR1JzMzc0ZDBkSFI1cTVPaFhYejVrMnNYYnNXQUxLMFdxMVpwcXVua3NYd3RISlhybHk1cGRWcTMxZXIxWmd4WTRic2JoMHFHWW1KaWZqZ2d3K2dVcW1nMVdxWFJFVkZ4Wmk3VGxSOFBHMG5QSHo0TU1MYjI3dDJabVptNnpObnpxQkxseTVsTXZiVEdqeDkraFFUSjA3RW5UdDNBR0J2WkdUa05IUFhpVW9HVzU0RUFCQUVZUktBQXc4ZVBNRG8wYVB4KysrL203dEtGaTg2T2hxalI0L1dUZEI4TWpVMXRlQkhpWkpGNFIxR3BNL08zOTkvQzREUlFON3NST1BHallPM3Q3ZVpxMlZabmo1OWltKysrUVo3OSs3VmphSDlVUkNFZjRXSGgzTklRd1hDOENRRC92Nys0d0VzQitBcUNBSTZkZXFFN3QyN28zSGp4dkQwOUlTTGkwdXAzV3BwYVRRYURkTFQwL0gwNlZQRXhzYmk3Tm16T0hYcWxPNGhjaG1pS0M2TWpJeGNhZTU2VXNsamVKSlJ2cjYrTld4dGJUOERNRndRaE1ybXJvK0Z5UUt3WDYxV3o3NXk1VXJwenZ0SFpzUHdwQUkxYnR5NGlyT3o4eWhCRUxvQThBWGdDY0FObkpGTFJ5T0tZZ3J5bm9CNVJSVEZjeHFOWmtkMGRIVHBQNTZVaUtpby9QMzlSWDkvZjk2VVQyYkRxKzFFUkFvd1BJbUlGR0I0RWhFcHdQQWtJbEtBNFVsRXBBRERrNGhJQVlZbkVaRUNERThpSWdVWW5rUkVDakE4aVlnVVlIZ1NFU25BOENRaVVvRGhTVVNrQUtla0k0dmc1K2ZYSFVBZjNiSWdDQjhDZ0NpSytoTU5YNHFNak54WDFuVWo2OFE1R2NsU3FIV0JxVTkvblVhakNTemJLcEUxNDJrN1dZVEl5TWdMb2lnbUZsQWtWYTFXLzFSbUZTS3J4L0FrUzZFR3NMdUE3Yi9FeE1Tb3lxb3lSQXhQc2lUNzg5c2dpdUxlc3F3SUVjT1RMRVphV3RvNUFLblByeGRGTVNNcEtlbUFHYXBFVm96aFNSYmo1czJiT2FJby92RDhla0VRVHQyK2ZUdmJISFVpNjhYd0pJc2lpcUxCVUNTdFZzdmhTVlRtR0o1a1VSNC9mbndHUUliZXFxemMzRnlHSjVVNWhpZFpsUGo0K0V3QSt2MmJaMk5pWXRMTlZSK3lYZ3hQc2poYXJWYS8zNU1YaXNnc0dKNWtjYkt5c2s0Q3lCWkZVWldibTd2SDNQVWg2OFR3SklzVEd4dWJKb3JpRVVFUXprZEhSeWVadXo1a25YaHZPMWtrVVJUM0FLaHA3bnFROWVLc1NtYmk3KzkvRWtBM2M5ZURySnNvaXI5RlJrYTJOWGM5TEJGUDI4Mkh3VWxtSndoQ0czUFh3Vkx4dE4zTXdzUER6VjBGc2xLdFc3YzJkeFVzR2x1ZVJFUUtNRHlKaUJSZ2VCSVJLY0R3SkNKU2dPRkpSS1FBdzVPSVNBR0dKeEdSQWd4UElpSUZHSjVFUkFvd1BJbUlGR0I0RWhFcHdQQWtJbEtBNFVsRXBBRERrNGhJQVlZbkVaRUNERStpY2tLcjFlTFJvMGZtcmdhWmlKTWhXNEVwVTZaQXJWWURBRDc1NUJQVXFGR2owUGNrSnlmanl5Ky9sSlkvL2ZSVEFNRHUzYnVSbkp3TUFCZy9mcnkwZmZ2MjdZaUlpRURObWpVeFo4NmNBdmV0MVdyeDRNRUQzTDU5RzlldVhZT1RreE5HalJwVjVNOVYzdWttRzNaeWNzTDU4K2Z6TFhmMjdGa2NQWG9VWVdGaGNIWjJ4dUhEaDJGanczWk5lY2Z3ckdEUzA5T3hkZXRXdlA3NjYyamN1REVBNFBMbHk5QnF0UUFnaGVoUFAvMkVqSXdNOU8vZkgwNU9UZ2I3eWN6TXhOR2pSNlZsL2ZDOGMrY09BR0RNbURFSUR3OUgrL2J0Y2UzYU5ady9meDUxNjlZRmtEZERmb01HRGVEbTVvYUZDeGNpSlNVRlNVbEplUExrQ1o0OGVTTFZCd0RzN2UzUnMyZFBlSGw1U2V2Q3dzTHczbnZ2RmZ2M3NYNzllclJ0Kzc5SDlFeWJOcTNBSUZPcU9FOEV1SEhqQms2Y09BRUFTRTFOeFprelo5Q3RHNS9TVXQ0eFBDdVFodzhmWXVUSWtVaE9Uc2FGQ3hmdzdiZmZ3czdPVGhaVWRuWjJ5TTNOUlhCd01CNDllb1QxNjlkajBhSkZPSDc4dUZUbTg4OC9OK2w0ZmZyMFFYSnlNdmJzTVh4MCtwdzVjNUNjbkl4eDQ4Ymh5SkVqQmU0bk56Y1gyN2R2eDh5Wk0wMzhwQlZMLy83OThmWFhYMHYvbi9idjM4L3d0QUFNendxa1pzMmFxRnUzTHBLVGszSGp4ZzNzM0xrVGI3MzFscXlNdmIwOURoMDZKUFd0dWJxNm9sR2pSdmp3d3crbE1xYUdaKzNhdFpHY25JelRwMC9MMXYvenp6OTQ5dXdaQUtCZXZYb0c3N094c1VHdFdyWFFvRUVETkd2V0RLMWF0WUt2cjIrQnh4bzhlTEJKZFFLQWZmdjI1YnROOXpzcVNIWjJ0cXp2MGNIQkFkN2UzaVlmdjZpOHZMemc1K2NudFY2am9xS1FtcG9LVjFmWFVqc21GUi9EczRLWk5Ha1N4bzBiQndEWXRHbVRRUXRHbzlGZzgrYk4wdkxzMmJOUnFWSWxSY2Z5OC9ORFRFd01MbDY4S0R2bDFwMFdPenM3NDlWWFg1WFdWNnBVQ2Q5OTl4MXExYW9GZTN2N0loMXJ5cFFwSnBjdEtEd0w2NCs5ZE9rU2xpNWRLaTA3T2pwaTllclZhTlBHdElkTXhzWEY0ZUhEaDJqUW9JRzBMaXNyQ3pObnpzUUhIM3lBbWpXTlAycCsyTEJoYU5pd0lUcDI3SWovKzcvL2c0T0RnMG5ISS9OaGVGWXdyVnUzaHErdkw2NWN1WUtjbkJ4czNMaFJ0ajBrSkFTUEh6OEdBUFR1M1JzZE9uU1FXb2xGMWJ4NWN3QkFkSFEwWEZ4Y3BQVm56cHdCQUhUcjFrMFd6RFkyTm9XMit2TFRwVXNYUmU4ejFZTUhEN0IrL1hvY08zWk1XbGUxYWxXc1hyMGF2cjYrdUhuekpxNWR1NFpldlhvVkdQeEhqeDdGMXExYjBiTm5UOW42a3lkUDRzS0ZDNmhSb3didTNyMmI3L3UvLy83N2ZMZnhTYXZsQ3kvcFZVQ2pSbzJDaDRjSFB2endROW5wT0FEMDdkc1hMVnEwZ0x1N096NzY2S05pSGFkcDA2Ync5dmJHc0dIRGtKdWJLNjF2MHFRSnFsU3Bndjc5K3hkci8yWGh3WU1IK1B6enp4RVlHQ2dMVGlCdnhNR1lNV01BNUhWbExGeTRFUDM3OThlMmJkdVFtcHBxZEgvMzd0MERBS05mRXRuWjJkSjJzbnhzZVZaQVhidDJSWWNPSGVEazVDVDdJeGNFQVEwYU5NRFdyVnR4Nzk0OXVMdTdGK3M0ZGVyVWtTNEc2WjhPejV3NUUrKy8vNzdSRmxwYVdwclJmZG5hMnNMWjJUbmZZeFdsMVZYWTg4ZzFHZzB1WDc2TVBYdjI0T0xGaTdJTGFqWTJOckwrUnlDdkpmM25uMzhDQUo0OGVZSjE2OVpoOCtiTkdEUm9FTjU2NnkxNGVucEtaWFhoV0tkT0hXbGRwVXFWOE5wcnJ5RXNMQXdkTzNiRXlaTW5vVktwcE8zR1JqdFErY2Z3ckdBS0NnNVJGQTIycjF1M1RoclNWRlNUSjAvR3BVdVhaT3Z1M0xrak80WitDR1ZsWmVWNyt0MnFWU3RzMmJJbDMyTVZGb2ltdUhIakJyNy8vbnVjUG4wYUtTa3BCdHRmZXVrbHpKOC9IK25wNmJKNmQrN2NHVjkrK1NXMmJkdUdxMWV2QXNqN0xDRWhJZmpoaHgvUXYzOS9CQVVGb1ZhdFdrWmJualkyTmxpMmJCbHUzYnFGZXZYcW9WZXZYbmovL2ZlbDdhZE9uV0lmcHdWaWVKTFZpSStQeDRFREJ3eld1N3U3WS96NDhRZ01ESVN0clMwdVhyd28yeTRJQXJwMjdZcXVYYnZpMHFWTDJMaHhJNjVjdVFJQVVLbFUyTGR2SCt6czdEQnExQ2hrWm1aQ0VBVFVyMS9mNERqR1JoNlE1V0o0VmpEUDk3V3AxV284ZVBBQVFONnBzWStQajJ4N1FhZktoV25YcmgycVZhdUdXN2R1SVNZbUJnQlF1WEpsZE8zYTFXaDVRUkNrVTF6ZFJTc0FxRkdqQmp3OFBHUmxhOVNvZ1lDQUFNVjEwOStQVHZ2MjdlSG82SWpzN0d3QVFMVnExVEJ5NUVnTUhUclU1TjlEKy9idDBiNTllNXc3ZHc3cjE2L0g5ZXZYNGVibWhna1RKa2luOWo0K1BzWDZ2WkpsWUhoV01QdjM3NWN0Ly9QUFB4ZzZkQ2lBdkRHT3oyOEhvUGhxKzZoUm95Q0tJb0tDZ3FSMTFhdFh4NmhSbytEaTRnSnZiMjlaZjZLTGk0dDAxNUwrYWJqK25VdzY5ZXJWdy96NTh4WFZLejhPRGc1bzI3WXRuajU5aWlGRGhxQjM3OTVHVDVmZDNkM1J2bjM3QXZmVnFWTW5kT3pZRVQvOTlCUHM3T3pnNnVxS3hNUkVPRGs1S2U0R0ljdkM4S3pna3BLU3BOZVZLMWN1OGYzdjNidFhhblVDZVJkVWdvS0NVTDE2ZFh6enpUZXlpeUdGamUyOGZmdDJrUWJERjFWNGVEZysvZlRUUWx1RlRaczJ4WC8vKzk5QzkyZGpZeU1iVVJBUUVJQUJBd1lnUFQyOTJIV2w4by9oV1lFOGZ2d1lFeVpNa0szTHlzcVNYdCs1Y3dlQmdZRUc3OXUwYVpPaTQxMjdkZzJyVjY4R2tOZXEwMTFCMW5VVlRKa3lCZlBtelpQS1Y2bFNSZEZ4U3BLenN6UFMwdEpLYk54b1NFaUlyS1ZwWTJQRE80T3NCTU96QWxHcjFkS2tIY2JrNU9RVXVMMm9wa3laQXBWS0JVOVBUelJ2M2h4bnpweUJwNmNuaGd3WmdwVXJWeUl1TGc0N2QrNlV5aGMyTk1yZTN0Nmd6ell6TTlOb1MxSC9jOVN1WFJ0MmR2eW5UR1dMLytKSU1WMlh3SVFKRXhBV0ZpYXRIekZpQks1ZnY0NitmZnZpN05tejB2cmF0V3NYdUwvYXRXdkwrbVREdzhNeGFkSWtOR3pZRU4yN2Q1ZGRRTkx2TTEyN2RpMWVmUEZGeForanFPRmJrbDlBWkxrWW5oVklyVnExWk9NVDlhZDFFd1FCb2FHaFJ1ZnlWSHJCcUVPSERraFBUOGVBQVFOazRRa0FpeFl0Z2xhcnhjS0ZDNlYxUlIycXMyL2ZQdVRtNXVMaXhZdXd0YlhOOStwN1lmMmtodzhmUnExYXRmTGR2bUhEaGdLM1A2OGt4cHlTNVdONFZtRGZmUE9OOUxwRml4YjVUb0pjclZvMVJmZE42d2FHNXpkeDc4bVRKMlZEa3BvMWEyYnl2bS9kdWlYTmNRbmtEWXNpS2s4WW5oWFVvVU9IWklFNGNPREFJcjFmTnhheUlBVzF3SEp5Y2hBY0hDd3RPemc0NE9XWFh6YjUrUC81ejM5a3c1eUNnNE5SclZvMWd3azNBR0RBZ0FFRlhxVFJuN1NrUE1yS3lwSW1xYzZQbzZNalo1Y3ZaeGllRlZCVVZKUnNUazVQVDAvMDY5ZXZ3UGZjdW5VTGQrL2VoWU9EQTBSUnhJOC8vaWh0eSsvV3dlZXYzT3N1OWdRR0Jock1pZG1oUXdlVHA3Nzc4Y2NmRFdaN3o4ek14T3paczdGcjF5Njg4Y1lic20xdnZmVldvVjBDV3EwMjMvQ1pNR0dDV1M4NG1UTHg4Zk16NHBQNU1Ud3JtTGk0T0x6MzNudXlpU2VtVEpsUzZCakx1TGc0ekpvMXkraTIvQzcwRkhiaHhON2VYcHB0eWRTV2IyUmtKRmFzV0NFdDE2OWZIOTI3ZDhlbVRac2dpaUtpbzZNUkhSMHRlOCtRSVVOZ1kyTURXMXRiQ0lJQUlPOCtmbEVVb2RWcW9kVnFVYWRPSGFPM1pnS1E3c0FpS2dxZUIxUXc5ZXZYUisvZXZhWGxWMTk5MWFDbFpreEJNN24zN2R0WFVWMldMbDJLeXBVcm8ySERodWpVcVZPaDVYTnljckJ3NFVMazVPUUF5THZJOWZISEgyUDgrUEZZdTNhdE5IK29NVnF0RnJtNXVWQ3BWRkNwVk1qTnpZVmFyWlpPL1h2MTZxWG9NeERsaHkzUENtanUzTGxJVEV6RTNidDNzV1RKRXBQZVU2TkdEYmk3dXlNbEpRVzJ0cmF3dDdlSHU3czd1bmZ2THJ2OTB0anRuUVdwVnEwYXRGcXQxQ0lzU0tWS2xiQnQyellzWGJvVVo4NmN3Ymh4NDZSKzBnNGRPcUJEaHc2NGZ2MDZJaUlpY08zYU5hU2twQ0F0TFEwNU9UblFhRFRRYURUUWFyWFNmN1ZhTFVSUmhDQUlCWjRhRjNZMS9ubkZ2ZHJlcVZNblRteGNBUlQrTDVwS2hiKy92d2lVM3V6Z1dWbFpTRWxKeWZleEQrYW1lM3d4a0RkaisvTXVYTGlBRGgwNm1CUzZSYVZTcVdTUEloazllblNSN241YXYzNjk5UHBmLy9vWHFsV3JaclNjcnMvWHhzWkdOdWRuZWFIN0VvaUlpR0FPS01CZm1wbVVkbmdTRlliaFdUenM4eVFpVW9EaFNVU2tBTU9UaUVnQmhpY1JrUUlNVHlJaUJSaWVSRVFLTUR5SmlCUmdlQklSS2NEd0pDSlNnT0ZKUktRQXc1T0lTQUdHSnhHUkFneFBJaUlGT0orbm1mRkpqRVNXaVMxUE14RkY4VGR6MTRFSXdGVnpWNENJeXBDL3Y3K29teE9WeUJ6WThpUWlVb0RoU1VTa0FNT1RpRWdCaGljUmtRSU1UeUlpQlJpZVJFUUtNRHlKaUJSZ2VCSVJLY0R3SkNKU2dPRkpSS1FBdzVPSVNBR0dKeEdSQWd4UElpSUZHSjVFUkFvd1BJbUlGQkRNWFFFaVUvajUrWFVIMEVlM0xBakNod0FnaXVKS3ZXS1hJaU1qOTVWMTNjZzY4VEVjWkNuVXVzRFVwNzlPbzlFRWxtMlZ5SnJ4dEowc1FtUms1QVZSRkJNTEtKS3FWcXQvS3JNS2tkVmplSktsVUFQWVhjRDJYMkppWWxSbFZSa2loaWRaa3YzNWJSQkZjVzlaVm9TSTRVa1dJeTB0N1J5QTFPZlhpNktZa1pTVWRNQU1WU0lyeHZBa2kzSHo1czBjVVJSL2VINjlJQWluYnQrK25XMk9PcEgxWW5pU1JSRkYwV0Fva2xhcjVmQWtLbk1NVDdJb2p4OC9QZ01nUTI5VlZtNXVMc09UeWh6RGt5eEtmSHg4SmdEOS9zMnpNVEV4NmVhcUQxa3ZoaWRaSEsxV3E5L3Z5UXRGWkJZTVQ3STRXVmxaSndGa2k2S295czNOM1dQdStwQjFZbmlTeFltTmpVMFRSZkdJSUFqbm82T2prOHhkSDdKT3ZMZWRMSklvaW5zQTFEUjNQY2g2Y1ZZbE0vSDM5ejhKb0p1NTYwSFdUUlRGM3lJakk5dWF1eDZXaUtmdDVzUGdKTE1UQktHTnVldGdxWGphYm1iaDRlSG1yZ0pacWRhdFc1dTdDaGFOTFU4aUlnVVlua1JFQ2pBOGlZZ1VZSGdTRVNuQThDUWlVb0RoU1VTa0FNT1RpRWdCaGljUmtRSU1UeUlpQlJpZVJFUUtNRHlKaUJSZ2VCSVJLY0R3SkNKU2dPRkpSS1FBdzVPSVNBR0dKNVdheE1SRVJFUkVtTHNheFNLS0lqSXpNNldmb2xLcFZLVlFLeW9QT0JreWxiZzllL1pnMTY1ZHVILy9QbXhzYkhEa3lCRjRlWG1adTFvR1pzK2VqZFRVVkxSdTNScTllL2RHN2RxMURjb2tKQ1NnZi8vKzBuSlJKcTkrOE9BQlJvNGNDVjlmWC9UdjN4K2RPM2VHZzRPRHJJeFdxMFd2WHIwQUFKVXFWY0tSSTBjVWZob3Fhd3pQQ3FoejU4NUlUMDh2MFgwV0pUUThQVDF4Ly81OUFIbmhjUERnUVl3Yk44Nms5NWJHN09aZmZQRUZldlRvSVZ1bjFXcHg2ZElscEtlbkl5d3NERTJhTkRFYW5rcHB0Vm9zV0xBQWFXbHB1SERoQWg0K2ZJaU9IVHZDd2NFQldxMFdOalo1SjMyaUtDSXhNUkVBRElMMTd0MjcyTFJwRTBhTkdvWEdqUnVYV04yb1pEQThxY2dlUEhpQTk5NTdMOS90V3ExV3RyeDkrM2I4OU5OUCtaWmZ2MzU5aVFhWEtXSmpZNlV2R0h0N2V5eGR1aFNPam80RzVkUnF0V3c1TUREUTZQNVdyVnFGRjE5OFVWcis2cXV2OE9lZmZ3SUEzTnpjc0hyMWFqeDU4Z1RyMTYrSFdxM0d5cFVyODYzYjNidDNzWDM3ZGh3K2ZCZ2FqUWEvLy80N3RtL2ZYaTViNzlhTTRVbEZscHViSzdVc1RaR2RuVjFnK2R6Y1hLUHJIUndjWUd0clcrVDZBVUJXVmxhQjI4K2RPeWU5YnRXcUZmNzQ0dytUOW52bnpoMmo2M055Y3FUWEowK2V4TmF0V3dFQWRuWjJXTEZpQldyWHJvM0preWZqMHFWTEFJQ1FrQkNNR0RGQ3RnK05Sb001YytiZ2wxOStrWDBCUFgzNkZMdDM3OGJVcVZOTnFpT1ZEWVpuQlhUczJER0lvaWd0ZCtyVVNYbzlhOVlzOU92WHorQTlkKy9leGNpUkk2WGw5ZXZYbzJYTGxxVmIwVUlFQlFYQno4OFBBTkNpUlF0VXJselo1UGNXZHZwLzZ0UXA2WFhYcmwxTkRzL0NuRDE3Rm5QbnpwVisvek5tekVEcjFxMmgwV3VXMi8wQUFDQUFTVVJCVkdnd1pjb1UvUEhISDhqTnpjWGF0V3ZoNysrUGhnMGJTdS9WYURUNCtlZWZwV1ZYVjFlODhjWWJHRHAwS09yV3JWc2k5YU9Tdy9Dc2dKeWNuUExkNXVEZ0FHZG5aNFAxejUreVZxcFV5V2c1WTVROEFkU1V2czFObXpaSnJ3OGZQbHlrOEN6SXZYdjNjT1BHRFFDQUlBam8yclVyaGc4ZmJyUnNmSHk4eVJlTUVoSVM4T0dISDhxK3VJS0RnL0hsbDE4YXRLNXpjM014ZCs1YzdOeTVVN1plRUFUNCsvc2pJQ0FBUFhyMHdQcjE2NUdjbk16d0xJY1lubFN1L1BiYmJ3RHlRaXNnSUVCYUh4UVVWS1Q5dUxtNW9VV0xGbGk5ZXJWMGNVYm4wS0ZEMG10WFY5Y1M2MHYwOXZaR3JWcTE4T0RCQTJsZGFtcHF2dVZ2Mzc2TjFhdFhTOHQyZG5iWXYzKy8xUCtibTV1TGtKQVE3Tnk1RS9YcjE4ZXVYYnRnYjI5ZkluV2w0bU40VXJtaTYrT01qNCtYcmRkZGtTNks5UFIwZ3o1VGpVYURnd2NQR2kxdlNtdllXQm45MW1qZnZuMXg0c1FKdUxtNTVmdVRsSlNFWmN1V3dkL2ZINE1HRGNLQkF3ZWcxV3FoMFdoUXBVb1ZhVjkvL2ZVWE5CcU50TXpnTEY4WW5sUnNwVEc4cUNnWHBJcmk5T25UZVBic1dhbnNHd0FtVEppQUNSTW1GRnF1UVlNR1VuOXVyVnExY1AvK2ZZaWlpREZqeHFCMTY5YlFhclc0ZVBHaVZMNWR1M2FsVm1kU2h1Rko1WkorZUE0YU5Bano1czBya2YxdTJiTEZwSEs2TG9QTXpFelpSUnpkK2dNSER1VDdYbE8vVEhRdDFvRURCeUk0T0JoQTNxbjg3ZHUzWmVWc2JXMHhhTkFnay9aSlpZZmhXWUg4OWRkZkdEMTZkSUZsbGl4WmdpVkxsaFM2cjdGanh4cXMwLzJ4UHorTzA4Zkhwd2kxTkdUc2RGUS9QRXVxVC9MOCtmT0lqWTAxcWV6OCtmTUI1SFVmNkllbmJuMUI0VmxVUVVGQnNMR3h3YUZEaHhBZkh5OWRYSEoyZGtiOSt2VXhmdng0MUt0WHI4U09SeVdENFVsRnBqK0cwc0hCSWQ4K3hPTFFEODhOR3paZ3c0WU5pdmUxWjg4ZTFLOWZIdzhmUGl5SnFwbXNVcVZLZVBQTk4yWHJRa0pDWlBlN2k2S0lIMzc0QVU1T1RoZ3hZZ1NHREJraUs2OS9OeEtWTHd4UEtyS01qQXpwdFl1TFM2a2NveVQ3UEhYRHNKbzBhUUlnNzZwNFFrSkNnZS9KNzlTN0tQMjdEZzRPc21GT1FGNlE2NGVuVnF2Rjh1WExwZkw2NFhubXpCbXNXclVLTTJmT3hLdXZ2bXJ5Y2Fsc01Ed3JrQ1pObXNqdW5OSHAwYU9IZEFmTXFGR2pNSDc4ZUlNeVJSa2tuNUtTSXIxMmRuYkd2WHYzWk1PS2l1cjVzWk9wcWFsd2RIUTBlcnVrS2RScXRXeUlrRzdjYThPR0RTRUlBaVpNbUlDRkN4Y3FycStwMHRMU01Ianc0Q0svNy9yMTYxaXpaZzB1WDc0TUFKZzdkeTUyN05qQnNaN2xETU96QXJHeHNURVkyUDdzMlRQWnJZTTFhOVlzOWlCNS9Rc2FibTV1eGFpeGNhNnVyamh4NG9UaTkxKzhlQkZUcGt5UmxpdFZxaVQ5dDFPblR1amJ0Ni9SOEF3SUNJQmFyY2FOR3pmUXRHbFRBSGxmRktkUG53YVExemY3eGh0dkFDalpQazhkM1dRaVI0OGVsZlVyYXpRYW5EcDFDbVBHakNueFk1SnlETThLVGpjNWhVNmRPbldLdmM5YnQyNUpyNDFkeVBEMjlpN3cvUnFOQm84ZlB5NTJQZkx6L0J5YStsOE04K2ZQejdjUGNjYU1HWmd4WXdidTNMbURlZlBtb1ZtelpnZ0xDNVBDczNyMTZ0SUZJMU51NTNSemM1UGRCZ29VUE9PVldxMldUYURTcEVrVERCbzBDSDM2OUNteHU2dW81REE4SzdqUTBGRFpja2xNYmFZZnlBMGFORERZWHRpY2xQbWQ1Z2NGQmVIcTFhdkZxbHQ0ZURpeXM3T2xaVnRiVzlsQWVROFBqM3pmKzgwMzMwaGpLeWRObW9UUFAvOGNjWEZ4MHZaYXRXcEpyMDI1U0phU2tsTGtNYkRWcTFkSG56NTkwTDkvZjlTdlh4L0xsaTNEa1NOSDBMdDM3MUpwNVpOeURNOEtMRHc4SEdmUG5wV1c2OWV2RDA5UHoyTHRNelkyRm84ZVBaS1c5U2UyS0MvMHc3TW8vYVpqeDQ3Rjc3Ly9qdWpvYUtTbXBtTEtsQ215c05WZGNDb3REZzRPT0hyMHFLeGxmUDc4ZWV6ZHV4ZXJWNi9Hd1lNSE9TMWRPY0x3cktDdVg3K09HVE5teUNhcEdEQmdRTEgzZS96NGNlbTFzN016L1AzOVpXRmFIRzV1YmdXMkRFMTE5KzVkNmJYKzdZNkZjWFIweEgvLysxL01uRGtUWVdGaDBHcTFlUHIwcWJTOVpzMmFSUm82VktWS0ZXemJ0azIyYnZUbzBmayt6a09qMFVBUUJHazVLeXRMK3QwS2dsRHNMejRxV1F6UEN1amt5Wk5ZdEdpUjdJL1V4OGZIWUF4aFVhV2xwZUdISDM2UWxydDA2V0l3K3ptZy9IYk50V3ZYbWx3Mk1URVJhV2xwc0xPemc1MmRIZXp0N2FGV3EzSGt5QkhzM3IxYkt2ZkNDeThVcVE2aUtLSmJ0Mjc0NDQ4L1pQZVZBOERLbFN2eHpUZmY0T1dYWDBiVHBrM2g0K01EYjI5dlZLbFNCWjZlbmdaQmJXTmpJNXNnK2Rtelo3SldNWkRYcmVEczdJek16RXhvTkJxY1BIa1MzYnQzUjI1dUx2YnQyeWRkT0dyU3BBbkhlNVl6RE04S1JLUFJZT0hDaFRoNjlLaHNmZVhLbGJGOCtYTEZRMzkwN3QyN0ovdmo3OU9uVDdIMlZ4em56cDNENHNXTEN5M1h0V3ZYUXN0Y3YzNGR2Lzc2SzM3Ly9YZjgrZWVmQnJQSDYwdE9Uc2FaTTJkdzVzd1phWjJOalExMjdOZ2hYYUhYcDlWcThkWmJieUUzTnhjUEh6NlV3bEEvYUJzMWFpVDFJOCthTmN2b2NUdDI3RmpvNTZDeXhhK3lDc1RXMWhZREJneEExYXBWcFhVZUhoNElEZzR1a1F0RnpabzF3NElGQ3dBQWZuNSs2TkNoZzlGeU5XclVLUENuV3JWcXhhNkx2Nzkvb1dXYU4yOXUwdmhUVVJUeHpUZmY0STgvL3BBRnA3dTdPejc0NEFOczNyd1pyNzMyV3I0dHYvNzkreHNOVGlBdldEMDlQWEh6NWszWlZYYmRwQ0FBTUhYcTFBTG5UbTNTcEluQnJQTmtmbXg1VmpCdDJyVEJqaDA3TUgzNmROU3BVd2R6NXN4QjllclZDMzFmNWNxVjhmcnJyMHZMN3U3dVJzdjE2OWNQang0OUtuQ1duK2RidnM4cjdxQjZJRy9JbFllSGg5R3A2cnk4dk5DelowK01Iei9lYUxmQzh4bzNib3lwVTZmaXl5Ky9oQ0FJOFBYMXhjQ0JBOUduVHgvcC9YNStmbmoyN0JsT25EaUIzMzc3RFpHUmtVaE5UWVd6c3pNbVRacFU0UDdidG0yTHk1Y3Z3OGJHQms1T1RtalpzaVZtejU0dGJXL1ZxaFgyN2R1SFU2ZE9JU0VoUVJwcTVlenNqRWFOR3FGcjE2NG1mUTRxVzBMaFJhZzArUHY3aTRDeVdkaE5vVmFyWVdkWE50K05vaWpLN25jM2RRYjY0a3BQVDVjdXN1aUdKRGs0T0pqVU42aWJ3ZDNSMFJGRGh3NkZLSW9JRFEzRi8vM2YvNWw4UmZ2cDA2Zkl5TWl3MkR0L2RIM1RFUkVSekFFRitFc3prOUlPVDZMQ01EeUxoMzJlUkVRS01EeUppQlJnZUJJUktjRHdKQ0pTZ09GSlJLUUF3NU9JU0FHR0p4R1JBZ3hQSWlJRkdKNUVSQW93UEltSUZHQjRFaEVwd1BBa0lsS0E0VWxFcEFEbjh6UXpwWStzSUNMellzdlRURVJSL00zY2RTQUNVTHhuUFJPUlpmSDM5eGQxYzZJU21RTmJua1JFQ2pBOGlZZ1VZSGdTRVNuQThDUWlVb0RoU1VTa0FNT1RpRWdCaGljUmtRSU1UeUlpQlJpZVJFUUtNRHlKaUJSZ2VCSVJLY0R3SkNKU1FEQjNCWWhNNGVmbjF4MUFIOTJ5SUFnZkFvQW9paXYxaWwyS2pJemNWOVoxSSt2RStUekpVcWgxZ2FsUGY1MUdvd2tzMnlxUk5lTnBPMW1FeU1qSUM2SW9KaFpRSkZXdFZ2OVVaaFVpcThmd0pFdWhCckM3Z08yL3hNVEVxTXFxTWtRTVQ3SWsrL1BiSUlyaTNyS3NDQkhEa3l4R1dscmFPUUNwejY4WFJURWpLU25wZ0JtcVJGYU00VWtXNCtiTm16bWlLUDd3L0hwQkVFN2R2bjA3Mnh4MUl1dkY4Q1NMSW9xaXdWQWtyVmJMNFVsVTVoaWVaRkVlUDM1OEJrQ0czcXFzM054Y2hpZVZPWVluV1pUNCtQaE1BUHI5bTJkalltTFN6VlVmc2w0TVQ3STRXcTFXdjkrVEY0cklMQmllWkhHeXNySk9Bc2dXUlZHVm01dTd4OXoxSWV2RThDU0xFeHNibXlhSzRoRkJFTTVIUjBjbm1icytaSjE0Ynp0WkpGRVU5d0NvYWU1NmtQWGlyRXBGNU8vdmZ4SkFOM1BYZzZpOEVFWHh0OGpJeUxibXJrZFo0Mmw3MFRFNGlmUUlndERHM0hVd0I1NjJLeFFlSG03dUtoQ1pYZXZXcmMxZEJiTmh5NU9JU0FHR0p4R1JBZ3hQSWlJRkdKNUVSQW93UEltSUZHQjRFaEVwd1BBa0lsS0E0VWxFcEFERGs0aElBWVluRVpFQ0RFOGlJZ1VZbmtSRUNqQThpWWdVWUhnU0VTbkE4Q1FpVW9EemVSSUFJRFkyRmkrKytDSXFWYXBrc0UycjFlTG16WnRvMUtpUjBmZEdSVVdoV2JObXNMZTNMKzFxV3FVblQ1N2d4bzBiMHJLYm14dWFOMjl1eGhvUndQQzBhQWtKQ2RpMmJSdmMzZDNoN3U2T25qMTd3c1BEUTlxZWtaR0JxMWV2b20zYi9KK1FrSk9UZzYrKytncTdkdTFDNzk2OXNXVEpFdG4yeE1SRWZQenh4NGlJaU1DQ0JRdlFyMTgvMmZaNzkrNWgzTGh4OFBEd3dLaFJveEFZR0Fnbko2ZVMvYURsbUZhcnhmVHAwL0hiYjc5SjZ3SUNBakJyMXF3UzJYOXFhaXJHangrUE8zZnVTT3RtenB6SjhDd0hHSjdsbkZhcnhZQUJBK0RpNG9JYU5XcGc0c1NKYU5xMEtZQzgyZXgvK09GL2p6RHYyYk9uOURvbEpRV1RKMC9HMzMvL2piRmp4MkxDaEFrUUJNTkhWbTNZc0FFN2QrNEVBSVNHaHFKcDA2WVlNV0tFdEgzTGxpMzQvZmZmQVFDTEZpMUNkblkyaGd3WkltMWZzMllOMUdvMUhqOStqRldyVnNIR3hnWnZ2dm1tdEwwMFpoci80b3N2MEtOSEQ4VEZ4V0hZc0dFbHZuOEFDQWtKUWVQR2pRc3NvOVZxTVgvK2ZKdy9mMTYyL3VUSmszanp6VGZ4d2dzdkZLc09hclVhTTJmT2xBVW5BS3hmdng0dnYveHlvZldqMHNVK3ozTHU2dFdyU0VoSXdJMGJOM0Rod2dWWnl6STZPbHA2N2VQakk5dTJjZU5HL1BYWFh4QkZFWnMzYjhhTUdUT1FuWjF0c1A5MzMzMFh0V3JWa3BiWHJGbURxMWV2U3N2VHBrM0RLNis4QWdBUVJSRXJWcXpBUC8vOEF3QUlDd3ZENmRPbnBiSzllL2VXQldkRmxwcWFpcWxUcCtMWXNXTUcyNTQ5ZTRaMzNua0hVVkZSaXZldlVxbnc4Y2NmUzE5Y0FHQmprL2ZubXA2ZWpzbVRKMHYvSDhnOEdKN2wzSVVMRjZUWGRldldoWmVYbDdRY0dSa3B2VzdWcXBYc2ZlKy8vejY2ZCs4dUxaOCtmUm9yVnF3dzJIL2x5cFh4NmFlZlNuK1lhclVhYytiTVFWcGFHZ0RBM3Q0ZXk1Y3ZSOTI2ZGVIcDZZbE5temJocFpkZWdrcWx3dWVmZnk3dHAzSGp4bGl3WUVHQm44WEJ3UUZPVGs2S2ZveXh0N2RIM2JwMUMveng5dmFXdmNmRnhhWFE5OVN0VzlkbzM2L09oUXNYTUh6NGNGeTZkRWxhMTZGREJ5eGR1aFMydHJZQWdLU2tKUHo3My8vR3hvMGJvVktwQ3Z5OVBDODFOUlVUSjA3RXlaTW5wWFdkT25WQ2NIQXdIQndjQU9SMXB3UUZCZUhNbVRORjJqZVZISjYybDNQNkxic09IVHBJcjVPVGsyVXREMTlmWDluNzdPM3RzV3paTWl4WXNBQkhqeDVGdzRZTk1YWHFWS1BIYU5XcUZZWVBINDZRa0JBSWdvQTJiZHBBRUFRRUJnWktaZExTMGlBSUFoWXRXZ1FBeU03T3hxTkhqNlR0VDU4K2xWcWQzdDdlQ0E0T05qaE9VRkFRL1B6OEFBQXRXclJBNWNxVlRmMDFHRDM5ZitHRkY3Qi8vLzRDMy9mdHQ5OWk5ZXJWMHZLOGVmTmszUnRGOGZmZmYrT3JyNzZTZmFFQndPdXZ2NDdGaXhmRDN0NGVWYXBVd2V6WnM1R1ptUW1OUm9PdnYvNGFodzRkd2p2dnZJTytmZnZDMGRHeHdHUEV4TVJnL3Z6NXNsUDFGaTFhWU5teVpYQjBkTVNubjM2SzJiTm5RNnZWSWpNekV4OTk5QkdDZ29Jd2J0eTRBZ09mU2g2ZjIxNUUvdjcrSWxCMlQ4OHNyYWNUTGxteUJIMzc5cFdXczdPejhjRUhIMkRNbURIU2FiclNZL3Y0K09EZ3dZTUY3dVB3NGNPeTdvTEM2TzlIMStkWkdLMVdpNENBQUR4NDhBQUEwS0JCQTN6MzNYZFNLOXNVMmRuWk9IUG1EUGJ2MzIvdy85ek96ZzVUcDA3RnlKRWpaZXYvK2VjZnpKNDlHM0Z4Y2JMMUxpNHU2TnExSzE1NzdUWDQrL3VqYXRXcTBqYVZTb1d2dnZvSzMzNzdMYlJhcmV4enIxeTVFbGxaV2FoUm93WUE0UGp4NDFpMGFKR3NSZXZ0N1kyUFB2b0lYYnAwTWZtemxRVGQvNWVJaUFpcnl4S3IrOERGVlZIRHN5U1ByUitlR28wR0FCQWZINCtBZ0FDcGpINy9yQ2swR2cxYXRHaUIxYXRYdzhiR1JuYnhLems1R2UrODg0N0JlOVJxdFJTY0FPRHE2Z3AzZC9jQ2o3TnExU3E4K09LTEFJQkRodzVoMmJKbHlNbkpNVnJXMmRrWm5wNmVScmZsNXVZaVBqNCszK1BNbURFRHc0Y1BoMHFsd3FGRGg3QjkrM2FEOHIxNzk4YjgrZk94YTljdWJOeTRFZSsvLzc3VXVvK0tpc0wwNmRPUmtwSWllMC96NXMweFlzUUk5T2pSQTNaMnBYOWlhYzNoeWRQMmN1NzVQanNnTDBnZVAzNHNMYnU1dWNIWjJibEkreldsdkxFdmlGZGVlVVZxR2MyZlAxOFdpTWJvK2dDZkQ0YkV4RVJUcXlwSlQwK1g5cWRQbzlFWVhKRTJKalUxRmFtcHFRV1cwUS9LTGwyNllOMjZkYkoxWGw1ZVVuZEZabVptb2NldFg3OCtFaE1Ua1pTVUpLM3o5UFJFWUdBZ1ltTmpNVzNhTkR4NThrVDJIa2RIUjd6Ly92c1lPblFvMXExYmgyM2J0Z0VBVnE1Y0NWZFhWN3p4eGh0bzFhb1ZRa0pDc0hqeFlvU0ZoVW52alltSndkeTVjM0hod2dXRFlXZFVzaGllNWR5UkkwY00xaDArZkZqcWV3U0FUWnMyb1g3OStrWGVkMmhvS09iUG4yK3d2cUJXdGY0cHBiRWd5OC85Ky9lTFZybHl3TlhWRldQSGpzV0tGU3ZnNmVtSjBhTkhZK2pRb1dqZnZyM0orK2pVcVJQR2p4K1BFeWRPNE9qUm8vajk5OTh4Y09CQU9EZzRvR0hEaG1qVXFKRXNQRnUyYklsUFB2a0VkZXZXQlFDTUhUc1c1ODZkUTF4Y0hFUlJ4S2VmZmdvZkh4KzBhdFVLTld2V1JIQndNUGJ0MjRmLy92ZS8wa1UrRHc4UFRKOCt2V1IvR1dTQTRXbGhSRkZFU0VpSXROeXlaVXRGd2FtRVdxMldMUmZsdEZBL1BBY05Hb1I1OCthVldMMmVkK0RBQWRTcFU4ZWtzcG1abWVqVXFWTysyd01EQStIdTdvN3UzYnRMbjFkSmw4MGJiN3lCTjk1NFE3cndCdVFOUGZya2swOHdiTmd3Mk52YlkvTGt5ZWpUcDQrc1M4TFoyUm1yVjYvR2lCRWprSjZlRGpjM04yUmxaVW5iQlVIQWtDRkQwS3RYTDN6NzdiZjQ3cnZ2c0hqeDRpSjNpMURSTVR3dHpObXpaM0g5K25WcE9UbzYydVMrU1FjSEI5bndtdnlvVkNxVFdsZno1czNMTndRLysrd3o5T3JWUzFyV0QwLzk0VlpsNGUrLy81YXUvZ3VDZ0hYcjFwbjhYZ2NIQjRTSGh4Y2FtQjkvL0RGVUtoVSsrT0NEUXZlNWR1MWE2Ylc3dXpzMmJOaUFPblhxU01PUW5sZTdkbTBzV0xBQXYvNzZLejc2NkNOVXFWTEZvRXlWS2xVd2NlSkVqQmt6cHRBcitsUXlHSjRXUktQUnlQN3dpcXRIang1bzI3WXRybDY5YXRJZmZYSG9oK2VHRFJ1d1ljTUd4ZnZhczJkUGtWcmJUNTQ4a2I0MGl0TFZvTE52Mzc1Q3kzejg4Y2RRcTlVbWZUbUpvaWhiam82T1JsQlFrRWwxMFIvN21aL243M2lpMHNId3RDQTdkKzQwZW9GQzF6OW1qSDc1NXlmdWNIQndRTFZxMWVEbTVpWmJMd2lDMFgybXA2ZmoyYk5uMHJLUGowKytZZVRpNGlKYkxzayt6NksyclBRdkVoWDF3bHBaVUt2VnNsTnhzZ3dNVHd0eDY5WXRiTnk0MGVpMnQ5NTZ5K2hWN3gwN2RtRE5talhTc3JIaFBNYlkyOXNiSFh6KzRZY2Z5dTVvZWZYVlYvSDIyMi9uTzF4SEp6VTFGWTZPam9wUEo5VnF0U3dBaXpyeGlQNFhTSEg3QWsrZE9nVW5KeWRrWldXaFc3ZHVCWmJWbmVxYjJnMUNsb1hoYVFGeWNuSXdaODRjMlpDWnhvMGJJelkyRmdDd2ZQbHlOR3pZVURiVHpwRWpSMlNuK0sxYXRjTG8wYU1WMStIWXNXTUd0d0orLy8zMzJMOS9QL3IxNjRlZ29DRDQrUGdZZmErcnF5dE9uRGloK05nWEwxN0VsQ2xUcE9XaTNrbWpmMzk0dlhyMUZOY0R5UHRpY1hCd01MaDRWaHhEaGd5UlRiWmlxaDA3ZG1EZHVuWFNDQWhCRURCeDRzUVNxeGNWalBlMmwzT2lLT0tUVHo2UnplZllwMDhmYk42OFdicWluSk9UZzhtVEorUGF0V3NBZ0czYnRtSFJva1ZTMzVxbnB5ZVdMMSt1cUw4UE1Cd2FwVStsVW1ILy92MElEQXpFNHNXTGtaQ1FvT2dZQlhuKzN2Q2l0R0N2WDc4dW0wREZ3OE5ETnR5cXZGbTllalVtVDU2TUN4Y3VHUFNONm1Sa1pHRFdyRmxZczJhTjlGa2NIUjN4eFJkZllPellzV1ZaWGF2R2xtYzV0MjdkT2h3L2ZseGE5dkx5d3N5Wk0rSHM3SXpseTVmajNYZmZSVVpHQmxKVFUvSHV1Ky9DMTlkWE5tamF6YzBONjlldlIvWHExWXQ4N0FjUEhtRGR1blVHcmNaUFAvMFVXVmxaQ0E0T1JuSnlNb0M4aTFrSER4NUVhR2dvSmsrZWpGR2pSaUVvS0VnMlE1TVM0ZUhoc3RtZ2JHMXRUZjRTVUtsVVdMcDBxV3pkL3YzN2NmbnlaUXdkT2hRQkFRRmxjaGVPcWNMQ3dyQnIxeTZJb29oTGx5N2hoUmRld0lnUkk5Qy9mMy9wQytQS2xTdVlOMitlN000cFQwOVByRjY5V3BxcWtNcEcrZm1YUXdZMmJ0eUk3ZHUzUzh1NkdZNWNYVjBCQUkwYU5jTGF0V3N4YWRJa1pHZG5JeXNyU3hhY1hsNWVXTGR1SFY1NjZhVUNqL044UzB5cjFTSWhJUUhEaHc5SFptYW1iTnUwYWRQUXAwOGZBSG56aDI3WXNBRjc5dXlSN2FOTm16YktQbkErOU1QVFdLdXphdFdxMHB5a1FON25mdmp3SVJZc1dHQTB2T1BqNDdGbXpScDgvZlhYNk4rL1AzYnMyQ0hOdlZuWVpDV2ZmZllaYkcxdHBkdE9DM0x0MmpWa1pXWGg1czJiaFpZRjh2cTFxMVNwSXZYdjNyMTdGOHVXTGNQNjllc3haTWdRaUtLSTdkdTN5MzdYL3Y3KytPS0xMeml1MHd3WW51WFk1Y3VYWmN1elo4OUdpeFl0cE9YVTFGUkVSMGZEMmRuWjZGeWRucDZldUhYckZtclhycDN2cWU2REJ3L3cyV2VmeWRiTm16Y1BpeFl0d3FwVnF6QjkrblJrWldYQnlja0o4K2JOUSsvZXZhVnlWYXBVd1l3Wk05Q25UeDhzWHJ3WWNYRnhtRFJwa3ZTNERqYzN0eEw1bzc1Nzk2N3NtTSt6dGJWRnMyYk5vTlZxRVJVVmhSVXJWdURJa1NPeTAzMHZMeS84KzkvL1JraElpRFFiVlhaMk52YnUzWXQ5Ky9haGMrZk9HRE5tVEtFenRCODlldFRrZXA4NGNVSzZ0VkxIenM0dTM0bEpoZzhmamdFREJtRGZ2bjNZc1dPSGRBdHJhbW9xdG16WllsQisxS2hSbURwMXF1THVHQ29laG1jNTFxRkRCMmxDM1lrVEp5SWdJQUJxdFJwaFlXRUlEUTNGcVZPbkNwd3I4dXJWcTVnMWF4WWNIQnpnNys4UFB6OC90R3paRWcwYU5FQzFhdFVRRXhPRHFWT25TcWZlT3NlUEg4ZTFhOWN3ZXZSb3pKMDdGOGVQSDhlTUdUTlF1M1p0bzhkcDBhSUZ0bS9mamtPSERxRnYzNzdTL29veUpqVXhNUkZwYVdtd3M3T0RuWjBkN08zdG9WYXJjZVRJRWV6ZXZWc3Fwejg3ZTF4Y0hDSWpJM0gzN2wzY3VIRURNVEV4eU1qSU1OaTNsNWNYZ29PRFVhOWVQUVFFQk9Ea3laUFl0R21UMUNMVWFyVTRmZm8wVHA4K2pWZGVlUVgvL3ZlL1MyUkNsZ1lOR2hpczY5aXhvOUVaL1hXY25aMHhldlJvREJzMkRELysrQ08yYnQyS3AwK2ZHcFR6OGZGQng0NGRpelJERkpVc3E1c0pwYmpLY2xhbHFLZ292UFBPTzNqNzdiZlJ0V3RYN05tekIrZk9uY3QzY290MjdkcWhRNGNPMkw1OXUydzg1dk5zYkd5d2UvZHVYTDkrSFhQbnpwWFd1N3E2NXJ0dkd4c2IyTm5aU1gvNG9paENGRVZvTkJxakYyRDY5ZXVIVHo3NXhPVFBldkRnUVN4ZXZMalFjck5telpJZXZaR1FrSUEzMzN4VHVxZmJtSzVkdTJMdTNMa0dzeW1Kb29oZmZ2a0ZYMy85Tlc3ZHVtWHd2dURnWUxScjF3NkFmSGFwYytmT3dkbloyZUMyenZEd2NJTjFPM2Jzd09MRmkxR3BVaVc0dWJtaFpjdVdHRFZxVkpIR21xcFVLdXpkdXhmYnRtMHpPcG5LaHg5K0tIdHNTbG5qckVwVUxqVnIxZ3dmZlBBQlJvNGNpVnUzYnVINDhlTkdoOGgwNk5BQmI3Lzl0dlFQZWRDZ1FkaXpadzkyNzk0dG0zMUpaOWl3WVhqcHBaZFFxMVl0S1FqOC9mM3huLy84Qit2WHI4ZnUzYnNOcnZScXRkb2l6WWhlMFAzaXh2ajcreGRhcG5uejVyTHhyTjdlM3BnOWU3YnNDd0RJRzdMVHJsMDdqQmt6SnQ4V3BDQUk2Tm16SjdwMzc0N0Rody9qNjYrL2xtWkxhdHUyclJTY2dQd09JOTBZVTJkblo5bEQzL0tycjM2cldRa0hCd2VNSERrU2d3Y1B4dTdkdTdGdDJ6YnBDNjU1OCtiNDE3LytWYXo5azNKVzkyMVJYR1U5bjZlK3RXdlhTaGVRcWxhdGlyNTkrMkxRb0VINVhoQlNxOVU0Zi80OGpoMDdodlBuenlNckt3dXVycTQ0ZVBDZ2RORnA0Y0tGU0VoSXdOcTFhNlYrMGV2WHIrT25uMzVDZEhRMGtwS1NwRm5SZGExTVhVdFQ5MS85b0JVRUFYWjJkZ2dORFMzU1RQRkEzZ1VvWTYwckx5OHY5T3paRStQSGp6ZmFhbnZ2dmZjUUZSVUZYMTlmZE96WUVUMTY5RURObWpXTGRHeVZTb1ZkdTNZaEpDUUVXN2R1elhmTWFrR010VVpMV2taR0JyNzk5bHZzMzc4Zm16WnRLdlpENW9yTG1sdWVWdmVCaTh1YzRabVJrWUYxNjliaHRkZGVRNXMyYllvMHpFYXRWaU02T2hwYXJWYldHb3VMaTRPM3QzZTV1RzB4UFQwZEdvMEdnaUJJUTVJY0hCd0s3ZGZMek14RXBVcVZTdVRDU1c1dWJyR2VQNjkvRmI0MEwrUm90ZHB5MGQvSjhDU1RtVE04aWNvYmF3NVA4MzkxRVJGWklJWW5FWkVDREU4aUlnVVlua1JFQ2pBOGlZZ1VZSGdTRVNuQThDUWlVb0RoU1VTa0FNT1RpRWdCaGljUmtRSU1UeUlpQlJpZVJFUUtNRHlKaUJUZ1pNZ0tsY1JqR29qSWNySGxXVVNpS0JZOGZUaVI5U25lODZXSnFPejQrL3VMdXJsVmljeUJMVThpSWdVWW5rUkVDakE4aVlnVVlIZ1NFU25BOENRaVVvRGhTVVNrQU1PVGlFZ0JoaWNSa1FJTVR5SWlCUmllUkVRS01EeUppQlJnZUJJUktjRHdKQ0pTZ09GSlJLUUF3NU9JU0FHR0p4R1JBZ3hQSWlJRkJITlhnTWdVZm41KzNRSDAwUzBMZ3ZBaEFJaWl1Rkt2MktYSXlNaDlaVjAzc2s1OEFCeFpDclV1TVBYcHI5Tm9OSUZsV3lXeVpqeHRKNHNRR1JsNVFSVEZ4QUtLcEtyVjZwL0tyRUprOVJpZVpDblVBSFlYc1AyWG1KZ1lWVmxWaG9qaFNaWmtmMzRiUkZIY1c1WVZJV0o0a3NWSVMwczdCeUQxK2ZXaUtHWWtKU1VkTUVPVnlJb3hQTWxpM0x4NU0wY1V4UitlWHk4SXdxbmJ0MjlubTZOT1pMMFlubVJSUkZFMEdJcWsxV281UEluS0hNT1RMTXJqeDQvUEFNalFXNVdWbTV2TDhLUXl4L0FraXhJZkg1OEpRTDkvODJ4TVRFeTZ1ZXBEMW92aFNSWkhxOVhxOTN2eVFoR1pCY09UTEU1V1Z0WkpBTm1pS0tweWMzUDNtTHMrWkowWW5tUnhZbU5qMDBSUlBDSUl3dm5vNk9na2M5ZUhyQlB2YlNlTEpJcmlIZ0ExelYwUHNsNFdQYXVTdjcvL1NRRGR6RjBQSWpLTDh4RVJFWjNNZFhCTFAyMW5jQkpacjFmTmVmQUtjZG9lSGg1dTdpb1FVUmxxM2JxMXVhdGc4UzFQSWlLellIZ1NFU25BOENRaVVvRGhTVVNrQU1PVGlFZ0JoaWNSa1FJTVR5SWlCUmllUkVRS01EeUppQlJnZUJJUktjRHdKQ0pTZ09GSlJLUUF3NU9JU0FHR0p4R1JBZ3hQSWlJRkdKNWxLRFkyRmprNU9VYTNhYlZhWEw5K1BkLzNSa1ZGSVRjM3Q3U3FSbFpDcFZKSlAxUThGV0l5NU5LVWtKQ0FiZHUyd2QzZEhlN3U3dWpac3ljOFBEeWs3UmtaR2JoNjlTcmF0bTJiN3o1eWNuTHcxVmRmWWRldVhlamR1emVXTEZraTI1NlltSWlQUC80WUVSRVJXTEJnQWZyMTZ5ZmJmdS9lUFl3Yk53NGVIaDRZTldvVUFnTUQ0ZVRrVkxJZnRKaWVQSG1DNE9CZ2RPellFVzNidG9XcnE2dHN1MGFqd1pVclZ4QVdGb2F3c0RBTUhUb1VmZnYyTlhuL3ExYXR3czJiTjFHM2JsM1VyVnNYdzRZTmc0Mk40WGYvNHNXTGtaT1RnM2J0MnFGang0NnkvMWZsUlZaV0ZyWnUzWXFjbkJ4TW56NjlXUHRLU0VqQWdBRURwT1hmZi84OUVGMXhHUUFBSUFCSlJFRlUzN0xQbmozRDY2Ky9MaTMvOXR0dnNMVzFMZlFZMDZaTmsxNHZYTGl3ME4vcHZYdjNzSDc5ZW1uNTg4OC9ML1FZbG9qaGlieFczNEFCQStEaTRvSWFOV3BnNHNTSmFOcTBLWUM4V2VwLytPRi9qd252MmJPbjlEb2xKUVdUSjAvRzMzLy9qYkZqeDJMQ2hBa1FCTVBIUW0zWXNBRTdkKzRFQUlTR2hxSnAwNllZTVdLRXRIM0xsaTNTUC9wRml4WWhPenNiUTRZTWtiYXZXYk1HYXJVYWp4OC94cXBWcTJCalk0TTMzM3l6Wkg4SnhmVHp6ei9qOE9IRE9IejRNQndkSGZIenp6K2pjdVhLMG5hVlNvWHAwNmNqTFMwTkFKQ2Ftb28rZmZvWS9YMFpjL2JzV2R5L2Z4OWhZV0ZvM3J3NWhnOGZibEFtTXpNVFI0OGVoVXFsd3JGangvREZGMStnUjQ4ZStlNnpOR1lqTCt5WXg0OGZ4NW8xYS9EbzBTTUFnS09qSXlaT25LajRlS0lvUXF2VktuNi9LYzZmUHkrOXpzN09MclI4Y25JeWZ2NzVaMm01b29ZblQ5c0JYTDE2RlFrSkNiaHg0d1l1WExnZysyYU5qbzZXWHZ2NCtNaTJiZHk0RVgvOTlSZEVVY1RtelpzeFk4WU1vLys0M24zM1hkU3FWVXRhWHJObURhNWV2U290VDVzMkRhKzg4Z3FBdkQrR0ZTdFc0SjkvL2dFQWhJV0Y0ZlRwMDFMWjNyMTdHdzFPalVhRGt5ZFA0dU9QUDBaQVFBQmVmZlZWdEd2WERuMzc5c1djT1hNUUdSbFpwTi9KM0xsejBicDFhK2xuMkxCaEJaYi82YWVmcE5jOWV2U1FCU2NBT0RrNUlTQWdRRnErZmZzMmZ2MzFWNVBxOHVqUkk5eS9mMTlhN3RXcmw5RnlwMDZka2s1SG5aeWM4T3FyWm4zRWpWRTVPVGw0OHVTSnRMeDU4MmFUZnc5RmtaeWNqTW1USjBzL1ZQSVluZ0F1WExnZ3ZhNWJ0eTY4dkx5a1pmM1FhZFdxbGV4OTc3Ly9QcnAzN3k0dG56NTlHaXRXckREWWYrWEtsZkhwcDU5S3A1bHF0UnB6NXN5UldtSDI5dlpZdm53NTZ0YXRDMDlQVDJ6YXRBa3Z2ZlFTVkNxVjdGdTdjZVBHV0xCZ2djSCtVMU5UTVhqd1lNeWNPUlBIangvSHZYdjNrSldWaGR6Y1hEeDY5QWcvLy93ejNuMzNYUVFIQjV2MCt6aDc5aXlPSFR0bVVsa0F1SG56Sm1Kalk2WGxZY09HUWFQUkdQd0VCQVJJTGMxNjllcmgyYk5uUnN2cFpHWm1Jak16RStmT25aTWRyMEdEQnJoOSs3YjBvM1BreUJIcGRjZU9IYUhWYXFWOTZIN1VhclhSeitEZzRBQW5KeWRGUDBVeFlNQUF6SnMzVDdadThlTEZTRWxKS2RKK0NwT1RrNE5MbHk1SlA0WEp6TXhFZUhnNE1qTXpTN1FlRlJsUDJ3Rlp5NjVEaHc3UzYrVGtaS2tGQ0FDK3ZyNnk5OW5iMjJQWnNtVllzR0FCamg0OWlvWU5HMkxxMUtsR2o5R3FWU3NNSHo0Y0lTRWhFQVFCYmRxMGdTQUlDQXdNbE1xa3BhVkJFQVFzV3JRSVFONHBrdTcwRGdDZVBuMHF0VHE5dmIybE1FeFBUOGU5ZS9la2NpNHVMbkJ6YzhPVEowOWtGd2EyYk5tQ1JvMGF5Ym9lbnBlYW1vclBQdnNzMyszRy9QampqOUpyUHo4L3VMdTdvMDJiTmdXKzU5YXRXMWk2ZENtV0xsMXFzRTMzUUw5T25Zdy9WZmE5OTk0ektILy8vbjM4OGNjZjBycGZmdmtGdi96eWk4Rjc1OHlaSStzUzBRa0tDb0tmbng4QW9FV0xGZ1l0NTRJVTlmUi80TUNCaUkrUHgrYk5td0VBU1VsSldMMTZ0ZlQvdmF6OCtPT1ArUHZ2dnhFZEhZMWJ0MjVCcTlYaXA1OStnck96YzVuV3cxSXhQQUhFeGNWSnI3Lzc3anQ4OTkxM1JzdDkvdm5uQmZiZjNMaHhBOTI2L2U5cHlFdVdMSkZkRkprMGFSTGk0dUl3WnN3WTZUVDl6cDA3QnZ0NTl1eVowZjAvZS9aTTJxYmZRZ01BR3hzYjlPM2JGeU5HakVEanhvMEI1TFUrMXF4Wmc5MjdkMHZsZHUvZVhXQjRybHk1RWsrZlBvVzl2YjFKVi9kemNuSVFHaG9xTFk4YU5hclE5NVNHdlh2M1FoVEZRc3ZaMlJuL0o3OXAweWJwOWVIRGg0c1Vua3FNSHo4ZVVWRlJVbC8za1NOSE1IandZTFJzMmJKVWpuZnMyREdEaTBuRy9pMDdPRGdBeUd1SjZ2OWQ2TVRHeGtyL0JsdTJiQ203dUxsejUwNjR1N3VYWkxYTE5ZWm5HWEowZEpSZGhTd3BUazVPQ0E0T05tanRWYXBVQ2RPblQ4Zmh3NGVsMDdHQ2hrTmR1SEJCT3ZYdDFhdVg3RFE0UDBlUEhrVnFhcXEwWEw5K2ZTVWZvVkN1cnE1UzhLblZhdGt4MDlQVHNYLy9mcFAyb3grZXYvMzJHd0FnUGo1ZTFoOGJGQlJVcExxNXVibWhSWXNXV0wxNnRkRVJBTWJZMk5oZy92ejVHREprQ0ZRcUZVUlJ4T3JWcTdGbHl4YVQzbi83OW0wTUhqellZSDNyMXEweFo4NGMyUmtMa05lSG5SOUJFS1F2SHQzdkp5NHVEbSsvL2JaQjJZOCsra2g2SFI0ZWpvU0VCR2s1dnd0WDhmSHhzbVVYRnhlRDBSaVdpT0dKdkZQZzUyazBHangrL0ZoYWRuTnpLL0xwakNubGpUMXovcFZYWHBIK0ljNmZQMS8yaDIxTVFhZko5dmIyOFBUMGxGcTQrYlVtTXpJeXBGTm9GeGNYVEpvMHFkRHdGRVVSdTNidE1saGZxMVl0bzUvTG1Nek1URGc1T1JWNjFYM1pzbVhTY0xEdzhIQ01HemRPMnJacjF5N3B5OEhGeFFVLy92Z2pIQjBkcGUyQmdZSFNSUnA3ZTN0cHZXNll6dk4vM0ltSmlTYlZYVjk2ZXJwSnczNzBPVGs1eWM0Z29xS2ljT2JNR1hUcDBxWEl4OWRuNnRYdHVYUG40dFZYWDhXNzc3NkxCdzhlQUpEL2ZrcEsvLzc5WmN0dnZ2bW1MSVF0RmNNVE1Cb1NodzhmbHZWQmJkcTBTVkdyS2pRMEZQUG56emRZWDFDNDZIK0RGL1VQOG5rcWxRb1BIejZVbGhzMmJHaTAzS3BWcTZUV3l2VHAwMUdqUm8xQzkzMzI3RmxabjdDK3JLd3NuRGx6QnFkUG44YVRKMCt3ZGV2V2ZJOTc5dXhadEd2WER1M2J0MGUzYnQxa3dXY0svYUZrUTRjT05SaUhxSDg2Yit5MFhmOUtmbGtLRFEwMTZINzUrdXV2MGJselo1T0hjSm1xVTZkT2FObXlwZXpNWitEQWdRYi92blNuN1ZRNGhxY1JvaWdpSkNSRVdtN1pzbVdwblk0KzcvbXJ3Zm4xMFpucTBLRkRzcnVhK3ZUcFkxQW1MQ3dNQnc0Y0FBQzBiZHUyMEpZdWtQYzcycmh4WTc3YlUxSlNNSC8rZkNtNFltTmpwYjVZZlJFUkVVaE1URVJvYUNoTy96OTdkeDRXVmRuK0FmeDdocGxoRlJBaVJGUVV0OWNOQWw1M1RjVXNOVU16TTB0UlROTVVjTUUwVVZ3ak5VeE5TVEF3ZDAycGVOMUNlYlhDeEsxWEpFVktYRkl6d0JXVm5XRm16dThQZnZNMGg1bGhPU3dqenYyNUxxL21MSFBPTXdUM1BNdjlQT2ZubjBYVnV1TGk0ckIxNjFZY09uUklrRCtyb1IyZ0tndWViNzc1cHM1b2VGMVFxVlNDdm1pTnExZXY0dmp4NHhYMlN3Tmx0ZnR0MjdiaDRjT0hnbHBjYkd3c3BrK2ZEbmQzZDBFR3hCZGZmSUZIang3cDdUYlMvTTVKSkJJV1RMdDA2Y0srNExVSHhBNGRPaVJJdXpObEZEejFPSEhpaEtCdk1DMHRyY29qcW5LNXZFcXBJUXFGQWoxNzlxejB2TEN3TUlOL3pDdFdyRENZOHdpVWpXaXZYNytlYmJ1NnVncEc5NEd5WnJObXhwT1ZsWlhlV3JJK1I0NGNFZnh4bHRla1NSTjRlWG5od29VTEFNcHFXZVdENTZOSGp3UURadjM3OXpmWTFWRlVWTVJTdThxbjB6UnUzQmdoSVNGd2NuTEMrKysvajYrLy9ocU9qbzdzdVBZWGtyNW1xWGJ3MUU1VHEwdEhqeDdWNlM3UTJMUnBFM3g5ZlN0c2RjamxjblRwMGtYbkd0N2UzdmpsbDEvdytQSGpLcy9nMG5UbFZMZkdYMVZWN2NKcGFDaDRscU5TcWJCaHc0WmF1OTRycjd5Qzd0Mjc0L0xseXdnSkNhbTE2MWJtM3IxN0NBNE9ab0ZHS3BYaWswOCtnYm01dWVDODlldlhzMDcvR1RObTZPMy8xZWZJa1NPVm52UHFxNit5NEhuMDZGSE1uRGxUTUtCeTl1eFp3ZmtWL2JIUG1UUEg0REdlNXhFYUdvcGp4NDRCS1B2QzJiaHhJN3VYZGo5dlpUWFBUWnMyWWRPbVRSVjlyQXJGeGNWVjJrb3BLU2tSMUFEdDdPemc1ZVdGcEtRa0FHV0RRWEZ4Y2FKbmtWVzM2YTM1SGFFVXBlcWg0Rm5PenAwNzlhWVB1Ym01R1h5UDl2bmxhelp5dVJ5T2pvNndzN01UN09jNFR1ODE4L1B6QmFsS3pabzFNMWdEc2JHeDBicy9LeXNMSDM3NElRdUtFb2tFUzVZczBVbnlUMGxKd2ZmZmZ3K2dyR21tTC8vUkVCOGZINXcrZlJyTm16Y1g1SmhxR3pod0lDSWlJcUJXcS9IdzRVT2NQMzllTUxDbFhVTjNjSENvY0gyQWluQWNoeVpObXJEdFgzLzlGYnQyN2NMNDhlTUJWQzk0MWxSVmFtOWJ0bXdSOUVPLy9mYmJlT09OTjVDY25NeHF5ZEhSMGZEMTlhM1RtckJhclVaMmRqYWJGZGVvVWFNNnU5ZnppSUtubHBzM2J4cnN4eHMvZnJ6ZXZzQWRPM1lJbXNidnYvOStsZTRsazhuMHB0Zk1tVE9IMVVBQW9FK2ZQZ2dJQ0lDVGsxT1ZydnZYWDMvaHd3OC9aSU0vWm1abVdMWnNtZDYrem1YTGxyRStTWlZLaFFVTEZoaTg3cjE3OXhBYUdncWdiRFMzUjQ4ZWlJeU14RWNmZlNSWU9FS2JnNE1EUEQwOTJTeXRvMGVQc3VDcFZxdHg3dHc1ZHU2cnI3NWFvOEd4NmRPbjQvVHAweXczTVRvNkdyMTc5NGE3dTN1RmZaNjV1Ym13c0xBUTNXUXRuelpWMll5ajlQUjB3ZUJabzBhTk1IYnNXTmphMm1Ma3lKR0lpNHNEVUpiOXNIejVjbno1NVplMVBuaWtvY2sxMWFqcTd4Z3BROEh6LzVXVWxDQTBORlF3dU5LK2ZYdldyeGNSRVlHMmJkdWlVNmRPN1BqaHc0Y0ZUWHhQVDAvNCsvdUxMc1BSbzBjRmdSTUE5dTdkaS9qNGVBd2JOZ3dUSmt4QXMyYk5ETDcveG8wYm1EWnRHcXU1V2xsWklTSWl3bURmcWlZOUJRQisrKzIzQ3N1V241L1BGbnRZdVhJbDJyVnJ4K2JRVjJUQWdBRXNlUDcwMDArWVAzOCs1SEk1MHRMU0JDbEJsZlhQUlVWRkdVeFZBc3BxK0lzWEw4YkVpUk9oVnF1aFVDancyV2VmNlV4SkxkOHlzTFcxWmMxOU1VNmZQbzNnNEdDMlhiNWJSRnR1Ymk0V0xGZ2dDT1lCQVFFczUvR0REejdBa1NOSFdOL3UyYk5uc1hYcjFpcC9JVmVYcDZlbklIZ09HRENnVHU3enZLSzU3U2pyTTF1MmJCbXVYYnZHOWcwWk1nU2JOMjlHOCtiTkFaUUYxNkNnSUZ5NWNnVUFzRzNiTml4ZHVwVFYzSnljbkJBUkVTRzY5bFErTlVxYlFxRkFmSHc4Um80Y2llWExsd3NTa3pVeU1qSXdaY29VRmpnZEhCd1FFeE5UcFVFcE1TUVNDYXVKVmtSNzlEd3ZMNCt0STZBOUpkYk56VTN3cFNSVzU4NmQyWUJZNTg2ZEVSWVdWdXZaQytXVlh4ZlRVQTFXcVZSaS92ejVnaTZDVnExYUNXWmtPVGc0WU5hc1dZTDNSVWRIMThuQ0lVRFppTHF6c3pPNmR1MksyYk5uNCsyMzM2NzBQZkh4OFpnM2J4NWVmZlZWblVSOFUwTTFUd0NSa1pGSVRFeGsyODdPenBnM2J4NnJ1VTJlUEJrRkJRWEl6YzNGNU1tVDRlSGhJV2h5MnRuWklTb3FDaSs4OEVLMTc1MlptWW5JeUVpZDJrOTRlRGlLaW9xd2NlTkdQSG55QkVCWjAvckFnUU5JU0VoQVVGQVErOE5MUzB0RGNIQXdxN0cwYU5FQ1gzNzVKVnhkWFN1OGQyV2pvTm9aQnExYnQyWk5TbzJxQkNKWFYxZTBidDJhTmFmUG5UdUhBUU1HQ0lLbnZpNEZzUUlEQStIaTRnSi9mMytZbVprSm10VGFaWjR3WVlKZ1pTc3hVbEpTQkt0b21abVo2ZjN5Vkt2VkNBc0xFL3pPYUdZWWxmOFpqaGd4QW9tSmlXejJrMXF0eG9JRkM3Qng0MGFkUG10OTl1N2RpMTkrK2FWS1dSUDkrdlZqMDRsbno1NE5hMnRydlBiYWE3Q3lzb0pLcFVKNmVyck9sRTVEK2JxbXlPU0RaMHhNRExadjM4NjJOU3NjYVpwUzdkcTF3NFlOR3hBWUdJamk0bUlVRlJVSi9naWNuWjBSR1JrSmQzZjNDdTlUZnVxYXByTit6Smd4T3FrM00yZk9aQUZsMEtCQjJMUnBFK0xpNGdUWDBCNTRtVDU5dXVBYWhZV0ZncVprZVZXZHlsaGIzbjc3YmVUazVHREFnQUZvMTY0ZDB0UFRCVFd3d1lNSDE5cTliRzF0QmRNS3k2L2NYOXN6YUxTRHA3NWFaMmxwS1pZc1dhTHo1ZmpCQng4WURJWmhZV0Y0OTkxM1VWQlFBS0FzVFNzb0tBanIxNitIdDdjM095OC9QNTlsTTJob1Z2V3E2alJSb094bmRQTGtTZnp5eXk5WXUzWXRZbU5qY2YzNmRTeFpzcVRLMXpCRkpoODh5NmZMeko4L0g1MDdkMmJidWJtNVNFdExnNVdWbGQ2MU9wMmNuSER6NWsyNHVyb2FiTEpsWm1icXJGUVVGaGFHcFV1WFl1M2F0Wmc5ZXphS2lvcGdhV21Kc0xBd1FUQnAxS2dSNXM2ZGl5RkRobUQ1OHVXNGNlTUdBZ01EMGE1ZE8zWk8rZUQ3OE9GRFBIejRzT28vaERwV3ZqbW92ZHhkcDA2ZFdOZElSY3F2cEZSVjJ2MjZ3RDhCenM3T3JsWldtZi9ycjcvWTYvS2oxWGw1ZVpnM2J4NnJSV3IwN2RzWGt5ZFBObmhOVjFkWExGMjZGSFBuem1YN0Nnc0xFUmdZaUNWTGxtRHc0TUdJalkxRlRFeU13Zm5rNVJkSlVhdlZzTGEyeHJ4NTg5ZytUWUM5ZWZNbU83K3dzQkJObWpReGVOMUdqUnJCMDlNVFhidDIxVWx0MGp6ZW8vd1VZSDJQL0hnZVpqS1pmUERzMWFzWDZ6U2ZObTBhUm93WUFhVlNpWFBuemlFaElVR3d3SzQrbHk5ZnhzY2Zmd3k1WEE1dmIyOTRlWG1oUzVjdWFOT21EUndkSFpHZW5vNFpNMmF3cHJkR1ltSWlybHk1QW45L2Z5eGN1QkNKaVltWU8zZXV3YVoyNTg2ZHNYMzdkaHc4ZUJCRGh3NWwxN08zdDYrbG4wVHRxYzRTYmVucDZUcm5HMW8ycmpLblRwM0NIMy84QVd0cmE4aGtNdVRsNWJGVUxLQXNXR2grWHRYSjVjM0p5VUZlWGg2a1VpbWtVaWxrTWhtVVNpVU9IejRzbUNYVW9rVUw5am9qSXdQejVzM1RTWVBxMEtFRFZxeFlVV25OME5mWEYrUEhqOGVPSFR2WVBvVkNnWVVMRjBJaWtjRGEybHB2Z0xPd3NFRC8vdjExZ3RPeFk4Y3dhTkFndlBQT080TDlqeDQ5RWpURjNkemNZRzl2RDNOemMzQWNCNWxNQmc4UEQzVHYzaDNkdTNkSGh3NGRzR3paTXF4YnR3N3IxcTBUWEt2ODQyTTA5UFc3UHcrSjh5WWZQTHQyN1lybzZHZ0VCQVNnUjQ4ZVdMeDRNVTZlUEtuVFY2YlJvMGNQOU9yVkM5dTNieGZrWXlvVUNwdzllNWJWWkNVU0NmYnQyNGM3ZCs0SUFxZXRyUzI3OXUzYnR4RWVIczZPblRwMUNsS3BsS1dtOER3UG51ZWhVcWtFZnlnUkVSRUF5bjVabHkxYlZtZS9pQTN0RjF5cFZDSTZPdHJnOGJadDI0b2FNRHA1OGlTV0wxOWU2WG5hbzlVNU9UbUNoV1dBc243anlNaklLaWVqQndjSDQvcjE2emg5K2pUYjE2ZFBId3djT0ZEUUZ5bVJTTkMxYTFjTUhUb1V2cjYrN1BvT0RnNHNvMkhCZ2dVVnBxSnBhTlpRdGJTMFJHeHNMRHAyN0ZoaEJvRXBNL25SOW80ZE95SWtKQVRCd2NHd3RyWkdZbUtpM3NEWnExY3Z4TVRFWU9QR2pSZzdkaXoyNzkrUDRPQmdnd3RvakI0OUd1N3U3b0lwaDk3ZTNqaDgrRERHakJtak4zZFBrMkpUVWxLQ2twSVMxZ1F5MUlReXRGanc4MmpObWpWSVNrcENVbElTdnZqaUM3M25lSGw1R2N5SjVEZ09VNmRPRlhWdjdYNUdRenAxNmlUSUErN1pzeWMrL2ZSVFZzUHMwS0VEWW1OanE3WGVwVVFpd2VyVnExbmZhS2RPbmZEWlo1L0J6TXdNclZxMVF2djI3VEY3OW13Y09YSUVVVkZSR0Rac21DQXdUNXc0c2NyM0FzcSsyTFhYQnZEeThxTEFXWUc2eWI2dEo5N2UzanhRdXpXa0RSczJzQUVrZTN0N0RCMDZGRysrK2FiQkFTR2xVb25rNUdRY1BYb1V5Y25KS0NvcWdxMnRMUTRjT01BR25aWXNXWUxzN0d4czJMQ0I5YmxkdlhvVlAvendBOUxTMHZENDhXTVVGaGF5eDFDbzFXb1dNRFgvMWU3RDRqZ09VcWtVQ1FrSmRiNW9iMVZvTjd2Mzc5OWY0NFVqSkJJSk9JNFRYRmM3enpNdExVMlFKcVc5S3BhZm54K3lzcklnbFVwaGJtNE9XMXRidEc3ZEdxTkhqeFk4SmFDNkJnMGFwSGVwT21kblp3d2FOQWhUcDA3Vlc2UDg1cHR2Y1A3OGVZU0hoNHQrNG1sZVhoNFdMMTZNUllzV1ZidWY5ci8vL1M4T0h6Nk11M2Z2VnZnSWtqWnQydUNERHo2b2NDYWRSbUZoWVkwZlhWelQ3aWJONzhhRkN4ZU1Gc01vZUpaVFVGQ0F5TWhJdlB6eXkraldyVnUxbW5sS3BSSnBhV2xRcTlXQ1Avd2JOMjdBeGNYbHVaMDdyTDA0aGJPemM0MlgwWHNXNWVmblE2VlNnZU00bHBJa2w4dXJOS3JOODN5ZHpSSXlWUlE4YTZndWdpY2g1Tm4zTEFSUGsrL3pKSVFRTVNoNEVrS0lDQlE4Q1NGRUJBcWVoQkFpQWdWUFFnZ1JnWUluSVlTSVFNR1RFRUpFb09CSkNDRWlVUEFraEJBUktIZ1NRb2dJRkR3SklVUUVDcDZFRUNJQ0JVOUNDQkhodVZoSnZqcVBmU0NFa05yUW9HdWVQTS8vV3ZsWmhKRG5WS3F4QzBCSWcrUHQ3YzFyMW5NbHhCZ2FkTTJURUVLTWhZSW5JWVNJUU1HVEVFSkVvT0JKQ0NFaVVQQWtoQkFSS0hnU1FvZ0lGRHdKSVVRRUNwNkVFQ0lDQlU5Q0NCR0JnaWNoaEloQXdaTVFRa1NnNEVrSUlTSlE4Q1NFRUJFb2VCSkNpQWdVUEFraFJBUUtub1FRSWdJRlQwSUlFWUdDSnlHRWlFREJreEJDUktEZ1NRZ2hJbER3SklRUUVTaDRFa0tJQ0JROENTRkVCQXFlaEJBaUFnVlBRZ2dSZ1lJbklZU0lRTUdURUVKRW9PQkpDQ0VpY01ZdUFDRlY0ZVhsTlJEQUVNMDJ4M0Z6QUlEbitUVmFwNTFKVFUzOXZyN0xSa3lUMU5nRklLU0tsSnFBcVUxN24wcWxHbG0vUlNLbWpKcnRwRUZJVFUwOXhmTjhUZ1duNUNxVnloL3FyVURFNUZId0pBMkZFc0MrQ280ZlQwOVBWOVJYWVFpaDRFa2FrbmhEQjNpZS83WStDMElJQlUvU1lPVGw1WjBFa0Z0K1A4L3pCWThmUDk1dmhDSVJFMGJCa3pRWTE2OWZMK0Y1L3J2eSt6bU8rK25XclZ2RnhpZ1RNVjBVUEVtRHd2TzhUaXFTV3EybTlDUlM3eWg0a2dibC92MzdTUUFLdEhZVmxaYVdVdkFrOVk2Q0oybFFzckt5Q2dGbzkyK2VTRTlQenpkV2VZanBvdUJKR2h5MVdxM2Q3MGtEUmNRb0tIaVNCcWVvcU9oSEFNVTh6eXRLUzB2ampGMGVZcG9vZUpJR0p5TWpJNC9uK2NNY3h5V25wYVU5Tm5aNWlHbWl1ZTJrUWVKNVBnNUFFMk9YZzVpdUJyMnFrcmUzOTQ4QWZJMWREa0tJVVNSZnVIQ2hyN0Z1M3RDYjdSUTRDVEZkZll4NTgrZWkyWjZTa21Mc0loQkM2cEdQajQreGk5RGdhNTZFRUdJVUZEd0pJVVFFQ3A2RUVDSUNCVTlDQ0JHQmdpY2hoSWhBd1pNUVFrU2c0RWtJSVNKUThDU0VFQkVvZUJKQ2lBZ1VQQWtoUkFRS25vUVFJZ0lGVDBJSUVZR0NKeUdFaUVEQmt4QkNSS0RnU1FnaElsRHdmRTVsWkdTZ3BLUkU3ekcxV28yclY2OGFmTy9GaXhkUldscGFWMFVqZWhRWEYwT3RWaHU3R0tRYW5vdkZrSjhYMmRuWjJMWnRHeG8zYm96R2pSdGowS0JCY0hCd1lNY0xDZ3B3K2ZKbGRPL2UzZUExU2twS0VCMGRqZDI3ZDJQdzRNSDQ1Sk5QQk1kemNuS3dZTUVDWExod0FZc1hMOGF3WWNNRXgrL2N1WU1wVTZiQXdjRUI0OGFOdzhpUkkyRnBhVm03SDFTRW9xSWliTjI2RlNVbEpaZzllM2F0WEhQdDJyVzRmdjA2M056YzRPYm1odEdqUjBNaTBhMVBMRisrSENVbEplalJvd2Q2OSs0dCtIK2lUMmxwS2ZMeTh1RGc0SUI5Ky9ZaElpSUNBREJyMWl6NCsvdmp3WU1ITURNekUxeG54b3daU0UxTmhiMjlQWHIzN28ybFM1ZFdlSSt0VzdmaTBhTkhNRE16RS93ODh2THlxdkVUS0NPUlNHQnRiVjN0OTVrNkNwNzFUSzFXdzgvUER6WTJObmp4eFJjeGJkbzBkT2pRQVVEWml2amZmZmZQSThrSERSckVYajk5K2hSQlFVSDQ0NDgvTUduU0pIejQ0WWZnT04xSFVHM2F0QWs3ZCs0RUFDUWtKS0JEaHc1NDc3MzMyUEV0VzdiZ2YvLzdId0JnNmRLbEtDNHV4cWhSbzlqeDlldlhRNmxVNHY3OSsxaTdkaTBrRWduZWZmZGRkcnd1VnZEKzdMUFA4TW9ycnhnOG5waVlpUFhyMStQZXZYc0FBQXNMQzB5Yk5xM0c5ejF4NGdUKy92dHZuRHQzRHAwNmRjS1lNV04wemlrc0xNU1JJMGVnVUNodzlPalJTc3Q2NDhZTmhJV0Z3ZGJXRnBzMmJkSjd6dXJWcTNIbXpCbE1uRGdSWThlT2hWS3B4RysvL1FhMVdvMmNuQnc0T1RsVld2WkRodzdoOXUzYmtFZ2tndURadjMvL3lqOTRPUysrK0NLT0hEbFM3ZmVaT21xMjE3UExseThqT3pzYjE2NWR3NmxUcHdTMWo3UzBOUGE2V2JObWdtTXhNVEg0L2ZmZndmTThObS9lakxsejU2SzR1RmpuK3BNblQwYlRwazNaOXZyMTYzSDU4bVcyUFhQbVRIVHQyaFVBd1BNOFZxOWVqVC8vL0JNQWNPN2NPZno4ODgvczNNR0RCd3NDcDdHVWxKVGd3WU1IYkh2ejVzMzQ1WmRmYW5UTmUvZnU0ZSsvLzJiYnI3MzJtdDd6ZnZycEp5Z1VDZ0NBcGFVbCt2U3ArTEU1Ly9uUGYzRDE2bFdjUDM4ZWh3NGQwamwrK3ZScC9QampqeWdzTE1UdTNidVJrNU9ETTJmT1FLVlNzWE82ZGVzbTVpT1Jla1kxejNwMjZ0UXA5dHJOelEzT3pzNXNPelUxbGIzMjlQUVV2Ry9XckZsNDhPQUJmdnp4UndEQXp6Ly9qTldyVjJQUm9rV0M4Nnl0clJFZUhvN0preWREclZaRHFWUWlORFFVZS9ic1FhTkdqU0NUeVJBUkVZR0FnQUFVRmhZaUlpSUM3dTd1VUNnVVdMbHlKYnRPKy9idHNYang0Z28vaTF3dWg1bVpXZlYvQ0NocmhsZVZuNThmZUo3SDh1WEwyYjdseTVmaisrKy9oNTJkWGJYdVcxaFlDQUE0ZWZLa1lIK2JObTF3NjlZdHR0MnlaVXNBd09IRGg5bSszcjE3UTYxV3MydG95T1Z5U0tWbGYwcEJRVUg0NVpkZmtKbVppVDE3OW1ERWlCR0NjelcxVVFzTEM2eFpzd1l1TGk3NDRvc3YySEZMUzB1ODlOSkwxZnBNK2pSdTNCaEJRVUVWbmxPK1M0ZFVEd1hQZXFaZHMrdlZxeGQ3L2VUSkUxWURCQUFQRHcvQisyUXlHVmF0V29YRml4Zmp5SkVqYU51MkxXYk1tS0gzSHA2ZW5oZ3paZ3oyN05rRGp1UFFyVnMzY0J5SGtTTkhzblB5OHZMQWNSenJXeXN1TG1iTllnQjQrUEFocTNXNnVMaGc0OGFOT3ZlWk1HRUN2THk4QUFDZE8zZXVWcjlaZFp2L3c0Y1BSMVpXRmpadjNnd0FlUHo0TWRhdFcxZHAzMkI1ZmZ2cWYxTHQ5T25UQmRzcEtTbjQrKysvY2Y3OGViYnYrUEhqT0g3OHVNNTdRME5EV2RmSGlSTW40TzN0alJkZWVBRnZ2dmttTGx5NHdNN0x5TWpBVzIrOWhkTFNVblRzMkJFRkJRVW9MQ3dVQlBLaW9pTDA2TkZENXg0OWUvWkVlSGc0Qmc0Y0tOaXZWcXZaejFMN1FZalcxdFk2Z2JzOENwNDFROEd6bnQyNGNZTzkvdWFiYi9ETk45L29QVy9seXBXQ21tQjUxNjVkZzYvdlAwOWUvdVNUVHpCMDZGQzJIUmdZaUJzM2JtRGl4SW1zbVg3NzltMmQ2eng2OUVqdjlSODllc1NPYVRjcHRjWEd4ckxYaHc0ZHF2TkJoNmxUcCtMaXhZdXN6L2J3NGNONDY2MjMwS1ZMbHpxNTM3ZmZmZ3VlNXlzOVQxUHJCSUFGQ3hhdzF4Y3ZYaFNjZCtUSUVkYTNlUFhxVmFTbXBzTGYzOTlnVmtSTmxKYVdJaU1qbzlhdlMvNUJ3Zk01WldGaGdhaW9xRnEvN3ErLy9nb0F5TXJLRXRSc0preVlVSzNyMk5uWm9YUG56bGkzYnAzZUVXNTlKQklKRmkxYWhGR2pSa0doVUlEbmVheGJ0dzVidG15cDFyMDFiRzF0V2VCVEtwWEl6YzFseC9Mejh4RWZIMStsNjJnSHorcmF0MjhmZXkyWHkvSGlpeThDS1B2Q3lzN09adnVyTW9pazdkNjllNEtCUWxMN0tIaldNeGNYRjUxOUtwVUs5Ky9mWjl0MmRuYXdzcktxMW5XcmNyNis1OXQzN2RxVjVSY3VXclNvMHFhZXBvOHpLeXRMc0Q4bko2ZXFSV1h5OC9PcjNXZHFhV2twcUFsZnZIZ1JTVWxKb2thWlY2MWF4ZEsrVWxKU01HWEtGSFpzOSs3ZHJHL1R4c1lHLy9uUGYyQmhZY0dPanh3NWtnMWl5V1F5dGwvVEJOKy9meitpb3FJRWZidlRwMCtIajQ4UDJyVnJCNkRzaTJqT25EbnMrSUFCQTdCaXhRb0F3UFhyMS9IT08rOEFLT3ZlV2JKa0NTdW41djZhMFhaTlRaelVMd3FlOVV4N0FFTGowS0ZEZ3I2NzJOaFl0RzdkdXRyWFRraEkwQmxBQXZRSFRRM3R4T3pxQkRMdGtlcjZsSkNRb05PTjhOVlhYNkZmdjM1NlU3ZkUwazRaZS92dHQzVnlPN1diODlvMXo4dVhMeU0yTnBiMWRVb2tFdll6UG5Ma0NLS2lvakJ3NEVETW5Ea1RXN2NLUjVsdkFBQWdBRWxFUVZSdUZWeFQrd3RKdS85WjN4ZHVaWnljbkxCczJUTEJQazIvcmx3dUZ3eFNtWnViVi92NmhJS24wZkU4anoxNzlyRHRMbDI2aUFxY1lpaVZTc0YyZFpxZjJzSHp6VGZmUkZoWVdLMlZ5eENWU2lWbzVtcGN2WG9WeDQ4ZkYrVEYxbFJjWEJ5MmJ0MktRNGNPNlczK2FnZHdxVlFLbFVxRmlSTW5JajA5bmUxdjI3WXQrdlhyeHdhNU5IM09QLzc0STVLU2tuUytCUDc4ODArbzFXcElKQkxjdkhtVDdYZDFkYTFTbWJVRHVybTV1Y0hKRkdabVpoVk90Q0JWUThIVHlFNmNPQ0dZS3BtV2xsYmxrV2k1WEk0elo4NVVlcDVDb1VEUG5qMHJQUzhzTE14Z0VGeXhZb1VnRjFJN2VHcW5XOVdsbzBlUDZuUVhhR3phdEFtK3ZyN1ZxajBYRlJXeEdUbmwwNDhhTjI2TWtKQVFPRGs1NGYzMzM4ZlhYMzhOUjBkSGRsejdpMGNtazhITXpBeTllL2Rtd2RQSHh3ZWZmLzY1SVBsOHlwUXBMTDlUcFZKQkxwZXpIRktnYkFiWnJWdTM0Tzd1amovKytJUHQxelR6RGNuSXlFQnFhcXBnQURFdkw0OU5saWhQcVZUcVBlYm41MWZ0MUM5VFJzSFRpRlFxRlRaczJGQnIxM3ZsbFZmUXZYdDNYTDU4R1NFaEliVjJYWDIwZytlbVRac016cWFwaXJpNHVFcHIyeVVsSllJQk1EczdPM2g1ZVNFcEtRa0FjT3ZXTGNURnhWVXJxVis3djdFOG51Y1JHaHFLWThlT0FTajdZdG00Y1NNYjNOS2UrNitwc2Z2NysrTzc3NzdEbURGak1ISGlSQVFFQkxEc2l0NjllNk5UcDA3bzFhc1hCZzBhaFAvODV6OFlOV29VSmsyYWhCWXRXckNSOFY5Ly9SVXRXN2JFdVhQbkFKUTErelV6MEFEZy92MzcrUDMzMzFuUVY2dlZyR2FzWFp0OCt2U3BvR211cmJTMFZPK3hYcjE2VWZDc0JncWVSclJ6NTA2OTZVTnVibTRHMzZOOXZ2WkFCVkJXRTNWMGROVDVBK0E0VHU4MTgvUHpCYWxLelpvMU0xaHpzN0d4RVd6WFpwK245a0NNSVZ1MmJNSGR1M2ZaOXR0dnY0MDMzbmdEeWNuSnJCWVlIUjBOWDEvZldxa0pjeHlISmsyYXNPMWZmLzBWdTNidHd2ang0d0hvRDU1S3BSTFIwZEZvMUtnUjB0UFRXUzNVenM0T0gzLzhNYVJTS2U3ZHV3ZEhSMGRNbmp3WnpzN09XTHg0TWJwMDZZTGh3NGREcFZJaEtTa0piZHUyeGVQSGp3R1UxVG8xZzRGSlNVa1ZCbnhES1dXa2JsRHdOSktiTjI4aUppWkc3N0h4NDhmckhmWGVzV01IMXE5Zno3YmZmLy85S3QxTEpwUHBUYnVaTTJjT3E3a0JRSjgrZlJBUUVGQnBXa3h1Ymk0c0xDeXFGUFQwS1o4V1ZObkNJK25wNllMQmxVYU5HbUhzMkxHd3RiWEZ5SkVqRVJjWEI2Q3MyYnQ4K1hKOCtlV1h0VEo0TkgzNmRKdytmWnJWSHFPam85RzdkMis0dTd2cjlIa0NRSGg0T0pzQnB1M3AwNmZ3OC9QVDJaK1Nrb0pYWDMwVlFOa2tnNHNYTCtMOCtmT0N3S3pkRkxlMXRkVmJUazlQVDNoNmVnb3lObnIzN3EzVHF0RjBCMWxhV2lJNU9ibmlEMDhxUmNIVENFcEtTaEFhR2lwSWptN2Z2ajFydWtWRVJLQnQyN2JvMUtrVE8zNzQ4R0hCSDRPbnB5ZjgvZjFGbCtIbzBhT0N3QWtBZS9mdVJYeDhQSVlORzRZSkV5YWdXYk5tZXQ5cmEydkxtck5pbkQ1OUdzSEJ3V3k3b3RIZTNOeGNMRml3UUJDc0FnSUNXQ0Q1NElNUGNPVElFZGFNUFh2MkxMWnUzVnFsTDVhb3FDaURxVXBBV1UxKzhlTEZtRGh4SXRScU5SUUtCVDc3N0RPZDJWYmxXd0JpK1ByNjR1TEZpK0I1SHIvOTlodmJyNzBJU2VQR2pXRnRiWTJYWG5vSmFXbHB5TTNOaFVRaVlYbXV1M2Z2WnVlNnVMZ0kxa3JRcGxhckJjZk16YzByN1ZjbHVtaGhrSHJHOHp5V0xWdUdhOWV1c1gxRGhnekI1czJiMGJ4NWN3Qmx3VFVvS0FoWHJsd0JBR3pidGcxTGx5NWxvNmxPVGs2SWlJZ1FQYSs4ZkdxVU5vVkNnZmo0ZUl3Y09STExseTluaWRxMVNYdVFCRERjYkZjcWxaZy9mNzZnaTZCVnExWVlOMjRjMjNad2NNQ3NXYk1FNzR1T2pxN3h3aUVhblR0M1p0TmFPM2Z1akxDd01JTlpDcE1tVFVKa1pLUmdjRzdxMUttSWpJeEVaR1Nrb056ZTN0NkNhd3diTmd4eXVWeXdyMmZQbm9MdUZqYzNOeVFsSldIRGhnMW8zTGl4VGxtMXAvYzJhZElFQVFFQmduOGFKU1VsZ3YzejU4K3Y2bytEYUtHYVp6MkxqSXhFWW1JaTIzWjJkc2E4ZWZOZ1pXV0ZpSWdJVEo0OEdRVUZCY2pOemNYa3laUGg0ZUhCQmcrQXN2NnpxS2dvdlBEQ0M5VytkMlptSmlJakkzVnFqZUhoNFNncUtzTEdqUnZ4NU1rVEFHWDlad2NPSEVCQ1FnS0Nnb0l3YnR3NFRKZ3dRYkJDa3hncEtTbUMxYURNek16MGZnbW8xV3FFaFlVSlBydG1obEg1bEtvUkkwWWdNVEdSelg1U3E5VllzR0FCTm03Y3FMUEFpaGlCZ1lGd2NYR0J2Nzgvek16TUJGME93RC9CczMzNzlzak16R1I1dFhLNUhENCtQdkR4OGNHalI0OFFIaDRPb0t3L3RYekF0N2UzUjVjdVhRUTV1ZVVIdnlxYmlhWDlzMnJUcGswMVB5V3BMZ3FlOVNnbUpnYmJ0MjluMjVvVmpqUk4wSGJ0Mm1IRGhnMElEQXhFY1hFeGlvcUtCSDhRenM3T2lJeU1oTHU3ZTRYM0tiOGl1VnF0Um5aMk5zYU1HYU9Ua2pOejVrd01HVElFUU5uNm9aczJiVUpjWEp6Z0dyVzlSSnAyOE5SWDZ5d3RMY1dTSlV0MGd2d0hIM3hnTUJpR2hZWGgzWGZmUlVGQkFZQ3lOS1Nnb0NDc1g3OWVwNVpYWGJhMnRqbzFOMjNhemZZalI0NndQa3VGUW9FcFU2YWdSWXNXQVA1SmZKODRjYUtnUzBZenpiVDhaSWF2dnZvS1hicDBNZGpYcVMwakk0TzFFamlPRS95Y25KMmQ5UzRDVXI2YmdsUVBOZHZyMGRtelp3WGI4K2ZQUitmT25kbDJibTR1MHRMU0RFNjFkSEp5d3MyYk4vV3U0Nm1SbVpuSnB2aHBoSVdGd2NuSkNXdlhybVdETTVhV2x2ajAwMC9aNkRGUU5oQXpkKzVjYk4yNmxhVU9CUVlHc3Y0d096czdPRGc0MU9nZkFQejExMStDZTJyTHk4dkRqQmt6QkxWem9HdzFwTW1USnh2ODNLNnVyanBkRVlXRmhRZ01ETVRSbzBmMXZrY3pYZExIeDZkYWdTUXpNMU93cmYwRk1IbnlaSHovL2ZjWU5Xb1U2OHY5NjYrLzJHYzJOemVIajQ4UDY0TEp6YzNGL1BuekJmMlZHdW5wNlpnNmRhcmc1MldJOW1kczNicTFJT0JhV0Zpd3o2bjlqOVFNMVR6clVhOWV2ZGhLTzlPbVRjT0lFU09nVkNweDd0dzVKQ1FrQ0JiZTFlZnk1Y3Y0K09PUElaZkw0ZTN0RFM4dkwzVHAwZ1Z0MnJTQm82TWowdFBUTVdQR0ROYjAxa2hNVE1TVksxZmc3KytQaFFzWElqRXhFWFBuempVNGM2Vno1ODdZdm4wN0RoNDhpS0ZEaDdMclZTY25OU2NuQjNsNWVaQktwWkJLcFpESlpGQXFsVGg4K0xCZ2xwQ21WZ2FVMVo3bXpadW5rd2JWb1VNSHJGaXhvdEptcTYrdkw4YVBINDhkTzNhd2ZRcUZBZ3NYTG9SRUltRWoyOVZ4NnRRcC9QSEhIN0MydG9aTUprTmVYaDYrLy81N2Rsd2lrY0RlM2g1QTJXai83ZHUzY2UzYU5UeDkraFF5bVV5bmxscFNVb0xBd0VCMDZ0UUp3NGNQUjFSVWxPRC9sNW1aR1Z4Y1hOalA0T3JWcTNqMzNYY1JHaHFLb1VPSG9xaW9DSVdGaFlMRm9SOC9maXlZVHFwcFNXams1ZVVKWnJHUjJrSEJzeDUxN2RvVjBkSFJDQWdJUUk4ZVBiQjQ4V0tjUEhsU3B3OU5vMGVQSHVqVnF4ZTJiOTh1eU1kVUtCUTRlL1lzcThsS0pCTHMyN2NQZCs3Y0Vmd2gydHJhc212ZnZuMmI5YmtCWlVGQktwV3lsQjZlNThIelBGUXFsYURKcm5uK3pyQmh3M1RtU2xmazVNbVRnc1dMRFJrd1lBQjduWk9USTBpM0FjcHFVWkdSa1ZWZUtDVTRPQmpYcjEvSDZkT24yYjQrZmZyb3JJTlpWWnJjVFVQYXRtMExxVlFLbnVjUkZCU0VTNWN1Nlp4alkyTURYMTlmSEQ5K25IV2IzTGx6UjZlRklKVktzV3JWS25oNGVHRGl4SW1zaGx0U1VnSkhSMGZrNXViaWxWZGVFVXpEbE12bE9ITGtDTHV1UkNMUmVTNVZUazRPMXF4WkkrcnpFOE9vMlY2UE9uYnNpSkNRRUFRSEI4UGEyaHFKaVlsNkEyZXZYcjBRRXhPRGpSczNZdXpZc2RpL2Z6K0NnNFBaY21YbGpSNDlHdTd1N3VqZnZ6OExNdDdlM2poOCtEREdqQm1qTitkUmszcFRVbEtDa3BJU0tCUUtsSmFXR255Q282RkZoQTJwU2o5anAwNmRCUG1zUFh2MnhLZWZmc3BxbUIwNmRFQnNiS3pla1dWREpCSUpWcTllemZyOE9uWHFoTTgrKzB6dm9OU2FOV3VRbEpTRXBLUWtnN054dkx5OERPYU1jaHlIcVZPbnN0ZWFHcTZHWEM3SHVISGpjT2pRSVN4WnNnUUhEeDdFcUZHajBLVkxGK3pkdTFmUWQyMWxaWVhQUC84Y0F3WU1nS09qSTZLaW9saXRmTVNJRWVqWnN5ZnM3ZTExK3J0YnRteUpVYU5Hb1hmdjNnREtwbGlLR1V3azFVYzF6M29razhrd2R1eFlBR1VwTjJQSGptVURTUGIyOWhnNmRDamVmUE5OblQ4UUt5c3JCQVFFWU55NGNVaE9Uc2JSbzBlUm5KeU1vcUlpMk5yYXNqOWdDd3NMK1ByNklqczdHeHMyYklDRmhRWG16cDJMNGNPSDQ0Y2Zma0JhV2hvZVAzNk13c0pDcUZRcVZzdlVCRXpOZjdWck5oekhRU3FWVm1sdXZMYm16WnZEd2NGQjcxSjF6czdPR0RSb0VLWk9uYXFUbnVQcjY0dVFrQkNjUDM4ZTRlSGhvcDdjYVdGaGdmWHIxMlB4NHNWWXRHaVJ3VlFvUzB0TDF1ZHFiMit2ZC9VaVcxdGJORzNhRkZsWldaQktwVEEzTjRldHJTMWF0MjZOMGFOSEM1NEcwS1pORzR3Y09SS0ZoWVhvMTY4ZmV2WHFKYWd4TjI3Y0dLR2hvVkNwVkRBek04T21UWnN3Y2VKRU5HM2FGRXVXTEJIY3YxbXpadGk1Y3lkV3JWb2x5SW50M0xrelM5cDNkbmJHN05teklaZkxFUkVSZ1pDUUVMMlAzbkJ6YzhQZXZYdDE5bGYzL3lrUnFyMDF2SXpBMjl1YkJ5cGVjdTFaVmxCUWdNaklTTHo4OHN2bzFxMWJ0VlkxVWlxVlNFdExFenlHQVNoYnFkN0Z4YVhhNjRIV2hmejhmS2hVS25BY3gxS1M1SEo1bFJZLzVubStWcGVZZTFZOWVmSUVkbloyMWZxc211NlY4cjh2NVg5bXYvLytPNEN5UVNwOWF3ZFVkdnhacHZtZHYzRGhndEYrU1JyMGIyZERENTZFRUhHZWhlQkpmWjZFRUNJQ0JVOUNDQkdCZ2ljaGhJaEF3Wk1RUWtTZzRFa0lJU0pROENTRUVCRW9lQkpDaUFnVVBBa2hSQVFLbm9RUUlnSUZUMElJRVlHQ0p5R0VpRURCa3hCQ1JLRGdTUWdoSWp3WDYzblM4MWdJSWZXdFFkYzhlWjcvMWRobElJUVlUYXF4QzBCSWcrUHQ3YzFyMW5NbHhCZ2FkTTJURUVLTWhZSW5JWVNJUU1HVEVFSkVvT0JKQ0NFaVVQQWtoQkFSS0hnU1FvZ0lGRHdKSVVRRUNwNkVFQ0lDQlU5Q0NCR0JnaWNoaEloQXdaTVFRa1NnNEVrSUlTSlE4Q1NFRUJFb2VCSkNpQWdVUEFraFJBUUtub1FRSWdJRlQwSUlFWUdDSnlHRWlFREJreEJDUktEZ1NRZ2hJbER3SklRUUVTaDRFa0tJQ0JROENTRkVCQXFlaEJBaUFtZnNBaEJTRlY1ZVhnTUJETkZzY3h3M0J3QjRubCtqZGRxWjFOVFU3K3U3Yk1RMFNZMWRBRUtxU0trSm1OcTA5NmxVcXBIMVd5Uml5cWpaVGhxRTFOVFVVenpQNTFSd1NxNVNxZnloM2dwRVRCNEZUOUpRS0FIc3ErRDQ4ZlQwZEVWOUZZWVFDcDZrSVlrM2RJRG4rVy9yc3lDRVVQQWtEVVplWHQ1SkFMbmw5L004WC9ENDhlUDlSaWdTTVdFVVBFbURjZjM2OVJLZTU3OHJ2NS9qdUo5dTNicFZiSXd5RWRORndaTTBLRHpQNjZRaXFkVnFTazhpOVk2Q0oybFE3dCsvbndTZ1FHdFhVV2xwS1FWUFV1OG9lSklHSlNzcnF4Q0Fkdi9taWZUMDlIeGpsWWVZTGdxZXBNRlJxOVhhL1o0MFVFU01nb0luYVhDS2lvcCtCRkRNODd5aXRMUTB6dGpsSWFhSmdpZHBjREl5TXZKNG5qL01jVnh5V2xyYVkyT1hoNWdtbXR0T0dpU2U1K01BTkRGMk9ZanBhdENyS25sN2UvOEl3TmZZNVNDRUdFWHloUXNYK2hycjVnMjkyVTZCa3hEVDFjZVlOMzh1bXUwcEtTbkdMZ0locEI3NStQZ1l1d2dOdnVaSkNDRkdRY0dURUVKRW9PQkpDQ0VpVVBBa2hCQVJLSGdTUW9nSUZEd0pJVVFFQ3A2RUVDSUNCVTlDQ0JHQmdpY2hoSWhBd1pNUVFrU2c0RWtJSVNKUThDU0VFQkVvZUJKQ2lBZ1VQQWtoUkFRS25vUVFJZ0lGVDhJVUZoYmk4dVhMRlo1VFhGeU1qSXdNOWsraFVOUlQ2U3FXa1pHQmtwSVN2Y2ZVYWpXdVhyMXE4TDBYTDE1RWFXbHBYUldOUEtjb2VEWVEwZEhSOFBIeGdZK1BEMTU5OVZVVUZoWWFQSGZPbkRuczNLRkRoMVk1TUN4YnRnd0JBUUZZdVhJbDh2THk5SjV6N2RvMXZQZmVlK3hmVmxhV3FNOERBTm5aMlZpNWNpVTJiZHFFZmZ2MklTY25SM0M4b0tBQTU4NmRxL0FhSlNVbCtPS0xMekJ1M0RpRWg0ZnJITS9KeWNIMDZkTXhidHc0SEQ1OFdPZjRuVHQzTUdYS0ZQajUrV0gzN3Qwb0tpcXExbWZJeTh2RCtmUG5zVy9mUHF4Y3VSS25UcDJxMXZ1ckl6OC9IOE9IRDJmL05GOTB0Mjdkd21lZmZZYjhmSHA4ZlgxNkxsYVNmOTZscDZkank1WXRiSHY2OU9rd056ZUhTcVVTbkNlUlNIRDU4bVVrSlNXeGZSTW1USUJFSXRFNTE4ek1UTEM5YTljdUhEOStIQUR3M1hmZklTVWxCZnYyN2RNNXI3clVhalg4L1B4Z1kyT0RGMTk4RWRPbVRVT0hEaDBBbEQwQjRMdnYvbmtFKzZCQmc5anJwMCtmSWlnb0NILzg4UWNtVFpxRUR6LzhFQnluKzhpdFRaczJZZWZPblFDQWhJUUVkT2pRQWUrOTl4NDd2bVhMRnZ6dmYvOERBQ3hkdWhURnhjVVlOV29VTzc1Ky9Yb29sVXJjdjM4ZmE5ZXVoVVFpd2J2dnZsdmx6NWVSa1lHcFU2ZXk3YnQzNzZKMzc5NVZmbjkxU0NRUy9QMzMzMnk3cUtnSXUzYnR3dnIxNjZGV3EzSDc5bTFFUmtiVytQOFpxWnFHL2dBNEhuaStIOE5SVUZBQWYzOS8zTDU5dTlKekl5TWpFUlVWaFQvKytLUFNjN1YvWm9tSmlRZ0xDNE5hclFZQVNLVlNSRVZGd2NmSEI3Nit3c2RFcVZRcVFRMm5VYU5Ha0VpRURaaWVQWHZpMDA4L0JRQmN1blFKRXlkT1pNY1NFaExnN093TUFGaTVjaVVMbnMyYU5jT0JBd2ZZZWF0WHI4YmV2WHZaOW9BQkF4QWVIZzRMQ3d2QnZRb0tDakJtekJoV0E1WktwZmo2NjYvUnVYTm5BRUJwYVNtQ2c0TlpBSlZLcGZqbW0yL2c3dTZPYytmT1lmcjA2ZXhhZ3djUFp1V3VLcDduNGVmbngrNHZrOGx3L1BoeDJOallWT3M2VlZGYVdvb2VQWHF3N2Fpb0tMaTV1Y0hmMzUvVjJ0OTU1eDNNbXpldjF1LzlyTkU4aHVQQ2hRdEdpMkZVODN5R0tSUUt6SjQ5dTBxQkV3QjI3TmhScGNDcHJYemdCSURRMEZEMnkvbjA2ZE1LMzYrdmVhOGRYTFdic1c1dWJpeHdBa0JxYWlwNzdlbnBLYmpHckZtejhPREJBL3o0NDQ4QWdKOS8vaG1yVjYvR29rV0xCT2RaVzFzalBEd2NreWRQaGxxdGhsS3BSR2hvS1BiczJZTkdqUnBCSnBNaElpSUNBUUVCS0N3c1JFUkVCTnpkM2FGUUtMQnk1VXAybmZidDIyUHg0c1U2bjZXNno4b3BMUzFGdjM3OUtqMVB6QmUrVENZRHgzSGdlUjVBV2VCdTBxUUpQdi84YzB5Wk1nVXRXN2FzczFvdjBVWEI4eG0yZVBGaXdSL1pzbVhMNE9EZ2dJVUxGNktrcEFTUmtaRjQ4Y1VYQVFBM2I5NUVTRWdJTzNmNDhPRVlPSEFnd3NMQ2tKdWJDeDhmSDRTRmhRbWF2a1ZGUlZpeVpJa2djSTRmUHg0alJveW90Yy93ODg4L3M5ZTlldlZpcjU4OGVZSS8vL3lUYlh0NGVBamVKNVBKc0dyVktpeGV2QmhIamh4QjI3WnRNV1BHREwzMzhQVDB4Smd4WTdCbnp4NXdISWR1M2JxQjR6aU1IRG1TblpPWGx3ZU80N0IwNlZJQVpRTmY5KzdkWThjZlBuekltdXN1TGk3WXVIR2orQTlkVFYyN2RoWDhQNmlxd01CQXdmYjE2OWN4WThZTWVIcDZDcnA1U04yZzRQa002OWV2SDVLU2tsQmFXb3BSbzBaaDJMQmhpSXVMUTI1dUxvQ3labHRzYkN4eWMzUFJ2bjE3OU96WkU2ZFBuNGF6c3pOQ1FrS1FuNThQdVZ3T29LeW04OE1QUDJEYXRHbnMrcGFXbHVqV3JSdXJIYjcxMWx1WU9YT21vQXpsYTBocGFXa0lDQWhnMjk5Ly96MWF0bXhwOERQY3VIR0R2ZjdtbTIvd3pUZmY2RDF2NWNxVmdwcGdlZGV1WFJOMElYenl5U2NZT25RbzJ3NE1ETVNOR3pjd2NlSkVkTzNhRlFEMDF0Z2ZQWHFrOS9xUEhqMWl4OHIzRDJ1WW1abUo3azlVcVZRR3Iwc2FKZ3FlejdBaFE0YkEwZEVSdTNidHd0eTVjd0VBbzBlUFJrcEtDcEtTa3RDOWUzY1VGeGRqNE1DQjdEM3Z2LzgrZXZmdURSc2JHOWpZMkdEdDJyV1lQSGt5M056Y0JQMWxHa09IRHNXcFU2Zmc1K2VIME5CUXhNZkhvMnZYcm1qZXZIbTlmYzdhWUdGaGdhaW9xRHE5eDRJRkMwVFh5ci83N3JzS3Z4dzBtalZyWmpCQUs1VktaR1ptc20wM056ZTk1N200dUlncUk2a2VDcDdQdUc3ZHV1SFNwVXZZdG0wYjIrZmk0b0wrL2Z0RElwR3drV2FOL1B4OG5EOS9IdWZQbjJmNyt2YnRpelp0MmlBbEpRVTNiOTRVTkdmNzl1MExQejgvTEZxMENHbHBhVmk1Y2lWc2JHeXdhdFVxaElhRzZwU25mTzBwSUNCQVo4QUlBRnEwYUlGdDI3YnAvVU5XcVZTNGYvOCsyN2F6czRPVmxWWGxQd3d0VlRsZlg3K2lkaE41MGFKRmxRYkRWMTk5bGIxdTFxeFp0Y3FvclhuejVvSnJHUklURXlQb0Y5YVduWjJOWWNPR3NlMXQyN2JCMXRZV1FGbTNSS05HalVTWGoxUWZCYzhHSURvNld1OStUV3FSdHJpNE9MM25hZ1plV3JkdUxRaWUxdGJXV0xKa0NmTHk4dGpBVVc1dUxvS0NncXJVRDJjb0gxVFR0YUF2dC9MUW9VT3M3eEVBWW1OajBicDE2MHJ2VlY1Q1FvTE9BQkpROFdDTTltZXFTaE5jdTdaWTNjR2o4aXd0TFpHY25DejYvZVdEWTJGaElXeHRiWkdUa3dNL1B6OTRlSGl3dm02cGxQNjA2eHI5aEFsNG5zZWlSWXNFVFVJL1B6L3MzNysvVHU2MVo4OGV0dDJsU3hkUmdWTU1wVklwMkg0V0E4eVVLVk1NQnZYbzZHaVltWm14MnYvVHAwL1JwRWtUYk51MkRVVkZSVGgzN2h4dTNyeXBrMTVHNnNhejk5dERkRlJVazFJb0ZPalpzeWZiM3JObkQ5cTNiMSt0NjBkSFIrUGt5Wk5zMjlQVEV4OS8vTEhlV2wxNTJqT0FYbnJwSlppYm0xZDQvb2tUSndSVEpkUFMwcXBjbzVQTDVUaHo1a3lsNTVYL21SZ1NGaGFHc0xBd3ZjZFdyRmlCMTE1N1RiRFAwdEt5U3VVMHBDcnYxMDZDTDgvTXpBeU5HemZHdzRjUEFaUmxMTnk3ZDA4dzBXRHMyTEdReVdRMUtpZXBHZ3FlejdCOSsvWVpiQlpybE8rRDNMOS9QeHdkSFN1OTlodHZ2QUZuWjJmczM3OGZYMy85dGVEWTZ0V3IyU2g5WmJTVHpQZnYzMS9oUUpOS3BjS0dEUnVxZE4ycWVPV1ZWOUM5ZTNkY3ZueFprS1pWVjJyUzVLNE41dWJtY0haMlpzSHovdjM3K082Nzc5aWMvc2FOR3d1NlpFamRvdUQ1RE51NWN5ZXlzN09yOVI1RGZaN2wvZnZmLzBacWFxcmVHVFdhdnJYaHc0ZFg2OTRmZnZnaGF3cTNhZE1HYTlhc0VSemZ1WE9uM3ZRaFE2UEdnRERkcUh5TlNpNlh3OUhSRVhaMmRvTDlITWZwdldaK2ZyNGdWYW1pa2UyNm1DR2tEOC96Z243WS8vNzN2K3pMTHpNekUzNStmdXlZdWJrNVhGMWRrWjZlRHFBc1RTd3RMWTBkbnpScFVyVUgzb2g0RkR4TjJLVkxseW9jRktxb0NhblAzYnQzMmV2eWd4czNiOTVFVEV5TTN2Y1pTc3pmc1dNSDFxOWZ6N2JmZi8vOUtwVkRKcE1oUGo1ZVovK2NPWE1FOC83NzlPbURnSUFBT0RrNUdieFdUUWVKREVsS1NrS2pSbzEwVnFYUy9vTFFYdEJGSXBGQUxwZWpSWXNXYko5MjRIUjFkY1ZiYjcxVkoyVWwrbEh3ZklicEc2bXVpaWRQbmdoeVArUGk0dlFPeWp4OStoVDc5dTJEVENhcjB5WFpTa3BLRUJvYUtsZ3lybjM3OXNqSXlBQUFSRVJFb0czYnR1alVxUk03ZnZqd1lVRVQzOVBURS83Ky9xTExjUFRvVVVIZ0JJQzllL2NpUGo0ZXc0WU53NFFKRTJxVWlpUlcrZW12MXRiVzdMWDJORmROZjJuYnRtMzFYdWVqano2cWNsY0xxUjBVUEo5eHRWSHpHVDE2dEdCNzBxUkptRDU5T3J5OHZDQ1h5N0Z5NVVyTW1UTkg1MzBwS1NuZ2VSNWZmZlVWWW1Oak1XUEdERXlZTU1GZytmVDFlZkk4ajJYTGx1SGF0V3RzMzVBaFE3Qmd3UUs4OTk1N3VIUG5Ea3BLU2hBVUZJVG82R2o4NjEvL3dyWnQyL0RsbDEreU9keE9UazZJaUlnUVBidm4wS0ZEQmhmOFVDZ1VpSStQeDRFREJ6QnMyREI4OE1FSGd0eFVmWU04S3BWS1VHTzBzTEJnYzg2TGk0dlpmcmxjYnJETW1tbXkybE5FcmEydEJlZHIxL3p0N2UwQmxHVW5sTmUvZjMrOC9QTExXTFpzR1VhT0hLbjNIRkw3S0hpYU1GdGJXMnpldkZsUTR5dnY0TUdEaUkyTkJWQzJhcE96c3pNR0R4NWM1WHRFUmtZaU1UR1JiVHM3TzJQZXZIbXdzckpDUkVRRUprK2VqSUtDQXVUbTVtTHk1TW53OFBBUWpPRGIyZGtoS2lvS0w3endRclUvWDJabUppSWpJM0hzMkRIQi92RHdjQlFWRldIanhvMTQ4dVFKZ0xLQWVPREFBU1FrSkNBb0tBamp4bzBEb0grUTZQdnZ2OGVLRlNzQWxBWEI0OGVQdzlMU0VvOGVQUklrd3E5Y3VSTDkrL2RuMi9uNStUcDlxVGR2M2hUOGJKS1RrOEZ4SEVwTFM3RjU4MmJCTWFDc1dTK1h5MW53dHJPenc4S0ZDd0dVNWYwZVBIZ1EzYnQzeDZwVnExZ0NQYWtiRkR5ZmNkcnp5SzljdVlLelo4K3k3YUZEaDdLRlFiUVZGeGNMbG5NYk1XSUVxN2tBZ0xlM04zdGRVZUFFZ05kZmZ4MkhEaDFDYW1vcXEwVzJidDNhWVBOUlcweE1ETFp2Mzg2Mk5Tc2NhZjZvMjdWcmh3MGJOaUF3TUJERnhjVXNWMUhEMmRrWmtaR1JjSGQzci9BKzVmdHQxV28xc3JPek1XYk1HSjFGbzJmT25Ja2hRNFlBS0ZzL2ROT21UWWlMaXhOY28xdTNiZ2J2VlZoWWlOMjdkN1B0ZHUzYVZUbUZLVFkyRmovLy9ETUdEQmlBTjk5OEV5MWJ0aFNzM04raVJRc2tKeWZqMjIrLzFYbHZ4NDRkb1ZBbzhORkhId2xxdlQ0K1BuQndjRUJPVGc3N3JPZk9uZE83OWltcFhSUThuM0hCd2NIc2RVRkJBZDU2NnkwOGVQQUFRRm1UYjlteVpUclRJeDgrZkNnSW51Kzk5NTdvUkhTcFZJcFZxMVpoOU9qUmVQcjBLZDUrKzIxMkxVMnoyaER0UUE4QTgrZlBaK3RzQW1XemtOTFMwbUJsWlNWbzdtbzRPVG5oNXMyYmNIVjExVm5IVXlNek01UFZBalhDd3NLd2RPbFNyRjI3RnJObnowWlJVUkVzTFMwUkZoWW1xRFUzYXRRSWMrZk94WkFoUTdCOCtYTGN1SEVEZ1lHQmFOZXVuZDU3L2Zubm53Z0xDeE5rQUZTbkZuNy8vbjFrWm1aaTE2NWRhTnUyTFZxMmJJblRwMCt6NDIzYnR0WDdaV2hyYTR2Um8wY2pORFFVRnk5ZUZCdzdjZUlFYnQ2OEtSaXNlL0hGRjJtcVpqMmc0Tm1BV0Z0YlkrN2N1V3l4VzgxcTd3TUdERUJKU1FuTXpjMGhrVWh3OE9EQldyM3ZDeSs4Z0xDd01PVGs1R0RreUpFc1dQLzIyMitDODhyMzcvWHExWXY5c1UrYk5nMGpSb3lBVXFuRXVYUG5rSkNRZ0o5KytxbkNaeUJkdm53WkgzLzhNZVJ5T2J5OXZlSGw1WVV1WGJxZ1RaczJjSFIwUkhwNk9tYk1tTUdhM2hxSmlZbTRjdVVLL1AzOXNYRGhRaVFtSm1MdTNMbHdkWFhWZTUvT25UdGorL2J0T0hqd0lJWU9IY3F1WjI5dkQ1N244ZHR2dnlFK1BoNkppWW1Ddk5ybXpac0wrcFBMMS9ZeU1qTHc4c3N2UXlLUjROcTFhNElFLzdadDJ5SWxKVVdRaXVibDVRV3BWTXArdmpZMk5talhyaDFtelpxRmRldldDUWE4Tkgyc0twVUtNMmJNRU5SK3FjK3pmbER3YkdBR0RoeUluajE3NHN5Wk14ZzhlREJlZi8xMTdONjlXOUEvVnA1MmsxMHNYMTlmUEh6NEVOMjZkWU5NSm9ORUloSFVGaVVTQ1J3Y0hBVHY2ZHExSzZLam94RVFFSUFlUFhwZzhlTEZPSG55Skp2M1hsNlBIajNRcTFjdmJOKytYWkNQcVZBb2NQYnNXVmFUbFVnazJMZHZIKzdjdVNNSW5MYTJ0dXphdDIvZkZqelQ2TlNwVTVCS3BTekE4VHpQZ285Mmt6MGlJZ0lBTUd6WU1FeWZQaDBUSmt4Z05YMXRUWm8wd2ZyMTZ3VTFZbXRyYTBna0VpaStxak1BQUJIRlNVUkJWSGE5bUpnWXZlbFpscGFXYU5PbWpXQjlVbXRyYTNoN2UwTW1rN0ZWN3pVQ0F3TUZ0WGhYVjFjc1hMZ1FNMmZPUkdscHFjNXpwUFN0bmtWcUh6MEFyZ0dhTjI4ZVZxOWVqVTgvL1JTMnRyWVY5bHU2dWJucEJEV3hYbmpoQmJSbzBRSUtoVUtubWQyM2IxK2RwblhIamgwUkVoS0M0T0JnV0Z0Ykl6RXhVVy9nN05XckYySmlZckJ4NDBhTUhUc1crL2Z2UjNCd3NONG1MRkNXUGVEdTdvNysvZnV6cEhCdmIyOGNQbndZWThhTTBkdmZwMWFyb1ZBb1VGSlNncEtTRWlnVUNwU1dsaHJNYyszYnR5K2NuWjExTWhXQXNwbE51M2Z2MWtuRU56YzNyMUxnR2pGaUJNek16REJwMGlUMkdWOTk5VldEMHlvblRweklQcWV6c3pPaW82UFJ2WHQzZlBUUlJ6cm4ydHJhVm1uMUpsSnpEYnBYMlJTZVlWUVZkKy9leGV1dnZ5N1lKNWZMMGFGREI0U0dobFpwY0VjNzVlak1tVE1HY3dhWEwxK09vMGVQUWlxVnd0emNISTBiTjRhWGx4Y0NBd01ySGQzZHNHRURHMEN5dDdmSDBLRkQ4ZWFiYnhvY0VGSXFsVWhPVHNiUm8wZVJuSnlNb3FJaTJOcmE0c0NCQSt4ZVM1WXNRWFoyTmpaczJNQ0M5OVdyVi9IRER6OGdMUzBOang4L1JtRmhJVnVNV0sxV3M0Q3ArYTkyM3kzSGNaQktwVWhJU0lDMXRUWFVhaldtVFp1RzgrZlB3OGZIQjFPblRxMHdmZXpKa3lkWXQyNGR6cDA3aDRLQ0FuWnRtVXlHcGsyYll2RGd3Umc3ZGl4cm1qOTY5QWdmZmZRUmxpNWRXdUZNcTNQbnptSDkrdlZZdDI2ZFlNbTZwS1FreE1URTRNYU5HMmpWcWhYbXo1K1BsMTU2cWNML0Q4K0RaK0VaUmhROG54TkZSVVhnT0E0U2lVVFFiMVpWMm5QbzYycXdvYUNnQUpHUmtYajU1WmZSclZ1M2FxMXFwRlFxa1phV0JyVmFMUWhlTjI3Y2dJdUxTNTFPUzd4Ly96NGVQMzVjN1FWWHFvcm4rU3FOanF2VjZtci9mMzFlVWZDc0lRcWVoSmltWnlGNDB0Y1lJWVNJUU1HVEVFSkVvT0JKQ0NFaVVQQWtoQkFSS0hnU1FvZ0lGRHdKSVVRRUNwNkVFQ0lDQlU5Q0NCR0JnaWNoaEloQXdaTVFRa1NnNEVrSUlTSlE4Q1NFRUJFb2VCSkNpQWpQeFVyeXRmRjRYa0lJcVk0R1hmUGtlZjVYWTVlQkVHSTBxY1l1QUNFTmpyZTNONjlaejVVUVkyalFOVTlDQ0RFV0NwNkVFQ0lDQlU5Q0NCR0JnaWNoaEloQXdaTVFRa1NnNEVrSUlTSlE4Q1NFRUJFb2VCSkNpQWdVUEFraFJBUUtub1FRSWdJRlQwSUlFWUdDSnlHRWlFREJreEJDUktEZ1NRZ2hJbER3SklRUUVTaDRFa0tJQ0JROENTRkVCTTdZQlNDa0tyeTh2QVlDR0tMWjVqaHVEZ0R3UEw5RzY3UXpxYW1wMzlkMzJZaHBlaTRlQUVkTWdsSVRNTFZwNzFPcFZDUHJ0MGpFbEZHem5UUUlxYW1wcDNpZXo2bmdsRnlsVXZsRHZSV0ltRHdLbnFTaFVBTFlWOEh4NCtucDZZcjZLZ3doRkR4SlF4SnY2QURQODkvV1owRUlvZUJKR295OHZMeVRBSExMNytkNXZ1RHg0OGY3alZBa1lzSW9lSklHNC9yMTZ5VTh6MzlYZmovSGNUL2R1bldyMkJobElxYUxnaWRwVUhpZTEwbEZVcXZWbEo1RTZoMEZUOUtnM0w5L1B3bEFnZGF1b3RMU1VncWVwTjVSOENRTlNsWldWaUVBN2Y3TkUrbnA2Zm5HS2c4eFhSUThTWU9qVnF1MSt6MXBvSWdZQlFWUDB1QVVGUlg5Q0tDWTUzbEZhV2xwbkxITFEwd1RCVS9TNEdSa1pPVHhQSCtZNDdqa3RMUzB4OFl1RHpGTk5MZWRORWc4ejhjQmFHTHNjaERUUmFzcWtRcjUrUGhZOFR3L21PZjVmaHpIOVFiZ0NzQVJnTXpJUlh0V0tQOS96bjBXeDNHbkFad29LQ2c0a3BHUmtXZnNncEc2UmNHVDZOV2xTNWZHTXBuc0l3QkJBR3lOWFo2R2hPZjVBcDduWTlScTlhcExseTdkTjNaNVNOMmc0RWwwK1BqNHZLMVdxNy9pT0s0eHgzRjQ2YVdYMEx0M2IzaDdlOFBWMVJYMjl2YVFTcW5IQndDVVNpV2VQbjJLN094c1hMaHdBYWRQbjhiNTgrZkI4enhRTnBWMDVvVUxGN1ladDVTa0xsRHdKTnJNdkwyOTF3Q1lDUUQ5K3ZYRHpKa3o0ZWJtWnVSaU5TeFpXVm5Zc0dFRGpoMDdwdG0xNWNLRkMxTlJ0aklVZVU1UThDUWFVbTl2NzFnQUFZMGFOY0tpUllzd2NPQkFZNWVwUVR0NzlpekN3c0x3K1BGakFOalBjZHpvbEpTVVVtT1hpOVFPTTJNWGdEd2J2THk4SWppT20rN2s1SVRObXpmRDI5dmIyRVZxOEpvMWE0WkJnd2JoeElrVHlNdkwreGVBWnRuWjJRZU1YUzVTTzZqbVNmRFNTeSs5SjVGSWR0dmIyMlBidG0xbzNyeTVzWXYwWExsMzd4NG1USmlBQnc4ZUFFRHdoUXNYdmpSMm1Vak5VZkEwY1Y1ZVhrMDVqdnZEek16TU5qSXlFdDI3ZHpkMmtaNUxseTlmeHFSSmsxQmFXbHFnVkNvOTB0TFMvalIybVVqTjBBd2pFOGR4M0JjQWJNZU1HVU9Cc3c1MTd0d1pIMzc0SVRpT3M1WktwVEhHTGcrcE9hcDVtakFQRDQvdVVxbjBySXVMQytMajR5R1h5NDFkcE9kYWFXa3B4b3daZzF1M2JrR2xVcjEyOGVMRi94cTdURVE4cW5tYU1ETXpzMlVBOE1FSEgxRGdyQWN5bVF3elpzd0E4TS9QbmpSY0ZEeE5sS2VuWnllTzQxNXpkWFdGbjUrZnNZdGpNbDUrK1dXNHU3c0RRQThmSHgvcUoybkFLSGlhS0RNenM4a0FNR0xFQ0hBYzlkN1VGNDdqNE8vdkR3QlFxOVd6akZ3Y1VnTVVQRTFRcDA2ZDVEelBqNWRLcFJnNWNxU3hpMk55ZkgxOUlaUEp3SEhja0pZdFcxb1l1enhFSEFxZUprZ3VsNy9NY1p5RGw1Y1g3TzN0NisyK1Q1NDhxZEo1eGNYRnVIUG5EdnRYVXdxRmd2MVRxOVUxdmw1TjJkallvRisvZmdCZzUrRGdNTnpZNVNIaTBPb09Kb2puK1VFY3g2RjM3OTcxZVU4RUJBVEF3c0lDSTBhTXdOQ2hRMkZycTMreHBnc1hMaUE0T0podHA2U2tpTDZ2UXFGQXo1NDkyWFpVVk5RemtaSTFZTUFBSEQ5K0hEelB2dzVnbjdITFE2cVBhcDRtaU9PNE40Q3l3WXY2Y3VyVUtkeTVjd2ZYcmwzRDZ0V3JrWkdSVVcvM2ZoWjVlbnBxWHZZMVpqbUllRlR6TkRHZE9uVnk0RGl1ZzRPRFE3MnVsclI3OTI3MnVrK2ZQdWphdFd1TnJ4a1VGSVF6Wjg1VTZ6M1RwMCt2MG5rMXFlMVdoWXVMQzV5ZG5YSHYzcjJXSGg0ZUw5SzZudzBQQlU4VEk1UEpQQUNnVFpzMjlYYlB0TFEwL1BycnJ3QUFpVVNDV2JQK0dXVDI4ZkdwOVAzNnp2SDA5SVNWbFZYdEZkSUlQRHc4Y096WU1VaWwwajRBNG8xZEhsSTkxR3czTVJ6SC9Rc0FXclZxVlcvM2pJbjVaemJpcUZHajBLcFZLNVNXMHNwc0hUcDAwTHlzL0J1RVBIT281bWxpTk1HenZwcnNwMCtmeHVuVHB3RUFqbzZPQ0F3TVJHRmhJVWFQSGcxdmIyOVlXMXZqaFJkZUVMeW51TGdZOSs3ZFk5djZ5dXJpNG9JNWMrYWd1TGk0d3Z1WGxwWUswckhDdzhPMSt4dU55dFhWRlFEQTgzeHJJeGVGaUVEQjA4VHdQTitPNHppMGFOR2l6dTlWVkZTRWlJZ0l0aDBTRWdJYkd4dXNXYk1HMmRuWitPR0hIMkJyYTRzZE8zYkF4c2FHblhmNjlHbkJhSHQ4dlBnV3JVS2hFR3c3T0RpZ2FkT21vcTlYbTV5ZG5UVXY2LzUvQnFsMUZEeE5qd3NBbmRwZVhkaTNieC9MMDVSSUpOaTdkeSsyYk5tQ216ZHZzblBtekprakNKeGlWS1hmVktPeUFhUDkrL2ZYMjNxbWRuWjJtcGVPOVhKRFVxc29lSm9ZanVPYUFFRGp4bzNyL0Y0ZE8zWmtyOVZxTmRMUzBnVEgrL2J0Q3hjWEY1MVpUdVdiNHZwbVFlM2F0YXZCRHhocDhsdzVqcVBnMlFCUjhEUTkxZ0RxSmZEOCs5Ly9ocjI5UFFvTEM5RzRjV004ZmZxVUJVWjdlM3NzV3JRSXYvLytPMjdmdmwzaGRmUWRWNmxVZXM5MWRYWFZlYktuOXZ1ZG5aMWhZV0ZoOEhoOTBpcUhwVkVLUUdxRWdxZnBzUVJRTDB2UVNTUVNIRHAwQ0ZaV1ZyaCsvVHJHalJ2SGppMVlzQUNPanJWZjRWcTNiaDFhdC81bi9LWDhES01sUzVZSVpoZ1ZGaGFpYjEvajVLbkxaRExOUzFvUHNBR2k0R21pNm1zbEpTc3JLeWdVQ2l4YXRJaWxKdzBmUHB3OW1iTnYzNzUxbnBEZUFOQ3lWZzBRQlU4VHcvTjhNY2R4TmlVbEpmWFdaN2g2OVdwY3ZYb1ZRRm5hMGR5NWN6VmxxZlVnUG52MmJKMW11N1pseTVicE5OdU5SU3ZYdGNTWTVTRGlVUEEwUFFVQWJJcUtpdW9sZU83WnMwZVFhbVJwYVlucDA2ZmozcjE3Y0hCd1FGUlVGRnZmc2pvT0hORC9CTi9Nek13SzM2ZWRQMnBzSlNWbE1aUG4rWXFUVmNremlZS25pZUU0N2g0QTU4ZVBIOWRKbjZPMlI0OGVZZTNhdFlKOVY2NWNZYStiTjI4T3RWcU52Ly8rdTA3TDhhekt6YzNWdkh4a3pISVFjU2g0bXA1c0FCNFBIejZzOC9udGpvNk9hTmV1bmQ0VmxDUVNpWGFTZUkyVTd6TXRMaTdHdkhuemNPclVLWVB2YWRxMEtiNzg4c3Q2WFJ5bHZLZFBud0lBT0k2ajROa0FVZkEwTVR6UFgrVTQ3clU3ZCs2Z1I0OGVkWDYvTjk1NEExWldWbWpmdmozYzNkM1JyRmt6Tkd2V0RNN096cEJLcFRvTEpDY2xKYUZSbzBZNjE3bHo1dzVHakJoUjZmMGVQSGlBZWZQbTRkS2xTd0RLZ3JUMkFzak5temZIblR0M2tKV1ZoWWtUSnlJaUlnTC8vdmUvYS9ncHhkSHFRcWo1aXMrazN0SENJQ2FHNS9rckFIRHIxcTE2dWQrNzc3Nkx6WnMzWSs3Y3VYanJyYmZRdlh0M1dGcGFJajA5SFFjUEhrUk9UazZ0M1NzcEtRbnZ2UE9PSUhBdVdiSkVjTTVISDMzRVppUTlmZm9VMDZaTlEyUmtwTTQwenZxUWxaVUZBT0I1L2thOTM1elVHTlU4VFF6SGNSbEEvUVRQckt3cy9QcnJyL2o3NzcveDk5OS9Jek16RTMvOTlSZnk4L1BaT1Z1MmJLbnhmVzdmdm8yMWE5Y2lPVG1aN1pQSlpGaTZkQ2w4ZlgwRkFWUW1rMkh0MnJXWU1XTUdMbDY4Q0xWYWpXM2J0dUhZc1dNSURnN0dvRUdEYWx5ZXF0TDAvNnJWNnRSNnV5bXBOUlE4VFl4RUlybkk4enl1WDc5ZTUvZEtUMC9ISjU5OFV1RTU1ZE9HK3ZmdlgrWHJYNzU4R2J0Mzc4YVBQLzRvbUhIazZPaUl6ei8vSEI0ZUhucHJsRFkyTnRpMGFSTVdMbHlJbjM3NkNVRFpLUDM4K2ZNUkd4dUxkOTU1QjhPR0RZTzV1WG1WeXlMR3hZc1hBUUFTaVNTNWtsUEpNNGlhN1NZbUpTWGxJYy96MXg0K2ZGam5vOXdWclJrcWtValF0R25UR3VWY3hzZkg0Ny8vL2E4Z2NQcjYrbUx2M3IzdzhQQ284TDF5dVJ3UkVSRUlEZzRXNUlYZXVIRUR1M2Z2cnZNSHhkMi9meC9aMmRrQWNDYzFOVFdyVG05RzZnVFZQRTNUSVFBaEowK2V4THZ2dmx0bk4yblJvZ1ZzYlczUnZIbHp0R3JWQ3ExYXRVTExsaTNSdkhsek5HL2VISEs1WEdmQXlOWFZWVy9pdkZLcHhOMjdkd1g3UWtKQ2NQTGtTZVRrNUtCcDA2YVlPWE1tWG5ubGxTcVhqK000QkFRRW9GdTNiZ2dQRDBkR1JnYk16TXl3WXNVS1dGclc3WFJ6VGEyVDUzbXFkVFpRRkR4TkVNZHh4d0NFbkRwMXFrNkRwMXd1eDg4Ly8xeXQ5K3pldmJ2S28rMDJOamI0K09PUDhlREJBNHdhTlVwN3JuaTFkT3pZRWJ0MjdjS0JBd2RRVUZDQWYvM3JYNkt1VXgwblRwd0FBSEFjbDFEbk55TjFndWJVbXFDV0xWdGFPRGc0M0pQSlpMYkhqaDNURzZ6cWkwcWx3dSsvLzg2Mk8zWHFCSWxFdHpkSm9WQUk4a1c3ZE9sU3BldnpQQzlZTmFsSmt5WkduNTVaV0ZpSVYxNTVCY1hGeFFVU2llVEZsSlNVUXFNV2lCQlNkZDdlM2h1OXZiMzVuVHQzOHFSK0pTUWs4TjdlM3J5WGw5ZDN4djQ5SU9MUmdKR0pVcWxVbTRHeVFSZWU1NDFkSEpQQjh6eDI3ZHFsMll3MFpsbEl6VkR3TkZFWEwxNU01WG4reE8zYnQ1R1ltR2pzNHBpTXMyZlBhdkk3TDZTbXBwNHdkbm1JZUJROFRkdGlBUGpxcTYvb1VjRDFRS2xVSWpLeXJMS3BWcXVYRzdrNHBJYk1qRjBBWWp4Mzc5Njk3ZUxpMHZYcDA2ZnRlSjVIMTY1ZGpWMms1OXErZmZ0dzZOQWg4RHgvNnJmZmZ2dlkyT1VoTlVNMVR4T25WQ3FEQVJSczM3NWQ1d0Z0cFBaY3YzNGRHelpzQUlBaXRWbzkxZGpsSVRWSHdkUEVYYnAwNmFaYXJaNmxWQ294ZCs3Y1oycXg0T2RGVGs0T1FrSkNvRkFvb0ZhclA3bDQ4V0s2c2N0RWFvNmE3UVIzNzk2OTRPTGk0bHBZV09pVGxKU0UvdjM3R3pYMzgzbnk4T0ZEVEpzMlRaTnIrbTFxYXVwTVk1ZUoxQTZxZVJJQUFNZHhnUUQyWjJabXd0L2ZILy83My8rTVhhUUdMeTB0RGY3Ky9yaHg0d1lBL0ppYm0xdjk1NDJRWnhiTk1DTGFwTjdlM2xzQStBT0FuNThmcGt5WkFoY1hGeU1YcTJGNStQQWh2djc2YTN6NzdiZWFITnIvY0J6M1RrcEtDcVUwUEVjb2VCSWQzdDdlVXdGRUFMRGxPQTU5Ky9iRndJRUQwYjU5ZXpnNU9jSEd4cWJDSjFTYUVwVktoZno4ZkR4OCtCQVpHUms0Y2VJRWZ2cnBKODJxVEFVOHp5OUpUVTFkWSt4eWt0cEh3WlBvNWVIaDhhS1ptZGtLQUdNNGpyTTJkbmthbUNJQThVcWxjdjZsUzVkTTgrbDJKb0NDSjZsUSsvYnRHMWxaV1kzak9LNC9BQThBVGdEc1FDdHlhYWg0bm4rS3NpZGdYdUo1L3FSS3BkcVJscGIyMk5nRkk0UVFRZ2doaEJCQ0NDR0VFRUlJSVlRUVFnZ2hoQkJDQ0NHRUVFSUlJWVFRUWdnaGhCQkNDQ0dFRUVJSUlZUVFRZ2doaEJCQ0NDR0VFRUxJLzdVSGh3UUFBQUFBZ3Y2L2RvWUZBQUFBQUFBQUFBQUFBQUFBQUFBQUFBQm1BVUF5ZWdXRlBQd3VBQUFBQUVsRlRrU3VRbUNDIiwKCSJUaGVtZSIgOiAiIiwKCSJUeXBlIiA6ICJmbG93IiwKCSJWZXJzaW9uIiA6ICIiCn0K"/>
    </extobj>
    <extobj name="ECB019B1-382A-4266-B25C-5B523AA43C14-4">
      <extobjdata type="ECB019B1-382A-4266-B25C-5B523AA43C14" data="ewoJIkZpbGVJZCIgOiAiMjQxODY0NjM4OTc2IiwKCSJHcm91cElkIiA6ICI1MTE0NDg5MzIiLAoJIkltYWdlIiA6ICJpVkJPUncwS0dnb0FBQUFOU1VoRVVnQUFBVThBQUFML0NBWUFBQURtNzBVYUFBQUFDWEJJV1hNQUFBc1RBQUFMRXdFQW1wd1lBQUFnQUVsRVFWUjRuT3pkZVZ3VTVlTUg4TTl3Q1lnZ0tDS0ttWGxmR1BqTE0vUE9Jdy9FNDJzZWtkblhJNitzdlBKTXMweFR2K29YTXpYUHBOUTByMUF6cnp5cGdCQXBVY2tiUExuUFpYZm45d2V2bmUrT3U4QXlITXV5bi9mcnhhdWRtV2RubmlYNTdEUFBQUE1NUUVSRVJFUkVSRVJFUkVSRVJFUkVSRVJFUkVSRVJFUkVSRVJFUkVSRVJFUkVSRVJFUkVSRVJFUkVSRVJFUkVSRVJFUkVSRVJFUkVSRVJFUkVSRVJFUkVSRVJFUkVSRVJFUkVSRVJFUkVSRVJFUkVSRVJFUkVSRVJFUkVSRVJFUkVSRVJFUkVSRVJFUkVSRVJFUkVSRVJFUkVSRVJFUkVSRVJFUlVZZ1J6VjRES3Q5YXRXenVMb3RoYkZNWE9naUIwQkZBYlFEVUE5bWF1V25taEZrVXhFVUM4SUFnWEFaek55TWc0R2hzYm0yYnVpbEhwWW5pU1VTMWJ0blMzdDdmL0NNQmtBSzdtcm84bEVVVXhReFRGalZxdGR0bVZLMWNlbTdzK1ZEb1lubVNnZGV2V1E3VmE3ZGVDSUxnTGdvQ1hYMzRaSFR0MmhMKy9QMnJYcm8ycVZhdkN6czdPM05Vc0Y5UnFOVkpTVXBDUWtJQ0lpQWhjdkhnUmYvenhCMFJSQklCVUFOTWlJaUsybWJlV1ZCb1lucVRQMXQvZmZ5V0FhUURRdVhOblRKczJEWFhyMWpWenRTeExmSHc4MXE1ZGl4TW5UdWhXYlltSWlCZ1BRRzNHYWxFSlkzaVNqcDIvdi84bUFHOVhxVklGOCtmUFIvZnUzYzFkSjR0MitmSmx6SnMzRDBsSlNRQndRQkNFWWVIaDRibm1yaGVWREZ0elY0REtCejgvditXQ0lMem42ZW1KelpzM3c5L2YzOXhWc25nK1BqN28yYk1uenA0OWk3UzB0Q1lBZkJJU0VnNmF1MTVVTXRqeUpMejg4c3NqYkd4c2RsV3RXaFhidG0xRG5UcDF6RjJsQ3VYUm8wY0lDZ3JDa3lkUEFHQktSRVRFZjgxZEp5bytocWVWOC9QenF5VUl3dCsydHJhdTY5YXRROXUyYmMxZHBRcnA2dFdyR0R0MkxISnpjelBVYXJWdmRIVDBQK2F1RXhXUGpia3JRT1lsQ01KL0FMZ09IejZjd1ZtS1dyUm9nUWtUSmtBUWhNcDJkbllielYwZktqNjJQSzJZcjY5dld6czd1OHZlM3Q3WXYzOC9IQndjekYybENpMDNOeGZEaHcvSDdkdTNvZEZvZWtWRlJmMXM3anFSY214NVdqRmJXOXRQQU9EZi8vNDNnN01NMk52YlkrclVxUUQrOTdzbnk4WHd0Rkt0V3JWcUxnaENyOXExYTJQQWdBSG1ybzdWZU8yMTEvRFNTeThCUUx2V3JWdXpuOFNDTVR5dGxLMnQ3YnNBRUJBUUFFRmc3MDFaRVFRQm8wZVBCZ0JvdGRyM3pWd2RLZ2FHcHhWcTNyeTVneWlLYjluWjJTRXdNTkRjMWJFNjNicDFnNzI5UFFSQjZQUGlpeTg2bXJzK3BBekQwd281T0RpOEpnaUNoNStmSDZwV3JXcnU2cFNJOFBCd25EaHhBbEZSVVVoT1RpNnc3SjkvL29rclY2NUFxOVdXVWUza1hGeGMwTGx6WndCdzgvRHdHR2lXU2xDeE1UeXRrQ2lLUFFHZ1k4ZU81cTVLaVFrSkNjSHMyYlB4emp2djRNaVJJL21XVTZ2Vm1EZHZIc2FNR1lOZXZYb2hKQ1NrREd2NVAxMjdkZ1VBaUtMNGhsa3FRTVhHcVhHc2tDQUkvWUc4aXhkbG9YUG56a2hQVHkvUmZZYUhoOHVXRXhJU3BOZjE2dFhMOTMwSER4NlV5aVlsSmFGVnExWWxXaTlUNlIyM2sxa3FRTVhHbHFlVmFkNjh1WWNnQ0UwOVBEd3ExR3hKOSsvZmwxN25GNTZabVpuWXVQRi80OU1IRGh5SXBrMmI0dlRwMDFpelprMnAxMUdmdDdjM3ZMeThJQWpDaTc2K3ZqWEs5T0JVSWhpZVZzYmUzdDRYQUJvMGFHRHVxcFNZeE1SRVpHUmtBQUFjSFIzaDdlMXR0TnczMzN5RHAwK2ZBZ0NxVkttQ3laTW5ZK25TcGZqb280K3dZOGNPWEw1OHVjenFEQUMrdnI0QUFEczd1MWZMOU1CVUluamFibVVFUVdnQ0ZIeHFXOUtPSFR1bW14d1lBTkNwMC8vT1ZHZk5tb1YrL2ZvWnZPZnUzYnNZT1hLa3RMeCsvWHEwYk5sU1ZtYm56cDNZc1dPSDdNS1BTcVhDNjYrL0xpdDMrUEJoM0wxN0Y3dDI3WkxXZmZUUlIzQjNkOGZBZ1FOeDRNQUJBTUNxVmF2dy9mZmZ3OGFtYk5vVVRaczIxYzM1MlJyQS9qSTVLSlVZaHFlVjBZVm5XWjZ5T3prNTVidk53Y0VCenM3T0J1c2RIZVVqZUNwVnFtUlFMak16RTRtSmliSjFXcTNXNkxxRkN4Y2lOemR2S3MwdVhicElnZTNyNjR1WFgzNFpmLzc1SitMaTRuRHc0RUVNR2pUSTlBOVhETFZyMXdZQWlLSll2MHdPU0NXS3ArMVdSaFRGUmdEd3dnc3ZtTHNxWmNMQndRR2ZmZllacmwrL0RnQndkM2ZIM0xsemtabVppUWNQSHVEcTFhdG8xcXlaVkg3VHBrMVFxVlJsVWpjdkx5L2RTK3Y0bjFIQnNPVnBmYndCb0hyMTZ1YXVSN0dOSHo4ZTQ4ZVB4OFNKRS9IYmI3OEJ5RHU5YjlPbURkcTBhUU90Vmd1MVdvMmpSNDlLNzBsUFQwZWZQbjJnVmh0L0lzYWpSNC93NDQ4LzRsLy8rbGVwMTkvTnpVMzNzbHFwSDR4S0hGdWVWa1lRaEpwQVhndXNvdEMxS2dHZ2NlUEdTRXRMay9wQjY5ZXZqOGFORzB2YmMzTno4dzFPbmExYnQ1Wko2OVBWTmUraHBJSWdNRHd0RUZ1ZTFxY3lBS1A5akpibzhlUEgwaDFGTldyVVFOV3FWUkVYRnlkdDkvVDBSSmN1WGJCczJUSjRlM3VqZHUzYThQTHlRbzBhTlZDdFdqVjRlSGpBdzhNRHJxNnVtRFJwRXA0OWU0WW5UNTRnTkRRVUFRRUJwVnAzdlg3ZC9EdUZxZHhpZUZvZkp3QmxNZ1hkWDMvOUpVMkNrWjhsUzVaZ3laSWxoZTVyN05peEJ1dkN3OE1OV3AwQWNPL2VQV21kbDVjWEJnNGNpUDc5K3hmNm1RY1BIb3lMRnk4aUtDZ0lYYnAwS2JST3hXVnZiNjk3eWZrQUxSREQwMHBWbEptVXJseTVJcjF1M3J3NUFPRG16WnZTdW5yMTZwbjhqUG14WThkaS9QanhKVnRCMDFTTS94bFdodUZwWlVSUnpCWUV3U1VuSjZkQ25Mci8rZWVmMG12ZFZmT29xQ2hwM1VzdnZZUUhEeDRVNlFMUTd0MjdwV0ZFcFVrM2RBcEFUcWtmakVvY3c5UDZaQUJ3eWNyS0t2WHdiTktrQ2M2ZE8yZXd2a2VQSHNqSnljdUxVYU5HR1czdG1USklYcTFXNCtyVnE5THlsU3RYNE8vdkw5MzNibU5qZzVZdFd5SXBLUWxaV1ZrbTE3dXNabHZTL1E1RVVjd3Vrd05TaWVMVmRpc2pDTUlqSUc5U2pOSm1ZMk1EWjJkbjJVOVdWcFlVR2dCUXMyWk5nekxPenM3NURwTFgvN0d6czVQMXFXN2V2QmxCUVVIUy9oczFhZ1FYRjVkUy81eEtwYWFtNmw0K00yYzlTQm0yUEsxUEFnRGZwMCtmbXVYK2R2M1RiQURGZmtiOHhJa1RVYU5HRFN4YnRneGFyVloycGIxNzkrNUczL1A4akV3QTBMcDE2MkxWUTRtVWxCUUFnQ0FJREU4THhKYW5sUkZGOFRvZ3Z5SmRsa0pEUTJYTCttTXdsUm84ZURDV0xsMXFjR0hJeDhlbjJQc3VUWThlUGRLOU5NLy9EQ29XdGp5dGpDaUsxd1JCd08zYnQ4djgyT0hoNFRoNzlxeTBYTDkrZlhoNmVwYkl2bjE4ZkdCblp5Y2JBRDkvL255a3BxYVcyK2ZSeDhmSEF3QkVVWXdycENpVlF3eFBLeU1JUWl5QU1nL1A2OWV2WThhTUdiTFpsVXJxcVowUEhqekF0R25Ua0owdHYrNmlWcXZ4K2VlZmw5bWt6MFYxN2RvMUFJQldxNDAwYzFWSUFZYW5sYkd4c1lrU1JWRTJGckswblR4NUVvc1dMVUptWnFhMHpzZkhCME9HRENuMnZtTmlZakJqeGd6WlRFb0RCZ3pBc1dQSG9GS3BVS2xTSlhUcTFBbS8vdnFydE4wYy9adkc2SVpVMmRqWW5EZHpWVWdCOW5sYW1mRHc4S2VpS041NCt2U3BiUGIxMHFEUmFEQnYzanpNbkRsVEZweVZLMWZHOHVYTERhNm9GOVV2di95Q3NXUEg2dmNkNHEyMzNzTENoUXV4YXRVcVZLNWNHVjkrK1NWZWVlV1ZZaDJuTkR4Ky9GajNPSkI3a1pHUjhlYXVEeFVkdzlNNkhRWmdkQXhtU2JLMXRjV0FBUU5rVCtqMDhQQkFjSEJ3aVZ3b2F0bXlKVHc4UEtUbGtTTkhZdXJVcVFDQTl1M2I0OGlSSStqUW9ZUEIrNXljbkF4K3lwcXUxU21LSWx1ZEZvcW43VlpJRUlRVEFENjRjT0VDM256enpWSTlWcHMyYmJCanh3NU1uejRkZGVyVXdadzVjMHlhRHE5eTVjcXlHZUdOelFMbDVlV0ZkZXZXWWRLa1NaZytmVHA2OWVvbDI2NmJ0ZWg1NTg4YjVsVlpuOHJyTHB3SmdoQmFTRkVxcDNoUHJSVjY4Y1VYSFQwOFBCN1oyOXU3bmpoeEFsV3FWQ24xWTZyVmFwUHZNUytxM054Yy9VazJqRzcvNTU5L3BHVmpyZDVuei80MzFOTGQzYjFVSDhXUm1abUpIajE2SURzN084UEd4cVpHZUhoNFp1SHZvdkxHMXR3Vm9MS1huSnlzOXZiMnJxUFZhbDl4ZDNlWEhrUldta296akd4dEMvNW5iR3RyaStyVnEwcy94dWpmdVZUYWs2Yjg4c3N2dW1jWEhZNklpTmhWV0hrcW45am5hYVUwR3MxbUFOaS9mNzlzK0JDVkxsRVU4ZTIzMytvVzE1bXpMbFE4REU4ckZSVVZGU21LNHRrN2QrN2crUEhqNXE2TzFiaDgrYkp1ZkdkRVpHVGsyY0xLVS9uRjhMUnVDd0RnNjYrLzFwOGVqVXFKV3EzR3VuVjVqVTJ0VnJ2WXpOV2hZbUtmcHhWNytQRGhIVzl2NzFkU1VsSWFpYUpZTHNkRFZpUzdkKy9HNGNPSElZcmloVC8vL0hPV3VldER4Y09XcDVWVHE5VlRBR1JzMzc0ZDBkSFI1cTVPaFhYejVrMnNYYnNXQUxLMFdxMVpwcXVua3NYd3RISlhybHk1cGRWcTMxZXIxWmd4WTRic2JoMHFHWW1KaWZqZ2d3K2dVcW1nMVdxWFJFVkZ4Wmk3VGxSOFBHMG5QSHo0TU1MYjI3dDJabVptNnpObnpxQkxseTVsTXZiVEdqeDkraFFUSjA3RW5UdDNBR0J2WkdUa05IUFhpVW9HVzU0RUFCQUVZUktBQXc4ZVBNRG8wYVB4KysrL203dEtGaTg2T2hxalI0L1dUZEI4TWpVMXRlQkhpWkpGNFIxR3BNL08zOTkvQzREUlFON3NST1BHallPM3Q3ZVpxMlZabmo1OWltKysrUVo3OSs3VmphSDlVUkNFZjRXSGgzTklRd1hDOENRRC92Nys0d0VzQitBcUNBSTZkZXFFN3QyN28zSGp4dkQwOUlTTGkwdXAzV3BwYVRRYURkTFQwL0gwNlZQRXhzYmk3Tm16T0hYcWxPNGhjaG1pS0M2TWpJeGNhZTU2VXNsamVKSlJ2cjYrTld4dGJUOERNRndRaE1ybXJvK0Z5UUt3WDYxV3o3NXk1VXJwenZ0SFpzUHdwQUkxYnR5NGlyT3o4eWhCRUxvQThBWGdDY0FObkpGTFJ5T0tZZ3J5bm9CNVJSVEZjeHFOWmtkMGRIVHBQNTZVaUtpby9QMzlSWDkvZjk2VVQyYkRxKzFFUkFvd1BJbUlGR0I0RWhFcHdQQWtJbEtBNFVsRXBBRERrNGhJQVlZbkVaRUNERThpSWdVWW5rUkVDakE4aVlnVVlIZ1NFU25BOENRaVVvRGhTVVNrQUtla0k0dmc1K2ZYSFVBZjNiSWdDQjhDZ0NpSytoTU5YNHFNak54WDFuVWo2OFE1R2NsU3FIV0JxVTkvblVhakNTemJLcEUxNDJrN1dZVEl5TWdMb2lnbUZsQWtWYTFXLzFSbUZTS3J4L0FrUzZFR3NMdUE3Yi9FeE1Tb3lxb3lSQXhQc2lUNzg5c2dpdUxlc3F3SUVjT1RMRVphV3RvNUFLblByeGRGTVNNcEtlbUFHYXBFVm96aFNSYmo1czJiT2FJby92RDhla0VRVHQyK2ZUdmJISFVpNjhYd0pJc2lpcUxCVUNTdFZzdmhTVlRtR0o1a1VSNC9mbndHUUliZXFxemMzRnlHSjVVNWhpZFpsUGo0K0V3QSt2MmJaMk5pWXRMTlZSK3lYZ3hQc2poYXJWYS8zNU1YaXNnc0dKNWtjYkt5c2s0Q3lCWkZVWldibTd2SDNQVWg2OFR3SklzVEd4dWJKb3JpRVVFUXprZEhSeWVadXo1a25YaHZPMWtrVVJUM0FLaHA3bnFROWVLc1NtYmk3KzkvRWtBM2M5ZURySnNvaXI5RlJrYTJOWGM5TEJGUDI4Mkh3VWxtSndoQ0czUFh3Vkx4dE4zTXdzUER6VjBGc2xLdFc3YzJkeFVzR2x1ZVJFUUtNRHlKaUJSZ2VCSVJLY0R3SkNKU2dPRkpSS1FBdzVPSVNBR0dKeEdSQWd4UElpSUZHSjVFUkFvd1BJbUlGR0I0RWhFcHdQQWtJbEtBNFVsRXBBRERrNGhJQVlZbkVaRUNERStpY2tLcjFlTFJvMGZtcmdhWmlKTWhXNEVwVTZaQXJWWURBRDc1NUJQVXFGR2owUGNrSnlmanl5Ky9sSlkvL2ZSVEFNRHUzYnVSbkp3TUFCZy9mcnkwZmZ2MjdZaUlpRURObWpVeFo4NmNBdmV0MVdyeDRNRUQzTDU5RzlldVhZT1RreE5HalJwVjVNOVYzdWttRzNaeWNzTDU4K2Z6TFhmMjdGa2NQWG9VWVdGaGNIWjJ4dUhEaDJGanczWk5lY2Z3ckdEUzA5T3hkZXRXdlA3NjYyamN1REVBNFBMbHk5QnF0UUFnaGVoUFAvMkVqSXdNOU8vZkgwNU9UZ2I3eWN6TXhOR2pSNlZsL2ZDOGMrY09BR0RNbURFSUR3OUgrL2J0Y2UzYU5ady9meDUxNjlZRmtEZERmb01HRGVEbTVvYUZDeGNpSlNVRlNVbEplUExrQ1o0OGVTTFZCd0RzN2UzUnMyZFBlSGw1U2V2Q3dzTHczbnZ2RmZ2M3NYNzllclJ0Kzc5SDlFeWJOcTNBSUZPcU9FOEV1SEhqQms2Y09BRUFTRTFOeFprelo5Q3RHNS9TVXQ0eFBDdVFodzhmWXVUSWtVaE9Uc2FGQ3hmdzdiZmZ3czdPVGhaVWRuWjJ5TTNOUlhCd01CNDllb1QxNjlkajBhSkZPSDc4dUZUbTg4OC9OK2w0ZmZyMFFYSnlNdmJzTVh4MCtwdzVjNUNjbkl4eDQ4Ymh5SkVqQmU0bk56Y1gyN2R2eDh5Wk0wMzhwQlZMLy83OThmWFhYMHYvbi9idjM4L3d0QUFNendxa1pzMmFxRnUzTHBLVGszSGp4ZzNzM0xrVGI3MzFscXlNdmIwOURoMDZKUFd0dWJxNm9sR2pSdmp3d3crbE1xYUdaKzNhdFpHY25JelRwMC9MMXYvenp6OTQ5dXdaQUtCZXZYb0c3N094c1VHdFdyWFFvRUVETkd2V0RLMWF0WUt2cjIrQnh4bzhlTEJKZFFLQWZmdjI1YnROOXpzcVNIWjJ0cXp2MGNIQkFkN2UzaVlmdjZpOHZMemc1K2NudFY2am9xS1FtcG9LVjFmWFVqc21GUi9EczRLWk5Ha1N4bzBiQndEWXRHbVRRUXRHbzlGZzgrYk4wdkxzMmJOUnFWSWxSY2Z5OC9ORFRFd01MbDY4S0R2bDFwMFdPenM3NDlWWFg1WFdWNnBVQ2Q5OTl4MXExYW9GZTN2N0loMXJ5cFFwSnBjdEtEd0w2NCs5ZE9rU2xpNWRLaTA3T2pwaTllclZhTlBHdElkTXhzWEY0ZUhEaDJqUW9JRzBMaXNyQ3pObnpzUUhIM3lBbWpXTlAycCsyTEJoYU5pd0lUcDI3SWovKzcvL2c0T0RnMG5ISS9OaGVGWXdyVnUzaHErdkw2NWN1WUtjbkJ4czNMaFJ0ajBrSkFTUEh6OEdBUFR1M1JzZE9uU1FXb2xGMWJ4NWN3QkFkSFEwWEZ4Y3BQVm56cHdCQUhUcjFrMFd6RFkyTm9XMit2TFRwVXNYUmU4ejFZTUhEN0IrL1hvY08zWk1XbGUxYWxXc1hyMGF2cjYrdUhuekpxNWR1NFpldlhvVkdQeEhqeDdGMXExYjBiTm5UOW42a3lkUDRzS0ZDNmhSb3didTNyMmI3L3UvLy83N2ZMZnhTYXZsQ3kvcFZVQ2pSbzJDaDRjSFB2endROW5wT0FEMDdkc1hMVnEwZ0x1N096NzY2S05pSGFkcDA2Ync5dmJHc0dIRGtKdWJLNjF2MHFRSnFsU3Bndjc5K3hkci8yWGh3WU1IK1B6enp4RVlHQ2dMVGlCdnhNR1lNV01BNUhWbExGeTRFUDM3OThlMmJkdVFtcHBxZEgvMzd0MERBS05mRXRuWjJkSjJzbnhzZVZaQVhidDJSWWNPSGVEazVDVDdJeGNFQVEwYU5NRFdyVnR4Nzk0OXVMdTdGK3M0ZGVyVWtTNEc2WjhPejV3NUUrKy8vNzdSRmxwYVdwclJmZG5hMnNMWjJUbmZZeFdsMVZYWTg4ZzFHZzB1WDc2TVBYdjI0T0xGaTdJTGFqWTJOckwrUnlDdkpmM25uMzhDQUo0OGVZSjE2OVpoOCtiTkdEUm9FTjU2NnkxNGVucEtaWFhoV0tkT0hXbGRwVXFWOE5wcnJ5RXNMQXdkTzNiRXlaTW5vVktwcE8zR1JqdFErY2Z3ckdBS0NnNVJGQTIycjF1M1RoclNWRlNUSjAvR3BVdVhaT3Z1M0xrak80WitDR1ZsWmVWNyt0MnFWU3RzMmJJbDMyTVZGb2ltdUhIakJyNy8vbnVjUG4wYUtTa3BCdHRmZXVrbHpKOC9IK25wNmJKNmQrN2NHVjkrK1NXMmJkdUdxMWV2QXNqN0xDRWhJZmpoaHgvUXYzOS9CQVVGb1ZhdFdrWmJualkyTmxpMmJCbHUzYnFGZXZYcW9WZXZYbmovL2ZlbDdhZE9uV0lmcHdWaWVKTFZpSStQeDRFREJ3eld1N3U3WS96NDhRZ01ESVN0clMwdVhyd28yeTRJQXJwMjdZcXVYYnZpMHFWTDJMaHhJNjVjdVFJQVVLbFUyTGR2SCt6czdEQnExQ2hrWm1aQ0VBVFVyMS9mNERqR1JoNlE1V0o0VmpEUDk3V3AxV284ZVBBQVFONnBzWStQajJ4N1FhZktoV25YcmgycVZhdUdXN2R1SVNZbUJnQlF1WEpsZE8zYTFXaDVRUkNrVTF6ZFJTc0FxRkdqQmp3OFBHUmxhOVNvZ1lDQUFNVjEwOStQVHZ2MjdlSG82SWpzN0d3QVFMVnExVEJ5NUVnTUhUclU1TjlEKy9idDBiNTllNXc3ZHc3cjE2L0g5ZXZYNGVibWhna1RKa2luOWo0K1BzWDZ2WkpsWUhoV01QdjM3NWN0Ly9QUFB4ZzZkQ2lBdkRHT3oyOEhvUGhxKzZoUm95Q0tJb0tDZ3FSMTFhdFh4NmhSbytEaTRnSnZiMjlaZjZLTGk0dDAxNUwrYWJqK25VdzY5ZXJWdy96NTh4WFZLejhPRGc1bzI3WXRuajU5aWlGRGhxQjM3OTVHVDVmZDNkM1J2bjM3QXZmVnFWTW5kT3pZRVQvOTlCUHM3T3pnNnVxS3hNUkVPRGs1S2U0R0ljdkM4S3pna3BLU3BOZVZLMWN1OGYzdjNidFhhblVDZVJkVWdvS0NVTDE2ZFh6enpUZXlpeUdGamUyOGZmdDJrUWJERjFWNGVEZysvZlRUUWx1RlRaczJ4WC8vKzk5QzkyZGpZeU1iVVJBUUVJQUJBd1lnUFQyOTJIV2w4by9oV1lFOGZ2d1lFeVpNa0szTHlzcVNYdCs1Y3dlQmdZRUc3OXUwYVpPaTQxMjdkZzJyVjY4R2tOZXEwMTFCMW5VVlRKa3lCZlBtelpQS1Y2bFNSZEZ4U3BLenN6UFMwdEpLYk54b1NFaUlyS1ZwWTJQRE80T3NCTU96QWxHcjFkS2tIY2JrNU9RVXVMMm9wa3laQXBWS0JVOVBUelJ2M2h4bnpweUJwNmNuaGd3WmdwVXJWeUl1TGc0N2QrNlV5aGMyTk1yZTN0Nmd6ell6TTlOb1MxSC9jOVN1WFJ0MmR2eW5UR1dMLytKSU1WMlh3SVFKRXhBV0ZpYXRIekZpQks1ZnY0NitmZnZpN05tejB2cmF0V3NYdUwvYXRXdkwrbVREdzhNeGFkSWtOR3pZRU4yN2Q1ZGRRTkx2TTEyN2RpMWVmUEZGeForanFPRmJrbDlBWkxrWW5oVklyVnExWk9NVDlhZDFFd1FCb2FHaFJ1ZnlWSHJCcUVPSERraFBUOGVBQVFOazRRa0FpeFl0Z2xhcnhjS0ZDNlYxUlIycXMyL2ZQdVRtNXVMaXhZdXd0YlhOOStwN1lmMmtodzhmUnExYXRmTGR2bUhEaGdLM1A2OGt4cHlTNVdONFZtRGZmUE9OOUxwRml4YjVUb0pjclZvMVJmZE42d2FHNXpkeDc4bVRKMlZEa3BvMWEyYnl2bS9kdWlYTmNRbmtEWXNpS2s4WW5oWFVvVU9IWklFNGNPREFJcjFmTnhheUlBVzF3SEp5Y2hBY0hDd3RPemc0NE9XWFh6YjUrUC81ejM5a3c1eUNnNE5SclZvMWd3azNBR0RBZ0FFRlhxVFJuN1NrUE1yS3lwSW1xYzZQbzZNalo1Y3ZaeGllRlZCVVZKUnNUazVQVDAvMDY5ZXZ3UGZjdW5VTGQrL2VoWU9EQTBSUnhJOC8vaWh0eSsvV3dlZXYzT3N1OWdRR0Jock1pZG1oUXdlVHA3Nzc4Y2NmRFdaN3o4ek14T3paczdGcjF5Njg4Y1lic20xdnZmVldvVjBDV3EwMjMvQ1pNR0dDV1M4NG1UTHg4Zk16NHBQNU1Ud3JtTGk0T0x6MzNudXlpU2VtVEpsUzZCakx1TGc0ekpvMXkraTIvQzcwRkhiaHhON2VYcHB0eWRTV2IyUmtKRmFzV0NFdDE2OWZIOTI3ZDhlbVRac2dpaUtpbzZNUkhSMHRlOCtRSVVOZ1kyTURXMXRiQ0lJQUlPOCtmbEVVb2RWcW9kVnFVYWRPSGFPM1pnS1E3c0FpS2dxZUIxUXc5ZXZYUisvZXZhWGxWMTk5MWFDbFpreEJNN24zN2R0WFVWMldMbDJLeXBVcm8ySERodWpVcVZPaDVYTnljckJ3NFVMazVPUUF5THZJOWZISEgyUDgrUEZZdTNhdE5IK29NVnF0RnJtNXVWQ3BWRkNwVk1qTnpZVmFyWlpPL1h2MTZxWG9NeERsaHkzUENtanUzTGxJVEV6RTNidDNzV1RKRXBQZVU2TkdEYmk3dXlNbEpRVzJ0cmF3dDdlSHU3czd1bmZ2THJ2OTB0anRuUVdwVnEwYXRGcXQxQ0lzU0tWS2xiQnQyellzWGJvVVo4NmN3Ymh4NDZSKzBnNGRPcUJEaHc2NGZ2MDZJaUlpY08zYU5hU2twQ0F0TFEwNU9UblFhRFRRYURUUWFyWFNmN1ZhTFVSUmhDQUlCWjRhRjNZMS9ubkZ2ZHJlcVZNblRteGNBUlQrTDVwS2hiKy92d2lVM3V6Z1dWbFpTRWxKeWZleEQrYW1lM3d4a0RkaisvTXVYTGlBRGgwNm1CUzZSYVZTcVdTUEloazllblNSN241YXYzNjk5UHBmLy9vWHFsV3JaclNjcnMvWHhzWkdOdWRuZWFIN0VvaUlpR0FPS01CZm1wbVVkbmdTRlliaFdUenM4eVFpVW9EaFNVU2tBTU9UaUVnQmhpY1JrUUlNVHlJaUJSaWVSRVFLTUR5SmlCUmdlQklSS2NEd0pDSlNnT0ZKUktRQXc1T0lTQUdHSnhHUkFneFBJaUlGT0orbm1mRkpqRVNXaVMxUE14RkY4VGR6MTRFSXdGVnpWNENJeXBDL3Y3K29teE9WeUJ6WThpUWlVb0RoU1VTa0FNT1RpRWdCaGljUmtRSU1UeUlpQlJpZVJFUUtNRHlKaUJSZ2VCSVJLY0R3SkNKU2dPRkpSS1FBdzVPSVNBR0dKeEdSQWd4UElpSUZHSjVFUkFvd1BJbUlGQkRNWFFFaVUvajUrWFVIMEVlM0xBakNod0FnaXVKS3ZXS1hJaU1qOTVWMTNjZzY4VEVjWkNuVXVzRFVwNzlPbzlFRWxtMlZ5SnJ4dEowc1FtUms1QVZSRkJNTEtKS3FWcXQvS3JNS2tkVmplSktsVUFQWVhjRDJYMkppWWxSbFZSa2loaWRaa3YzNWJSQkZjVzlaVm9TSTRVa1dJeTB0N1J5QTFPZlhpNktZa1pTVWRNQU1WU0lyeHZBa2kzSHo1czBjVVJSL2VINjlJQWluYnQrK25XMk9PcEgxWW5pU1JSRkYwV0Fva2xhcjVmQWtLbk1NVDdJb2p4OC9QZ01nUTI5VlZtNXVMc09UeWh6RGt5eEtmSHg4SmdEOS9zMnpNVEV4NmVhcUQxa3ZoaWRaSEsxV3E5L3Z5UXRGWkJZTVQ3STRXVmxaSndGa2k2S295czNOM1dQdStwQjFZbmlTeFltTmpVMFRSZkdJSUFqbm82T2prOHhkSDdKT3ZMZWRMSklvaW5zQTFEUjNQY2g2Y1ZZbE0vSDM5ejhKb0p1NTYwSFdUUlRGM3lJakk5dWF1eDZXaUtmdDVzUGdKTE1UQktHTnVldGdxWGphYm1iaDRlSG1yZ0pacWRhdFc1dTdDaGFOTFU4aUlnVVlua1JFQ2pBOGlZZ1VZSGdTRVNuQThDUWlVb0RoU1VTa0FNT1RpRWdCaGljUmtRSU1UeUlpQlJpZVJFUUtNRHlKaUJSZ2VCSVJLY0R3SkNKU2dPRkpSS1FBdzVPSVNBR0dKNVdheE1SRVJFUkVtTHNheFNLS0lqSXpNNldmb2xLcFZLVlFLeW9QT0JreWxiZzllL1pnMTY1ZHVILy9QbXhzYkhEa3lCRjRlWG1adTFvR1pzK2VqZFRVVkxSdTNScTllL2RHN2RxMURjb2tKQ1NnZi8vKzBuSlJKcTkrOE9BQlJvNGNDVjlmWC9UdjN4K2RPM2VHZzRPRHJJeFdxMFd2WHIwQUFKVXFWY0tSSTBjVWZob3Fhd3pQQ3FoejU4NUlUMDh2MFgwV0pUUThQVDF4Ly81OUFIbmhjUERnUVl3Yk44Nms5NWJHN09aZmZQRUZldlRvSVZ1bjFXcHg2ZElscEtlbkl5d3NERTJhTkRFYW5rcHB0Vm9zV0xBQWFXbHB1SERoQWg0K2ZJaU9IVHZDd2NFQldxMFdOalo1SjMyaUtDSXhNUkVBRElMMTd0MjcyTFJwRTBhTkdvWEdqUnVYV04yb1pEQThxY2dlUEhpQTk5NTdMOS90V3ExV3RyeDkrM2I4OU5OUCtaWmZ2MzU5aVFhWEtXSmpZNlV2R0h0N2V5eGR1aFNPam80RzVkUnF0V3c1TUREUTZQNVdyVnFGRjE5OFVWcis2cXV2OE9lZmZ3SUEzTnpjc0hyMWFqeDU4Z1RyMTYrSFdxM0d5cFVyODYzYjNidDNzWDM3ZGh3K2ZCZ2FqUWEvLy80N3RtL2ZYaTViNzlhTTRVbEZscHViSzdVc1RaR2RuVjFnK2R6Y1hLUHJIUndjWUd0clcrVDZBVUJXVmxhQjI4K2RPeWU5YnRXcUZmNzQ0dytUOW52bnpoMmo2M055Y3FUWEowK2V4TmF0V3dFQWRuWjJXTEZpQldyWHJvM0preWZqMHFWTEFJQ1FrQkNNR0RGQ3RnK05Sb001YytiZ2wxOStrWDBCUFgzNkZMdDM3OGJVcVZOTnFpT1ZEWVpuQlhUczJER0lvaWd0ZCtyVVNYbzlhOVlzOU92WHorQTlkKy9leGNpUkk2WGw5ZXZYbzJYTGxxVmIwVUlFQlFYQno4OFBBTkNpUlF0VXJselo1UGNXZHZwLzZ0UXA2WFhYcmwxTkRzL0NuRDE3Rm5QbnpwVisvek5tekVEcjFxMmgwV3VXMi8wQUFDQUFTVVJCVkdnd1pjb1UvUEhISDhqTnpjWGF0V3ZoNysrUGhnMGJTdS9WYURUNCtlZWZwV1ZYVjFlODhjWWJHRHAwS09yV3JWc2k5YU9Tdy9Dc2dKeWNuUExkNXVEZ0FHZG5aNFAxejUreVZxcFV5V2c1WTVROEFkU1V2czFObXpaSnJ3OGZQbHlrOEN6SXZYdjNjT1BHRFFDQUlBam8yclVyaGc4ZmJyUnNmSHk4eVJlTUVoSVM4T0dISDhxK3VJS0RnL0hsbDE4YXRLNXpjM014ZCs1YzdOeTVVN1plRUFUNCsvc2pJQ0FBUFhyMHdQcjE2NUdjbk16d0xJY1lubFN1L1BiYmJ3RHlRaXNnSUVCYUh4UVVWS1Q5dUxtNW9VV0xGbGk5ZXJWMGNVYm4wS0ZEMG10WFY5Y1M2MHYwOXZaR3JWcTE4T0RCQTJsZGFtcHF2dVZ2Mzc2TjFhdFhTOHQyZG5iWXYzKy8xUCtibTV1TGtKQVE3Tnk1RS9YcjE4ZXVYYnRnYjI5ZkluV2w0bU40VXJtaTYrT01qNCtYcmRkZGtTNks5UFIwZ3o1VGpVYURnd2NQR2kxdlNtdllXQm45MW1qZnZuMXg0c1FKdUxtNTVmdVRsSlNFWmN1V3dkL2ZINE1HRGNLQkF3ZWcxV3FoMFdoUXBVb1ZhVjkvL2ZVWE5CcU50TXpnTEY4WW5sUnNwVEc4cUNnWHBJcmk5T25UZVBic1dhbnNHd0FtVEppQUNSTW1GRnF1UVlNR1VuOXVyVnExY1AvK2ZZaWlpREZqeHFCMTY5YlFhclc0ZVBHaVZMNWR1M2FsVm1kU2h1Rko1WkorZUE0YU5Bano1czBya2YxdTJiTEZwSEs2TG9QTXpFelpSUnpkK2dNSER1VDdYbE8vVEhRdDFvRURCeUk0T0JoQTNxbjg3ZHUzWmVWc2JXMHhhTkFnay9aSlpZZmhXWUg4OWRkZkdEMTZkSUZsbGl4WmdpVkxsaFM2cjdGanh4cXMwLzJ4UHorTzA4Zkhwd2kxTkdUc2RGUS9QRXVxVC9MOCtmT0lqWTAxcWV6OCtmTUI1SFVmNkllbmJuMUI0VmxVUVVGQnNMR3h3YUZEaHhBZkh5OWRYSEoyZGtiOSt2VXhmdng0MUt0WHI4U09SeVdENFVsRnBqK0cwc0hCSWQ4K3hPTFFEODhOR3paZ3c0WU5pdmUxWjg4ZTFLOWZIdzhmUGl5SnFwbXNVcVZLZVBQTk4yWHJRa0pDWlBlN2k2S0lIMzc0QVU1T1RoZ3hZZ1NHREJraUs2OS9OeEtWTHd4UEtyS01qQXpwdFl1TFM2a2NveVQ3UEhYRHNKbzBhUUlnNzZwNFFrSkNnZS9KNzlTN0tQMjdEZzRPc21GT1FGNlE2NGVuVnF2Rjh1WExwZkw2NFhubXpCbXNXclVLTTJmT3hLdXZ2bXJ5Y2Fsc01Ed3JrQ1pObXNqdW5OSHAwYU9IZEFmTXFGR2pNSDc4ZUlNeVJSa2tuNUtTSXIxMmRuYkd2WHYzWk1PS2l1cjVzWk9wcWFsd2RIUTBlcnVrS2RScXRXeUlrRzdjYThPR0RTRUlBaVpNbUlDRkN4Y3FycStwMHRMU01Ianc0Q0svNy9yMTYxaXpaZzB1WDc0TUFKZzdkeTUyN05qQnNaN2xETU96QXJHeHNURVkyUDdzMlRQWnJZTTFhOVlzOWlCNS9Rc2FibTV1eGFpeGNhNnVyamh4NG9UaTkxKzhlQkZUcGt5UmxpdFZxaVQ5dDFPblR1amJ0Ni9SOEF3SUNJQmFyY2FOR3pmUXRHbFRBSGxmRktkUG53YVExemY3eGh0dkFDalpQazhkM1dRaVI0OGVsZlVyYXpRYW5EcDFDbVBHakNueFk1SnlETThLVGpjNWhVNmRPbldLdmM5YnQyNUpyNDFkeVBEMjlpN3cvUnFOQm84ZlB5NTJQZkx6L0J5YStsOE04K2ZQejdjUGNjYU1HWmd4WXdidTNMbURlZlBtb1ZtelpnZ0xDNVBDczNyMTZ0SUZJMU51NTNSemM1UGRCZ29VUE9PVldxMldUYURTcEVrVERCbzBDSDM2OUNteHU2dW81REE4SzdqUTBGRFpja2xNYmFZZnlBMGFORERZWHRpY2xQbWQ1Z2NGQmVIcTFhdkZxbHQ0ZURpeXM3T2xaVnRiVzlsQWVROFBqM3pmKzgwMzMwaGpLeWRObW9UUFAvOGNjWEZ4MHZaYXRXcEpyMDI1U0phU2tsTGtNYkRWcTFkSG56NTkwTDkvZjlTdlh4L0xsaTNEa1NOSDBMdDM3MUpwNVpOeURNOEtMRHc4SEdmUG5wV1c2OWV2RDA5UHoyTHRNelkyRm84ZVBaS1c5U2UyS0MvMHc3TW8vYVpqeDQ3Rjc3Ly9qdWpvYUtTbXBtTEtsQ215c05WZGNDb3REZzRPT0hyMHFLeGxmUDc4ZWV6ZHV4ZXJWNi9Hd1lNSE9TMWRPY0x3cktDdVg3K09HVE5teUNhcEdEQmdRTEgzZS96NGNlbTFzN016L1AzOVpXRmFIRzV1YmdXMkRFMTE5KzVkNmJYKzdZNkZjWFIweEgvLysxL01uRGtUWVdGaDBHcTFlUHIwcWJTOVpzMmFSUm82VktWS0ZXemJ0azIyYnZUbzBmayt6a09qMFVBUUJHazVLeXRMK3QwS2dsRHNMejRxV1F6UEN1amt5Wk5ZdEdpUjdJL1V4OGZIWUF4aFVhV2xwZUdISDM2UWxydDA2V0l3K3ptZy9IYk50V3ZYbWx3Mk1URVJhV2xwc0xPemc1MmRIZXp0N2FGV3EzSGt5QkhzM3IxYkt2ZkNDeThVcVE2aUtLSmJ0Mjc0NDQ4L1pQZVZBOERLbFN2eHpUZmY0T1dYWDBiVHBrM2g0K01EYjI5dlZLbFNCWjZlbmdaQmJXTmpJNXNnK2Rtelo3SldNWkRYcmVEczdJek16RXhvTkJxY1BIa1MzYnQzUjI1dUx2YnQyeWRkT0dyU3BBbkhlNVl6RE04S1JLUFJZT0hDaFRoNjlLaHNmZVhLbGJGOCtYTEZRMzkwN3QyN0ovdmo3OU9uVDdIMlZ4em56cDNENHNXTEN5M1h0V3ZYUXN0Y3YzNGR2Lzc2SzM3Ly9YZjgrZWVmQnJQSDYwdE9Uc2FaTTJkdzVzd1phWjJOalExMjdOZ2hYYUhYcDlWcThkWmJieUUzTnhjUEh6NlV3bEEvYUJzMWFpVDFJOCthTmN2b2NUdDI3RmpvNTZDeXhhK3lDc1RXMWhZREJneEExYXBWcFhVZUhoNElEZzR1a1F0RnpabzF3NElGQ3dBQWZuNSs2TkNoZzlGeU5XclVLUENuV3JWcXhhNkx2Nzkvb1dXYU4yOXUwdmhUVVJUeHpUZmY0STgvL3BBRnA3dTdPejc0NEFOczNyd1pyNzMyV3I0dHYvNzkreHNOVGlBdldEMDlQWEh6NWszWlZYYmRwQ0FBTUhYcTFBTG5UbTNTcEluQnJQTmtmbXg1VmpCdDJyVEJqaDA3TUgzNmROU3BVd2R6NXN4QjllclZDMzFmNWNxVjhmcnJyMHZMN3U3dVJzdjE2OWNQang0OUtuQ1duK2RidnM4cjdxQjZJRy9JbFllSGg5R3A2cnk4dk5DelowK01Iei9lYUxmQzh4bzNib3lwVTZmaXl5Ky9oQ0FJOFBYMXhjQ0JBOUduVHgvcC9YNStmbmoyN0JsT25EaUIzMzc3RFpHUmtVaE5UWVd6c3pNbVRacFU0UDdidG0yTHk1Y3Z3OGJHQms1T1RtalpzaVZtejU0dGJXL1ZxaFgyN2R1SFU2ZE9JU0VoUVJwcTVlenNqRWFOR3FGcjE2NG1mUTRxVzBMaFJhZzArUHY3aTRDeVdkaE5vVmFyWVdkWE50K05vaWpLN25jM2RRYjY0a3BQVDVjdXN1aUdKRGs0T0pqVU42aWJ3ZDNSMFJGRGh3NkZLSW9JRFEzRi8vM2YvNWw4UmZ2cDA2Zkl5TWl3MkR0L2RIM1RFUkVSekFFRitFc3prOUlPVDZMQ01EeUxoMzJlUkVRS01EeUppQlJnZUJJUktjRHdKQ0pTZ09GSlJLUUF3NU9JU0FHR0p4R1JBZ3hQSWlJRkdKNUVSQW93UEltSUZHQjRFaEVwd1BBa0lsS0E0VWxFcEFEbjh6UXpwWStzSUNMellzdlRURVJSL00zY2RTQUNVTHhuUFJPUlpmSDM5eGQxYzZJU21RTmJua1JFQ2pBOGlZZ1VZSGdTRVNuQThDUWlVb0RoU1VTa0FNT1RpRWdCaGljUmtRSU1UeUlpQlJpZVJFUUtNRHlKaUJSZ2VCSVJLY0R3SkNKU1FEQjNCWWhNNGVmbjF4MUFIOTJ5SUFnZkFvQW9paXYxaWwyS2pJemNWOVoxSSt2RStUekpVcWgxZ2FsUGY1MUdvd2tzMnlxUk5lTnBPMW1FeU1qSUM2SW9KaFpRSkZXdFZ2OVVaaFVpcThmd0pFdWhCckM3Z08yL3hNVEVxTXFxTWtRTVQ3SWsrL1BiSUlyaTNyS3NDQkhEa3l4R1dscmFPUUNwejY4WFJURWpLU25wZ0JtcVJGYU00VWtXNCtiTm16bWlLUDd3L0hwQkVFN2R2bjA3Mnh4MUl1dkY4Q1NMSW9xaXdWQWtyVmJMNFVsVTVoaWVaRkVlUDM1OEJrQ0czcXFzM054Y2hpZVZPWVluV1pUNCtQaE1BUHI5bTJkalltTFN6VlVmc2w0TVQ3STRXcTFXdjkrVEY0cklMQmllWkhHeXNySk9Bc2dXUlZHVm01dTd4OXoxSWV2RThDU0xFeHNibXlhSzRoRkJFTTVIUjBjbm1icytaSjE0Ynp0WkpGRVU5d0NvYWU1NmtQWGlyRXBGNU8vdmZ4SkFOM1BYZzZpOEVFWHh0OGpJeUxibXJrZFo0Mmw3MFRFNGlmUUlndERHM0hVd0I1NjJLeFFlSG03dUtoQ1pYZXZXcmMxZEJiTmh5NU9JU0FHR0p4R1JBZ3hQSWlJRkdKNUVSQW93UEltSUZHQjRFaEVwd1BBa0lsS0E0VWxFcEFERGs0aElBWVluRVpFQ0RFOGlJZ1VZbmtSRUNqQThpWWdVWUhnU0VTbkE4Q1FpVW9EemVSSUFJRFkyRmkrKytDSXFWYXBrc0UycjFlTG16WnRvMUtpUjBmZEdSVVdoV2JObXNMZTNMKzFxV3FVblQ1N2d4bzBiMHJLYm14dWFOMjl1eGhvUndQQzBhQWtKQ2RpMmJSdmMzZDNoN3U2T25qMTd3c1BEUTlxZWtaR0JxMWV2b20zYi9KK1FrSk9UZzYrKytncTdkdTFDNzk2OXNXVEpFdG4yeE1SRWZQenh4NGlJaU1DQ0JRdlFyMTgvMmZaNzkrNWgzTGh4OFBEd3dLaFJveEFZR0Fnbko2ZVMvYURsbUZhcnhmVHAwL0hiYjc5SjZ3SUNBakJyMXF3UzJYOXFhaXJHangrUE8zZnVTT3RtenB6SjhDd0hHSjdsbkZhcnhZQUJBK0RpNG9JYU5XcGc0c1NKYU5xMEtZQzgyZXgvK09GL2p6RHYyYk9uOURvbEpRV1RKMC9HMzMvL2piRmp4MkxDaEFrUUJNTkhWbTNZc0FFN2QrNEVBSVNHaHFKcDA2WVlNV0tFdEgzTGxpMzQvZmZmQVFDTEZpMUNkblkyaGd3WkltMWZzMllOMUdvMUhqOStqRldyVnNIR3hnWnZ2dm1tdEwwMFpoci80b3N2MEtOSEQ4VEZ4V0hZc0dFbHZuOEFDQWtKUWVQR2pRc3NvOVZxTVgvK2ZKdy9mMTYyL3VUSmszanp6VGZ4d2dzdkZLc09hclVhTTJmT2xBVW5BS3hmdng0dnYveHlvZldqMHNVK3ozTHU2dFdyU0VoSXdJMGJOM0Rod2dWWnl6STZPbHA2N2VQakk5dTJjZU5HL1BYWFh4QkZFWnMzYjhhTUdUT1FuWjF0c1A5MzMzMFh0V3JWa3BiWHJGbURxMWV2U3N2VHBrM0RLNis4QWdBUVJSRXJWcXpBUC8vOEF3QUlDd3ZENmRPbnBiSzllL2VXQldkRmxwcWFpcWxUcCtMWXNXTUcyNTQ5ZTRaMzNua0hVVkZSaXZldlVxbnc4Y2NmUzE5Y0FHQmprL2ZubXA2ZWpzbVRKMHYvSDhnOEdKN2wzSVVMRjZUWGRldldoWmVYbDdRY0dSa3B2VzdWcXBYc2ZlKy8vejY2ZCs4dUxaOCtmUm9yVnF3dzJIL2x5cFh4NmFlZlNuK1lhclVhYytiTVFWcGFHZ0RBM3Q0ZXk1Y3ZSOTI2ZGVIcDZZbE5temJocFpkZWdrcWx3dWVmZnk3dHAzSGp4bGl3WUVHQm44WEJ3UUZPVGs2S2ZveXh0N2RIM2JwMUMveng5dmFXdmNmRnhhWFE5OVN0VzlkbzM2L09oUXNYTUh6NGNGeTZkRWxhMTZGREJ5eGR1aFMydHJZQWdLU2tKUHo3My8vR3hvMGJvVktwQ3Z5OVBDODFOUlVUSjA3RXlaTW5wWFdkT25WQ2NIQXdIQndjQU9SMXB3UUZCZUhNbVRORjJqZVZISjYybDNQNkxic09IVHBJcjVPVGsyVXREMTlmWDluNzdPM3RzV3paTWl4WXNBQkhqeDVGdzRZTk1YWHFWS1BIYU5XcUZZWVBINDZRa0JBSWdvQTJiZHBBRUFRRUJnWktaZExTMGlBSUFoWXRXZ1FBeU03T3hxTkhqNlR0VDU4K2xWcWQzdDdlQ0E0T05qaE9VRkFRL1B6OEFBQXRXclJBNWNxVlRmMDFHRDM5ZitHRkY3Qi8vLzRDMy9mdHQ5OWk5ZXJWMHZLOGVmTmszUnRGOGZmZmYrT3JyNzZTZmFFQndPdXZ2NDdGaXhmRDN0NGVWYXBVd2V6WnM1R1ptUW1OUm9PdnYvNGFodzRkd2p2dnZJTytmZnZDMGRHeHdHUEV4TVJnL3Z6NXNsUDFGaTFhWU5teVpYQjBkTVNubjM2SzJiTm5RNnZWSWpNekV4OTk5QkdDZ29Jd2J0eTRBZ09mU2g2ZjIxNUUvdjcrSWxCMlQ4OHNyYWNUTGxteUJIMzc5cFdXczdPejhjRUhIMkRNbURIU2FiclNZL3Y0K09EZ3dZTUY3dVB3NGNPeTdvTEM2TzlIMStkWkdLMVdpNENBQUR4NDhBQUEwS0JCQTN6MzNYZFNLOXNVMmRuWk9IUG1EUGJ2MzIvdy85ek96ZzVUcDA3RnlKRWpaZXYvK2VjZnpKNDlHM0Z4Y2JMMUxpNHU2TnExSzE1NzdUWDQrL3VqYXRXcTBqYVZTb1d2dnZvSzMzNzdMYlJhcmV4enIxeTVFbGxaV2FoUm93WUE0UGp4NDFpMGFKR3NSZXZ0N1kyUFB2b0lYYnAwTWZtemxRVGQvNWVJaUFpcnl4S3IrOERGVlZIRHN5U1ByUitlR28wR0FCQWZINCtBZ0FDcGpINy9yQ2swR2cxYXRHaUIxYXRYdzhiR1JuYnhLems1R2UrODg0N0JlOVJxdFJTY0FPRHE2Z3AzZC9jQ2o3TnExU3E4K09LTEFJQkRodzVoMmJKbHlNbkpNVnJXMmRrWm5wNmVScmZsNXVZaVBqNCszK1BNbURFRHc0Y1BoMHFsd3FGRGg3QjkrM2FEOHIxNzk4YjgrZk94YTljdWJOeTRFZSsvLzc3VXVvK0tpc0wwNmRPUmtwSWllMC96NXMweFlzUUk5T2pSQTNaMnBYOWlhYzNoeWRQMmN1NzVQanNnTDBnZVAzNHNMYnU1dWNIWjJibEkreldsdkxFdmlGZGVlVVZxR2MyZlAxOFdpTWJvK2dDZkQ0YkV4RVJUcXlwSlQwK1g5cWRQbzlFWVhKRTJKalUxRmFtcHFRV1cwUS9LTGwyNllOMjZkYkoxWGw1ZVVuZEZabVptb2NldFg3OCtFaE1Ua1pTVUpLM3o5UFJFWUdBZ1ltTmpNVzNhTkR4NThrVDJIa2RIUjd6Ly92c1lPblFvMXExYmgyM2J0Z0VBVnE1Y0NWZFhWN3p4eGh0bzFhb1ZRa0pDc0hqeFlvU0ZoVW52alltSndkeTVjM0hod2dXRFlXZFVzaGllNWR5UkkwY00xaDArZkZqcWV3U0FUWnMyb1g3OStrWGVkMmhvS09iUG4yK3d2cUJXdGY0cHBiRWd5OC85Ky9lTFZybHl3TlhWRldQSGpzV0tGU3ZnNmVtSjBhTkhZK2pRb1dqZnZyM0orK2pVcVJQR2p4K1BFeWRPNE9qUm8vajk5OTh4Y09CQU9EZzRvR0hEaG1qVXFKRXNQRnUyYklsUFB2a0VkZXZXQlFDTUhUc1c1ODZkUTF4Y0hFUlJ4S2VmZmdvZkh4KzBhdFVLTld2V1JIQndNUGJ0MjRmLy92ZS8wa1UrRHc4UFRKOCt2V1IvR1dTQTRXbGhSRkZFU0VpSXROeXlaVXRGd2FtRVdxMldMUmZsdEZBL1BBY05Hb1I1OCthVldMMmVkK0RBQWRTcFU4ZWtzcG1abWVqVXFWTysyd01EQStIdTdvN3UzYnRMbjFkSmw4MGJiN3lCTjk1NFE3cndCdVFOUGZya2swOHdiTmd3Mk52YlkvTGt5ZWpUcDQrc1M4TFoyUm1yVjYvR2lCRWprSjZlRGpjM04yUmxaVW5iQlVIQWtDRkQwS3RYTDN6NzdiZjQ3cnZ2c0hqeDRpSjNpMURSTVR3dHpObXpaM0g5K25WcE9UbzYydVMrU1FjSEI5bndtdnlvVkNxVFdsZno1czNMTndRLysrd3o5T3JWUzFyV0QwLzk0VlpsNGUrLy81YXUvZ3VDZ0hYcjFwbjhYZ2NIQjRTSGh4Y2FtQjkvL0RGVUtoVSsrT0NEUXZlNWR1MWE2Ylc3dXpzMmJOaUFPblhxU01PUW5sZTdkbTBzV0xBQXYvNzZLejc2NkNOVXFWTEZvRXlWS2xVd2NlSkVqQmt6cHRBcitsUXlHSjRXUktQUnlQN3dpcXRIang1bzI3WXRybDY5YXRJZmZYSG9oK2VHRFJ1d1ljTUd4ZnZhczJkUGtWcmJUNTQ4a2I0MGl0TFZvTE52Mzc1Q3kzejg4Y2RRcTlVbWZUbUpvaWhiam82T1JsQlFrRWwxMFIvN21aL243M2lpMHNId3RDQTdkKzQwZW9GQzF6OW1qSDc1NXlmdWNIQndRTFZxMWVEbTVpWmJMd2lDMFgybXA2ZmoyYk5uMHJLUGowKytZZVRpNGlKYkxzayt6NksyclBRdkVoWDF3bHBaVUt2VnNsTnhzZ3dNVHd0eDY5WXRiTnk0MGVpMnQ5NTZ5K2hWN3gwN2RtRE5talhTc3JIaFBNYlkyOXNiSFh6KzRZY2Z5dTVvZWZYVlYvSDIyMi9uTzF4SEp6VTFGWTZPam9wUEo5VnF0U3dBaXpyeGlQNFhTSEg3QWsrZE9nVW5KeWRrWldXaFc3ZHVCWmJWbmVxYjJnMUNsb1hoYVFGeWNuSXdaODRjMlpDWnhvMGJJelkyRmdDd2ZQbHlOR3pZVURiVHpwRWpSMlNuK0sxYXRjTG8wYU1WMStIWXNXTUd0d0orLy8zMzJMOS9QL3IxNjRlZ29DRDQrUGdZZmErcnF5dE9uRGloK05nWEwxN0VsQ2xUcE9XaTNrbWpmMzk0dlhyMUZOY0R5UHRpY1hCd01MaDRWaHhEaGd5UlRiWmlxaDA3ZG1EZHVuWFNDQWhCRURCeDRzUVNxeGNWalBlMmwzT2lLT0tUVHo2UnplZllwMDhmYk42OFdicWluSk9UZzhtVEorUGF0V3NBZ0czYnRtSFJva1ZTMzVxbnB5ZVdMMSt1cUw4UE1Cd2FwVStsVW1ILy92MElEQXpFNHNXTGtaQ1FvT2dZQlhuKzN2Q2l0R0N2WDc4dW0wREZ3OE5ETnR5cXZGbTllalVtVDU2TUN4Y3VHUFNONm1Sa1pHRFdyRmxZczJhTjlGa2NIUjN4eFJkZllPellzV1ZaWGF2R2xtYzV0MjdkT2h3L2ZseGE5dkx5d3N5Wk0rSHM3SXpseTVmajNYZmZSVVpHQmxKVFUvSHV1Ky9DMTlkWE5tamF6YzBONjlldlIvWHExWXQ4N0FjUEhtRGR1blVHcmNaUFAvMFVXVmxaQ0E0T1JuSnlNb0M4aTFrSER4NUVhR2dvSmsrZWpGR2pSaUVvS0VnMlE1TVM0ZUhoc3RtZ2JHMXRUZjRTVUtsVVdMcDBxV3pkL3YzN2NmbnlaUXdkT2hRQkFRRmxjaGVPcWNMQ3dyQnIxeTZJb29oTGx5N2hoUmRld0lnUkk5Qy9mMy9wQytQS2xTdVlOMitlN000cFQwOVByRjY5V3BxcWtNcEcrZm1YUXdZMmJ0eUk3ZHUzUzh1NkdZNWNYVjBCQUkwYU5jTGF0V3N4YWRJa1pHZG5JeXNyU3hhY1hsNWVXTGR1SFY1NjZhVUNqL044UzB5cjFTSWhJUUhEaHc5SFptYW1iTnUwYWRQUXAwOGZBSG56aDI3WXNBRjc5dXlSN2FOTm16YktQbkErOU1QVFdLdXphdFdxMHB5a1FON25mdmp3SVJZc1dHQTB2T1BqNDdGbXpScDgvZlhYNk4rL1AzYnMyQ0hOdlZuWVpDV2ZmZllaYkcxdHBkdE9DM0x0MmpWa1pXWGg1czJiaFpZRjh2cTFxMVNwSXZYdjNyMTdGOHVXTGNQNjllc3haTWdRaUtLSTdkdTN5MzdYL3Y3KytPS0xMeml1MHd3WW51WFk1Y3VYWmN1elo4OUdpeFl0cE9YVTFGUkVSMGZEMmRuWjZGeWRucDZldUhYckZtclhycDN2cWU2REJ3L3cyV2VmeWRiTm16Y1BpeFl0d3FwVnF6QjkrblJrWldYQnlja0o4K2JOUSsvZXZhVnlWYXBVd1l3Wk05Q25UeDhzWHJ3WWNYRnhtRFJwa3ZTNERqYzN0eEw1bzc1Nzk2N3NtTSt6dGJWRnMyYk5vTlZxRVJVVmhSVXJWdURJa1NPeTAzMHZMeS84KzkvL1JraElpRFFiVlhaMk52YnUzWXQ5Ky9haGMrZk9HRE5tVEtFenRCODlldFRrZXA4NGNVSzZ0VkxIenM0dTM0bEpoZzhmamdFREJtRGZ2bjNZc1dPSGRBdHJhbW9xdG16WllsQisxS2hSbURwMXF1THVHQ29laG1jNTFxRkRCMmxDM1lrVEp5SWdJQUJxdFJwaFlXRUlEUTNGcVZPbkNwd3I4dXJWcTVnMWF4WWNIQnpnNys4UFB6OC90R3paRWcwYU5FQzFhdFVRRXhPRHFWT25TcWZlT3NlUEg4ZTFhOWN3ZXZSb3pKMDdGOGVQSDhlTUdUTlF1M1p0bzhkcDBhSUZ0bS9mamtPSERxRnYzNzdTL29veUpqVXhNUkZwYVdtd3M3T0RuWjBkN08zdG9WYXJjZVRJRWV6ZXZWc3Fwejg3ZTF4Y0hDSWpJM0gzN2wzY3VIRURNVEV4eU1qSU1OaTNsNWNYZ29PRFVhOWVQUVFFQk9Ea3laUFl0R21UMUNMVWFyVTRmZm8wVHA4K2pWZGVlUVgvL3ZlL1MyUkNsZ1lOR2hpczY5aXhvOUVaL1hXY25aMHhldlJvREJzMkRELysrQ08yYnQyS3AwK2ZHcFR6OGZGQng0NGRpelJERkpVc3E1c0pwYmpLY2xhbHFLZ292UFBPTzNqNzdiZlJ0V3RYN05tekIrZk9uY3QzY290MjdkcWhRNGNPMkw1OXUydzg1dk5zYkd5d2UvZHVYTDkrSFhQbnpwWFd1N3E2NXJ0dkd4c2IyTm5aU1gvNG9paENGRVZvTkJxakYyRDY5ZXVIVHo3NXhPVFBldkRnUVN4ZXZMalFjck5telpJZXZaR1FrSUEzMzN4VHVxZmJtSzVkdTJMdTNMa0dzeW1Kb29oZmZ2a0ZYMy85Tlc3ZHVtWHd2dURnWUxScjF3NkFmSGFwYytmT3dkbloyZUMyenZEd2NJTjFPM2Jzd09MRmkxR3BVaVc0dWJtaFpjdVdHRFZxVkpIR21xcFVLdXpkdXhmYnRtMHpPcG5LaHg5K0tIdHNTbG5qckVwVUxqVnIxZ3dmZlBBQlJvNGNpVnUzYnVINDhlTkdoOGgwNk5BQmI3Lzl0dlFQZWRDZ1FkaXpadzkyNzk0dG0zMUpaOWl3WVhqcHBaZFFxMVl0S1FqOC9mM3huLy84Qit2WHI4ZnUzYnNOcnZScXRkb2l6WWhlMFAzaXh2ajcreGRhcG5uejVyTHhyTjdlM3BnOWU3YnNDd0RJRzdMVHJsMDdqQmt6SnQ4V3BDQUk2Tm16SjdwMzc0N0Rody9qNjYrL2xtWkxhdHUyclJTY2dQd09JOTBZVTJkblo5bEQzL0tycjM2cldRa0hCd2VNSERrU2d3Y1B4dTdkdTdGdDJ6YnBDNjU1OCtiNDE3LytWYXo5azNKVzkyMVJYR1U5bjZlK3RXdlhTaGVRcWxhdGlyNTkrMkxRb0VINVhoQlNxOVU0Zi80OGpoMDdodlBuenlNckt3dXVycTQ0ZVBDZ2RORnA0Y0tGU0VoSXdOcTFhNlYrMGV2WHIrT25uMzVDZEhRMGtwS1NwRm5SZGExTVhVdFQ5MS85b0JVRUFYWjJkZ2dORFMzU1RQRkEzZ1VvWTYwckx5OHY5T3paRStQSGp6ZmFhbnZ2dmZjUUZSVUZYMTlmZE96WUVUMTY5RURObWpXTGRHeVZTb1ZkdTNZaEpDUUVXN2R1elhmTWFrR010VVpMV2taR0JyNzk5bHZzMzc4Zm16WnRLdlpENW9yTG1sdWVWdmVCaTh1YzRabVJrWUYxNjliaHRkZGVRNXMyYllvMHpFYXRWaU02T2hwYXJWYldHb3VMaTRPM3QzZTV1RzB4UFQwZEdvMEdnaUJJUTVJY0hCd0s3ZGZMek14RXBVcVZTdVRDU1c1dWJyR2VQNjkvRmI0MEwrUm90ZHB5MGQvSjhDU1RtVE04aWNvYmF3NVA4MzkxRVJGWklJWW5FWkVDREU4aUlnVVlua1JFQ2pBOGlZZ1VZSGdTRVNuQThDUWlVb0RoU1VTa0FNT1RpRWdCaGljUmtRSU1UeUlpQlJpZVJFUUtNRHlKaUJUZ1pNZ0tsY1JqR29qSWNySGxXVVNpS0JZOGZUaVI5U25lODZXSnFPejQrL3VMdXJsVmljeUJMVThpSWdVWW5rUkVDakE4aVlnVVlIZ1NFU25BOENRaVVvRGhTVVNrQU1PVGlFZ0JoaWNSa1FJTVR5SWlCUmllUkVRS01EeUppQlJnZUJJUktjRHdKQ0pTZ09GSlJLUUF3NU9JU0FHR0p4R1JBZ3hQSWlJRkJITlhnTWdVZm41KzNRSDAwUzBMZ3ZBaEFJaWl1Rkt2MktYSXlNaDlaVjAzc2s1OEFCeFpDclV1TVBYcHI5Tm9OSUZsV3lXeVpqeHRKNHNRR1JsNVFSVEZ4QUtLcEtyVjZwL0tyRUprOVJpZVpDblVBSFlYc1AyWG1KZ1lWVmxWaG9qaFNaWmtmMzRiUkZIY1c1WVZJV0o0a3NWSVMwczdCeUQxK2ZXaUtHWWtKU1VkTUVPVnlJb3hQTWxpM0x4NU0wY1V4UitlWHk4SXdxbmJ0MjlubTZOT1pMMFlubVJSUkZFMEdJcWsxV281UEluS0hNT1RMTXJqeDQvUEFNalFXNVdWbTV2TDhLUXl4L0FraXhJZkg1OEpRTDkvODJ4TVRFeTZ1ZXBEMW92aFNSWkhxOVhxOTN2eVFoR1pCY09UTEU1V1Z0WkpBTm1pS0tweWMzUDNtTHMrWkowWW5tUnhZbU5qMDBSUlBDSUl3dm5vNk9na2M5ZUhyQlB2YlNlTEpJcmlIZ0ExelYwUHNsNFdQYXVTdjcvL1NRRGR6RjBQSWpLTDh4RVJFWjNNZFhCTFAyMW5jQkpacjFmTmVmQUtjZG9lSGg1dTdpb1FVUmxxM2JxMXVhdGc4UzFQSWlLellIZ1NFU25BOENRaVVvRGhTVVNrQU1PVGlFZ0JoaWNSa1FJTVR5SWlCUmllUkVRS01EeUppQlJnZUJJUktjRHdKQ0pTZ09GSlJLUUF3NU9JU0FHR0p4R1JBZ3hQSWlJRkdKNWxLRFkyRmprNU9VYTNhYlZhWEw5K1BkLzNSa1ZGSVRjM3Q3U3FSbFpDcFZKSlAxUThGV0l5NU5LVWtKQ0FiZHUyd2QzZEhlN3U3dWpac3ljOFBEeWs3UmtaR2JoNjlTcmF0bTJiN3o1eWNuTHcxVmRmWWRldVhlamR1emVXTEZraTI1NlltSWlQUC80WUVSRVJXTEJnQWZyMTZ5ZmJmdS9lUFl3Yk53NGVIaDRZTldvVUFnTUQ0ZVRrVkxJZnRKaWVQSG1DNE9CZ2RPellFVzNidG9XcnE2dHN1MGFqd1pVclZ4QVdGb2F3c0RBTUhUb1VmZnYyTlhuL3ExYXR3czJiTjFHM2JsM1VyVnNYdzRZTmc0Mk40WGYvNHNXTGtaT1RnM2J0MnFGang0NnkvMWZsUlZaV0ZyWnUzWXFjbkJ4TW56NjlXUHRLU0VqQWdBRURwT1hmZi84OUVGMXhHUUFBSUFCSlJFRlUzN0xQbmozRDY2Ky9MaTMvOXR0dnNMVzFMZlFZMDZaTmsxNHZYTGl3ME4vcHZYdjNzSDc5ZW1uNTg4OC9ML1FZbG9qaGlieFczNEFCQStEaTRvSWFOV3BnNHNTSmFOcTBLWUM4V2VwLytPRi9qd252MmJPbjlEb2xKUVdUSjAvRzMzLy9qYkZqeDJMQ2hBa1FCTVBIUW0zWXNBRTdkKzRFQUlTR2hxSnAwNllZTVdLRXRIM0xsaTNTUC9wRml4WWhPenNiUTRZTWtiYXZXYk1HYXJVYWp4OC94cXBWcTJCalk0TTMzM3l6Wkg4SnhmVHp6ei9qOE9IRE9IejRNQndkSGZIenp6K2pjdVhLMG5hVlNvWHAwNmNqTFMwTkFKQ2Ftb28rZmZvWS9YMFpjL2JzV2R5L2Z4OWhZV0ZvM3J3NWhnOGZibEFtTXpNVFI0OGVoVXFsd3JGangvREZGMStnUjQ4ZStlNnpOR1lqTCt5WXg0OGZ4NW8xYS9EbzBTTUFnS09qSXlaT25LajRlS0lvUXF2VktuNi9LYzZmUHkrOXpzN09MclI4Y25JeWZ2NzVaMm01b29ZblQ5c0JYTDE2RlFrSkNiaHg0d1l1WExnZysyYU5qbzZXWHZ2NCtNaTJiZHk0RVgvOTlSZEVVY1RtelpzeFk4WU1vLys0M24zM1hkU3FWVXRhWHJObURhNWV2U290VDVzMkRhKzg4Z3FBdkQrR0ZTdFc0SjkvL2dFQWhJV0Y0ZlRwMDFMWjNyMTdHdzFPalVhRGt5ZFA0dU9QUDBaQVFBQmVmZlZWdEd2WERuMzc5c1djT1hNUUdSbFpwTi9KM0xsejBicDFhK2xuMkxCaEJaYi82YWVmcE5jOWV2U1FCU2NBT0RrNUlTQWdRRnErZmZzMmZ2MzFWNVBxOHVqUkk5eS9mMTlhN3RXcmw5RnlwMDZka2s1SG5aeWM4T3FyWm4zRWpWRTVPVGw0OHVTSnRMeDU4MmFUZnc5RmtaeWNqTW1USjBzL1ZQSVluZ0F1WExnZ3ZhNWJ0eTY4dkx5a1pmM1FhZFdxbGV4OTc3Ly9QcnAzN3k0dG56NTlHaXRXckREWWYrWEtsZkhwcDU5S3A1bHF0UnB6NXN5UldtSDI5dlpZdm53NTZ0YXRDMDlQVDJ6YXRBa3Z2ZlFTVkNxVjdGdTdjZVBHV0xCZ2djSCtVMU5UTVhqd1lNeWNPUlBIangvSHZYdjNrSldWaGR6Y1hEeDY5QWcvLy93ejNuMzNYUVFIQjV2MCt6aDc5aXlPSFR0bVVsa0F1SG56Sm1Kalk2WGxZY09HUWFQUkdQd0VCQVJJTGMxNjllcmgyYk5uUnN2cFpHWm1Jak16RStmT25aTWRyMEdEQnJoOSs3YjBvM1BreUJIcGRjZU9IYUhWYXFWOTZIN1VhclhSeitEZzRBQW5KeWRGUDBVeFlNQUF6SnMzVDdadThlTEZTRWxKS2RKK0NwT1RrNE5MbHk1SlA0WEp6TXhFZUhnNE1qTXpTN1FlRlJsUDJ3Rlp5NjVEaHc3UzYrVGtaS2tGQ0FDK3ZyNnk5OW5iMjJQWnNtVllzR0FCamg0OWlvWU5HMkxxMUtsR2o5R3FWU3NNSHo0Y0lTRWhFQVFCYmRxMGdTQUlDQXdNbE1xa3BhVkJFQVFzV3JRSVFONHBrdTcwRGdDZVBuMHF0VHE5dmIybE1FeFBUOGU5ZS9la2NpNHVMbkJ6YzhPVEowOWtGd2EyYk5tQ1JvMGF5Ym9lbnBlYW1vclBQdnNzMyszRy9QampqOUpyUHo4L3VMdTdvMDJiTmdXKzU5YXRXMWk2ZENtV0xsMXFzRTMzUUw5T25Zdy9WZmE5OTk0ektILy8vbjM4OGNjZjBycGZmdmtGdi96eWk4Rjc1OHlaSStzUzBRa0tDb0tmbng4QW9FV0xGZ1l0NTRJVTlmUi80TUNCaUkrUHgrYk5td0VBU1VsSldMMTZ0ZlQvdmF6OCtPT1ArUHZ2dnhFZEhZMWJ0MjVCcTlYaXA1OStnck96YzVuV3cxSXhQQUhFeGNWSnI3Lzc3anQ4OTkxM1JzdDkvdm5uQmZiZjNMaHhBOTI2L2U5cHlFdVdMSkZkRkprMGFSTGk0dUl3WnN3WTZUVDl6cDA3QnZ0NTl1eVowZjAvZS9aTTJxYmZRZ01BR3hzYjlPM2JGeU5HakVEanhvMEI1TFUrMXF4Wmc5MjdkMHZsZHUvZVhXQjRybHk1RWsrZlBvVzl2YjFKVi9kemNuSVFHaG9xTFk4YU5hclE5NVNHdlh2M1FoVEZRc3ZaMlJuL0o3OXAweWJwOWVIRGg0c1Vua3FNSHo4ZVVWRlJVbC8za1NOSE1IandZTFJzMmJKVWpuZnMyREdEaTBuRy9pMDdPRGdBeUd1SjZ2OWQ2TVRHeGtyL0JsdTJiQ203dUxsejUwNjR1N3VYWkxYTE5ZWm5HWEowZEpSZGhTd3BUazVPQ0E0T05tanRWYXBVQ2RPblQ4Zmh3NGVsMDdHQ2hrTmR1SEJCT3ZYdDFhdVg3RFE0UDBlUEhrVnFhcXEwWEw5K2ZTVWZvVkN1cnE1UzhLblZhdGt4MDlQVHNYLy9mcFAyb3grZXYvMzJHd0FnUGo1ZTFoOGJGQlJVcExxNXVibWhSWXNXV0wxNnRkRVJBTWJZMk5oZy92ejVHREprQ0ZRcUZVUlJ4T3JWcTdGbHl4YVQzbi83OW0wTUhqellZSDNyMXEweFo4NGMyUmtMa05lSG5SOUJFS1F2SHQzdkp5NHVEbSsvL2JaQjJZOCsra2g2SFI0ZWpvU0VCR2s1dnd0WDhmSHhzbVVYRnhlRDBSaVdpT0dKdkZQZzUyazBHangrL0ZoYWRuTnpLL0xwakNubGpUMXovcFZYWHBIK0ljNmZQMS8yaDIxTVFhZko5dmIyOFBUMGxGcTQrYlVtTXpJeXBGTm9GeGNYVEpvMHFkRHdGRVVSdTNidE1saGZxMVl0bzUvTG1Nek1URGc1T1JWNjFYM1pzbVhTY0xEdzhIQ01HemRPMnJacjF5N3B5OEhGeFFVLy92Z2pIQjBkcGUyQmdZSFNSUnA3ZTN0cHZXNll6dk4vM0ltSmlTYlZYVjk2ZXJwSnczNzBPVGs1eWM0Z29xS2ljT2JNR1hUcDBxWEl4OWRuNnRYdHVYUG40dFZYWDhXNzc3NkxCdzhlQUpEL2ZrcEsvLzc5WmN0dnZ2bW1MSVF0RmNNVE1Cb1NodzhmbHZWQmJkcTBTVkdyS2pRMEZQUG56emRZWDFDNDZIK0RGL1VQOG5rcWxRb1BIejZVbGhzMmJHaTAzS3BWcTZUV3l2VHAwMUdqUm8xQzkzMzI3RmxabjdDK3JLd3NuRGx6QnFkUG44YVRKMCt3ZGV2V2ZJOTc5dXhadEd2WER1M2J0MGUzYnQxa3dXY0svYUZrUTRjT05SaUhxSDg2Yit5MFhmOUtmbGtLRFEwMTZINzUrdXV2MGJselo1T0hjSm1xVTZkT2FObXlwZXpNWitEQWdRYi92blNuN1ZRNGhxY1JvaWdpSkNSRVdtN1pzbVdwblk0KzcvbXJ3Zm4xMFpucTBLRkRzcnVhK3ZUcFkxQW1MQ3dNQnc0Y0FBQzBiZHUyMEpZdWtQYzcycmh4WTc3YlUxSlNNSC8rZkNtNFltTmpwYjVZZlJFUkVVaE1URVJvYUNoTy96OTdkeDRXVmRuK0FmeDdocGxoRlJBaVJGUVV0OWNOQWw1M1RjVXNOVU16TTB0UlROTVVjTUUwVVZ3ak5VeE5TVEF3ZDAycGVOMUNlYlhDeEsxWEpFVktYRkl6d0JXVm5XRm16dThQZnZNMGg1bGhPU3dqenYyNUxxL21MSFBPTXdUM1BNdjlQT2ZubjBYVnV1TGk0ckIxNjFZY09uUklrRCtyb1IyZ0tndWViNzc1cHM1b2VGMVFxVlNDdm1pTnExZXY0dmp4NHhYMlN3Tmx0ZnR0MjdiaDRjT0hnbHBjYkd3c3BrK2ZEbmQzZDBFR3hCZGZmSUZIang3cDdUYlMvTTVKSkJJV1RMdDA2Y0srNExVSHhBNGRPaVJJdXpObEZEejFPSEhpaEtCdk1DMHRyY29qcW5LNXZFcXBJUXFGQWoxNzlxejB2TEN3TUlOL3pDdFdyRENZOHdpVWpXaXZYNytlYmJ1NnVncEc5NEd5WnJObXhwT1ZsWlhlV3JJK1I0NGNFZnh4bHRla1NSTjRlWG5od29VTEFNcHFXZVdENTZOSGp3UURadjM3OXpmWTFWRlVWTVJTdThxbjB6UnUzQmdoSVNGd2NuTEMrKysvajYrLy9ocU9qbzdzdVBZWGtyNW1xWGJ3MUU1VHEwdEhqeDdWNlM3UTJMUnBFM3g5ZlN0c2RjamxjblRwMGtYbkd0N2UzdmpsbDEvdytQSGpLcy9nMG5UbFZMZkdYMVZWN2NKcGFDaDRscU5TcWJCaHc0WmF1OTRycjd5Qzd0Mjc0L0xseXdnSkNhbTE2MWJtM3IxN0NBNE9ab0ZHS3BYaWswOCtnYm01dWVDODlldlhzMDcvR1RObTZPMy8xZWZJa1NPVm52UHFxNit5NEhuMDZGSE1uRGxUTUtCeTl1eFp3ZmtWL2JIUG1UUEg0REdlNXhFYUdvcGp4NDRCS1B2QzJiaHhJN3VYZGo5dlpUWFBUWnMyWWRPbVRSVjlyQXJGeGNWVjJrb3BLU2tSMUFEdDdPemc1ZVdGcEtRa0FHV0RRWEZ4Y2FKbmtWVzM2YTM1SGFFVXBlcWg0Rm5PenAwNzlhWVB1Ym01R1h5UDl2bmxhelp5dVJ5T2pvNndzN01UN09jNFR1ODE4L1B6QmFsS3pabzFNMWdEc2JHeDBicy9LeXNMSDM3NElRdUtFb2tFUzVZczBVbnlUMGxKd2ZmZmZ3K2dyR21tTC8vUkVCOGZINXcrZlJyTm16Y1g1SmhxR3pod0lDSWlJcUJXcS9IdzRVT2NQMzllTUxDbFhVTjNjSENvY0gyQWluQWNoeVpObXJEdFgzLzlGYnQyN2NMNDhlTUJWQzk0MWxSVmFtOWJ0bXdSOUVPLy9mYmJlT09OTjVDY25NeHF5ZEhSMGZEMTlhM1RtckJhclVaMmRqYWJGZGVvVWFNNnU5ZnppSUtubHBzM2J4cnN4eHMvZnJ6ZXZzQWRPM1lJbXNidnYvOStsZTRsazhuMHB0Zk1tVE9IMVVBQW9FK2ZQZ2dJQ0lDVGsxT1ZydnZYWDMvaHd3OC9aSU0vWm1abVdMWnNtZDYrem1YTGxyRStTWlZLaFFVTEZoaTg3cjE3OXhBYUdncWdiRFMzUjQ4ZWlJeU14RWNmZlNSWU9FS2JnNE1EUEQwOTJTeXRvMGVQc3VDcFZxdHg3dHc1ZHU2cnI3NWFvOEd4NmRPbjQvVHAweXczTVRvNkdyMTc5NGE3dTN1RmZaNjV1Ym13c0xBUTNXUXRuelpWMll5ajlQUjB3ZUJabzBhTk1IYnNXTmphMm1Ma3lKR0lpNHNEVUpiOXNIejVjbno1NVplMVBuaWtvY2sxMWFqcTd4Z3BROEh6LzVXVWxDQTBORlF3dU5LK2ZYdldyeGNSRVlHMmJkdWlVNmRPN1BqaHc0Y0ZUWHhQVDAvNCsvdUxMc1BSbzBjRmdSTUE5dTdkaS9qNGVBd2JOZ3dUSmt4QXMyYk5ETDcveG8wYm1EWnRHcXU1V2xsWklTSWl3bURmcWlZOUJRQisrKzIzQ3N1V241L1BGbnRZdVhJbDJyVnJ4K2JRVjJUQWdBRXNlUDcwMDArWVAzOCs1SEk1MHRMU0JDbEJsZlhQUlVWRkdVeFZBc3BxK0lzWEw4YkVpUk9oVnF1aFVDancyV2VmNlV4SkxkOHlzTFcxWmMxOU1VNmZQbzNnNEdDMlhiNWJSRnR1Ymk0V0xGZ2dDT1lCQVFFczUvR0REejdBa1NOSFdOL3UyYk5uc1hYcjFpcC9JVmVYcDZlbklIZ09HRENnVHU3enZLSzU3U2pyTTF1MmJCbXVYYnZHOWcwWk1nU2JOMjlHOCtiTkFaUUYxNkNnSUZ5NWNnVUFzRzNiTml4ZHVwVFYzSnljbkJBUkVTRzY5bFErTlVxYlFxRkFmSHc4Um80Y2llWExsd3NTa3pVeU1qSXdaY29VRmpnZEhCd1FFeE5UcFVFcE1TUVNDYXVKVmtSNzlEd3ZMNCt0STZBOUpkYk56VTN3cFNSVzU4NmQyWUJZNTg2ZEVSWVdWdXZaQytXVlh4ZlRVQTFXcVZSaS92ejVnaTZDVnExYUNXWmtPVGc0WU5hc1dZTDNSVWRIMThuQ0lVRFppTHF6c3pPNmR1MksyYk5uNCsyMzM2NzBQZkh4OFpnM2J4NWVmZlZWblVSOFUwTTFUd0NSa1pGSVRFeGsyODdPenBnM2J4NnJ1VTJlUEJrRkJRWEl6YzNGNU1tVDRlSGhJV2h5MnRuWklTb3FDaSs4OEVLMTc1MlptWW5JeUVpZDJrOTRlRGlLaW9xd2NlTkdQSG55QkVCWjAvckFnUU5JU0VoQVVGQVErOE5MUzB0RGNIQXdxN0cwYU5FQ1gzNzVKVnhkWFN1OGQyV2pvTm9aQnExYnQyWk5TbzJxQkNKWFYxZTBidDJhTmFmUG5UdUhBUU1HQ0lLbnZpNEZzUUlEQStIaTRnSi9mMytZbVprSm10VGFaWjR3WVlKZ1pTc3hVbEpTQkt0b21abVo2ZjN5Vkt2VkNBc0xFL3pPYUdZWWxmOFpqaGd4QW9tSmlXejJrMXF0eG9JRkM3Qng0MGFkUG10OTl1N2RpMTkrK2FWS1dSUDkrdlZqMDRsbno1NE5hMnRydlBiYWE3Q3lzb0pLcFVKNmVyck9sRTVEK2JxbXlPU0RaMHhNRExadjM4NjJOU3NjYVpwUzdkcTF3NFlOR3hBWUdJamk0bUlVRlJVSi9naWNuWjBSR1JrSmQzZjNDdTlUZnVxYXByTit6Smd4T3FrM00yZk9aQUZsMEtCQjJMUnBFK0xpNGdUWDBCNTRtVDU5dXVBYWhZV0ZncVprZVZXZHlsaGIzbjc3YmVUazVHREFnQUZvMTY0ZDB0UFRCVFd3d1lNSDE5cTliRzF0QmRNS3k2L2NYOXN6YUxTRHA3NWFaMmxwS1pZc1dhTHo1ZmpCQng4WURJWmhZV0Y0OTkxM1VWQlFBS0FzVFNzb0tBanIxNitIdDdjM095OC9QNTlsTTJob1Z2V3E2alJSb094bmRQTGtTZnp5eXk5WXUzWXRZbU5qY2YzNmRTeFpzcVRLMXpCRkpoODh5NmZMeko4L0g1MDdkMmJidWJtNVNFdExnNVdWbGQ2MU9wMmNuSER6NWsyNHVyb2FiTEpsWm1icXJGUVVGaGFHcFV1WFl1M2F0Wmc5ZXphS2lvcGdhV21Kc0xBd1FUQnAxS2dSNXM2ZGl5RkRobUQ1OHVXNGNlTUdBZ01EMGE1ZE8zWk8rZUQ3OE9GRFBIejRzT28vaERwV3ZqbW92ZHhkcDA2ZFdOZElSY3F2cEZSVjJ2MjZ3RDhCenM3T3JsWldtZi9ycjcvWTYvS2oxWGw1ZVpnM2J4NnJSV3IwN2RzWGt5ZFBObmhOVjFkWExGMjZGSFBuem1YN0Nnc0xFUmdZaUNWTGxtRHc0TUdJalkxRlRFeU13Zm5rNVJkSlVhdlZzTGEyeHJ4NTg5ZytUWUM5ZWZNbU83K3dzQkJObWpReGVOMUdqUnJCMDlNVFhidDIxVWx0MGp6ZW8vd1VZSDJQL0hnZVpqS1pmUERzMWFzWDZ6U2ZObTBhUm93WUFhVlNpWFBuemlFaElVR3d3SzQrbHk5ZnhzY2Zmd3k1WEE1dmIyOTRlWG1oUzVjdWFOT21EUndkSFpHZW5vNFpNMmF3cHJkR1ltSWlybHk1QW45L2Z5eGN1QkNKaVltWU8zZXV3YVoyNTg2ZHNYMzdkaHc4ZUJCRGh3NWwxN08zdDYrbG4wVHRxYzRTYmVucDZUcm5HMW8ycmpLblRwM0NIMy84QVd0cmE4aGtNdVRsNWJGVUxLQXNXR2grWHRYSjVjM0p5VUZlWGg2a1VpbWtVaWxrTWhtVVNpVU9IejRzbUNYVW9rVUw5am9qSXdQejVzM1RTWVBxMEtFRFZxeFlVV25OME5mWEYrUEhqOGVPSFR2WVBvVkNnWVVMRjBJaWtjRGEybHB2Z0xPd3NFRC8vdjExZ3RPeFk4Y3dhTkFndlBQT080TDlqeDQ5RWpURjNkemNZRzl2RDNOemMzQWNCNWxNQmc4UEQzVHYzaDNkdTNkSGh3NGRzR3paTXF4YnR3N3IxcTBUWEt2ODQyTTA5UFc3UHcrSjh5WWZQTHQyN1lybzZHZ0VCQVNnUjQ4ZVdMeDRNVTZlUEtuVFY2YlJvMGNQOU9yVkM5dTNieGZrWXlvVUNwdzllNWJWWkNVU0NmYnQyNGM3ZCs0SUFxZXRyUzI3OXUzYnR4RWVIczZPblRwMUNsS3BsS1dtOER3UG51ZWhVcWtFZnlnUkVSRUF5bjVabHkxYlZtZS9pQTN0RjF5cFZDSTZPdHJnOGJadDI0b2FNRHA1OGlTV0wxOWU2WG5hbzlVNU9UbUNoV1dBc243anlNaklLaWVqQndjSDQvcjE2emg5K2pUYjE2ZFBId3djT0ZEUUZ5bVJTTkMxYTFjTUhUb1V2cjYrN1BvT0RnNHNvMkhCZ2dVVnBxSnBhTlpRdGJTMFJHeHNMRHAyN0ZoaEJvRXBNL25SOW80ZE95SWtKQVRCd2NHd3RyWkdZbUtpM3NEWnExY3Z4TVRFWU9QR2pSZzdkaXoyNzkrUDRPQmdnd3RvakI0OUd1N3U3b0lwaDk3ZTNqaDgrRERHakJtak4zZFBrMkpUVWxLQ2twSVMxZ1F5MUlReXRGanc4MmpObWpWSVNrcENVbElTdnZqaUM3M25lSGw1R2N5SjVEZ09VNmRPRlhWdjdYNUdRenAxNmlUSUErN1pzeWMrL2ZSVFZzUHMwS0VEWW1OanE3WGVwVVFpd2VyVnExbmZhS2RPbmZEWlo1L0J6TXdNclZxMVF2djI3VEY3OW13Y09YSUVVVkZSR0Rac21DQXdUNXc0c2NyM0FzcSsyTFhYQnZEeThxTEFXWUc2eWI2dEo5N2UzanhRdXpXa0RSczJzQUVrZTN0N0RCMDZGRysrK2FiQkFTR2xVb25rNUdRY1BYb1V5Y25KS0NvcWdxMnRMUTRjT01BR25aWXNXWUxzN0d4czJMQ0I5YmxkdlhvVlAvendBOUxTMHZENDhXTVVGaGF5eDFDbzFXb1dNRFgvMWU3RDRqZ09VcWtVQ1FrSmRiNW9iMVZvTjd2Mzc5OWY0NFVqSkJJSk9JNFRYRmM3enpNdExVMlFKcVc5S3BhZm54K3lzcklnbFVwaGJtNE9XMXRidEc3ZEdxTkhqeFk4SmFDNkJnMGFwSGVwT21kblp3d2FOQWhUcDA3Vlc2UDg1cHR2Y1A3OGVZU0hoNHQrNG1sZVhoNFdMMTZNUllzV1ZidWY5ci8vL1M4T0h6Nk11M2Z2VnZnSWtqWnQydUNERHo2b2NDYWRSbUZoWVkwZlhWelQ3aWJONzhhRkN4ZU1Gc01vZUpaVFVGQ0F5TWhJdlB6eXkraldyVnUxbW5sS3BSSnBhV2xRcTlXQ1Avd2JOMjdBeGNYbHVaMDdyTDA0aGJPemM0MlgwWHNXNWVmblE2VlNnZU00bHBJa2w4dXJOS3JOODN5ZHpSSXlWUlE4YTZndWdpY2g1Tm4zTEFSUGsrL3pKSVFRTVNoNEVrS0lDQlE4Q1NGRUJBcWVoQkFpQWdWUFFnZ1JnWUluSVlTSVFNR1RFRUpFb09CSkNDRWlVUEFraEJBUktIZ1NRb2dJRkR3SklVUUVDcDZFRUNJQ0JVOUNDQkhodVZoSnZqcVBmU0NFa05yUW9HdWVQTS8vV3ZsWmhKRG5WS3F4QzBCSWcrUHQ3YzFyMW5NbHhCZ2FkTTJURUVLTWhZSW5JWVNJUU1HVEVFSkVvT0JKQ0NFaVVQQWtoQkFSS0hnU1FvZ0lGRHdKSVVRRUNwNkVFQ0lDQlU5Q0NCR0JnaWNoaEloQXdaTVFRa1NnNEVrSUlTSlE4Q1NFRUJFb2VCSkNpQWdVUEFraFJBUUtub1FRSWdJRlQwSUlFWUdDSnlHRWlFREJreEJDUktEZ1NRZ2hJbER3SklRUUVTaDRFa0tJQ0JROENTRkVCQXFlaEJBaUFnVlBRZ2dSZ1lJbklZU0lRTUdURUVKRW9PQkpDQ0VpY01ZdUFDRlY0ZVhsTlJEQUVNMDJ4M0Z6QUlEbitUVmFwNTFKVFUzOXZyN0xSa3lUMU5nRklLU0tsSnFBcVUxN24wcWxHbG0vUlNLbWpKcnRwRUZJVFUwOXhmTjhUZ1duNUNxVnloL3FyVURFNUZId0pBMkZFc0MrQ280ZlQwOVBWOVJYWVFpaDRFa2FrbmhEQjNpZS83WStDMElJQlUvU1lPVGw1WjBFa0Z0K1A4L3pCWThmUDk1dmhDSVJFMGJCa3pRWTE2OWZMK0Y1L3J2eSt6bU8rK25XclZ2RnhpZ1RNVjBVUEVtRHd2TzhUaXFTV3EybTlDUlM3eWg0a2dibC92MzdTUUFLdEhZVmxaYVdVdkFrOVk2Q0oybFFzckt5Q2dGbzkyK2VTRTlQenpkV2VZanBvdUJKR2h5MVdxM2Q3MGtEUmNRb0tIaVNCcWVvcU9oSEFNVTh6eXRLUzB2ampGMGVZcG9vZUpJR0p5TWpJNC9uK2NNY3h5V25wYVU5Tm5aNWlHbWl1ZTJrUWVKNVBnNUFFMk9YZzVpdUJyMnFrcmUzOTQ4QWZJMWREa0tJVVNSZnVIQ2hyN0Z1M3RDYjdSUTRDVEZkZll4NTgrZWkyWjZTa21Mc0loQkM2cEdQajQreGk5RGdhNTZFRUdJVUZEd0pJVVFFQ3A2RUVDSUNCVTlDQ0JHQmdpY2hoSWhBd1pNUVFrU2c0RWtJSVNKUThDU0VFQkVvZUJKQ2lBZ1VQQWtoUkFRS25vUVFJZ0lGVDBJSUVZR0NKeUdFaUVEQmt4QkNSS0RnU1FnaElsRHdmRTVsWkdTZ3BLUkU3ekcxV28yclY2OGFmTy9GaXhkUldscGFWMFVqZWhRWEYwT3RWaHU3R0tRYW5vdkZrSjhYMmRuWjJMWnRHeG8zYm96R2pSdGowS0JCY0hCd1lNY0xDZ3B3K2ZKbGRPL2UzZUExU2twS0VCMGRqZDI3ZDJQdzRNSDQ1Sk5QQk1kemNuS3dZTUVDWExod0FZc1hMOGF3WWNNRXgrL2N1WU1wVTZiQXdjRUI0OGFOdzhpUkkyRnBhVm03SDFTRW9xSWliTjI2RlNVbEpaZzllM2F0WEhQdDJyVzRmdjA2M056YzRPYm1odEdqUjBNaTBhMVBMRisrSENVbEplalJvd2Q2OSs0dCtIK2lUMmxwS2ZMeTh1RGc0SUI5Ky9ZaElpSUNBREJyMWl6NCsvdmp3WU1ITURNekUxeG54b3daU0UxTmhiMjlQWHIzN28ybFM1ZFdlSSt0VzdmaTBhTkhNRE16RS93ODh2THlxdkVUS0NPUlNHQnRiVjN0OTVrNkNwNzFUSzFXdzgvUER6WTJObmp4eFJjeGJkbzBkT2pRQVVEWml2amZmZmZQSThrSERSckVYajk5K2hSQlFVSDQ0NDgvTUduU0pIejQ0WWZnT04xSFVHM2F0QWs3ZCs0RUFDUWtKS0JEaHc1NDc3MzMyUEV0VzdiZ2YvLzdId0JnNmRLbEtDNHV4cWhSbzlqeDlldlhRNmxVNHY3OSsxaTdkaTBrRWduZWZmZGRkcnd1VnZEKzdMUFA4TW9ycnhnOG5waVlpUFhyMStQZXZYc0FBQXNMQzB5Yk5xM0c5ejF4NGdUKy92dHZuRHQzRHAwNmRjS1lNV04wemlrc0xNU1JJMGVnVUNodzlPalJTc3Q2NDhZTmhJV0Z3ZGJXRnBzMmJkSjd6dXJWcTNIbXpCbE1uRGdSWThlT2hWS3B4RysvL1FhMVdvMmNuQnc0T1RsVld2WkRodzdoOXUzYmtFZ2tndURadjMvL3lqOTRPUysrK0NLT0hEbFM3ZmVaT21xMjE3UExseThqT3pzYjE2NWR3NmxUcHdTMWo3UzBOUGE2V2JObWdtTXhNVEg0L2ZmZndmTThObS9lakxsejU2SzR1RmpuK3BNblQwYlRwazNaOXZyMTYzSDU4bVcyUFhQbVRIVHQyaFVBd1BNOFZxOWVqVC8vL0JNQWNPN2NPZno4ODgvczNNR0RCd3NDcDdHVWxKVGd3WU1IYkh2ejVzMzQ1WmRmYW5UTmUvZnU0ZSsvLzJiYnI3MzJtdDd6ZnZycEp5Z1VDZ0NBcGFVbCt2U3ArTEU1Ly9uUGYzRDE2bFdjUDM4ZWh3NGQwamwrK3ZScC9QampqeWdzTE1UdTNidVJrNU9ETTJmT1FLVlNzWE82ZGVzbTVpT1Jla1kxejNwMjZ0UXA5dHJOelEzT3pzNXNPelUxbGIzMjlQUVV2Ry9XckZsNDhPQUJmdnp4UndEQXp6Ly9qTldyVjJQUm9rV0M4Nnl0clJFZUhvN0preWREclZaRHFWUWlORFFVZS9ic1FhTkdqU0NUeVJBUkVZR0FnQUFVRmhZaUlpSUM3dTd1VUNnVVdMbHlKYnRPKy9idHNYang0Z28vaTF3dWg1bVpXZlYvQ0NocmhsZVZuNThmZUo3SDh1WEwyYjdseTVmaisrKy9oNTJkWGJYdVcxaFlDQUE0ZWZLa1lIK2JObTF3NjlZdHR0MnlaVXNBd09IRGg5bSszcjE3UTYxV3MydG95T1Z5U0tWbGYwcEJRVUg0NVpkZmtKbVppVDE3OW1ERWlCR0NjelcxVVFzTEM2eFpzd1l1TGk3NDRvc3YySEZMUzB1ODlOSkwxZnBNK2pSdTNCaEJRVUVWbmxPK1M0ZFVEd1hQZXFaZHMrdlZxeGQ3L2VUSkUxWURCQUFQRHcvQisyUXlHVmF0V29YRml4Zmp5SkVqYU51MkxXYk1tS0gzSHA2ZW5oZ3paZ3oyN05rRGp1UFFyVnMzY0J5SGtTTkhzblB5OHZMQWNSenJXeXN1TG1iTllnQjQrUEFocTNXNnVMaGc0OGFOT3ZlWk1HRUN2THk4QUFDZE8zZXVWcjlaZFp2L3c0Y1BSMVpXRmpadjNnd0FlUHo0TWRhdFcxZHAzMkI1ZmZ2cWYxTHQ5T25UQmRzcEtTbjQrKysvY2Y3OGViYnYrUEhqT0g3OHVNNTdRME5EV2RmSGlSTW40TzN0alJkZWVBRnZ2dmttTGx5NHdNN0x5TWpBVzIrOWhkTFNVblRzMkJFRkJRVW9MQ3dVQlBLaW9pTDA2TkZENXg0OWUvWkVlSGc0Qmc0Y0tOaXZWcXZaejFMN1FZalcxdFk2Z2JzOENwNDFROEd6bnQyNGNZTzkvdWFiYi9ETk45L29QVy9seXBXQ21tQjUxNjVkZzYvdlAwOWUvdVNUVHpCMDZGQzJIUmdZaUJzM2JtRGl4SW1zbVg3NzltMmQ2eng2OUVqdjlSODllc1NPYVRjcHRjWEd4ckxYaHc0ZHF2TkJoNmxUcCtMaXhZdXN6L2J3NGNONDY2MjMwS1ZMbHpxNTM3ZmZmZ3VlNXlzOVQxUHJCSUFGQ3hhdzF4Y3ZYaFNjZCtUSUVkYTNlUFhxVmFTbXBzTGYzOTlnVmtSTmxKYVdJaU1qbzlhdlMvNUJ3Zk01WldGaGdhaW9xRnEvN3ErLy9nb0F5TXJLRXRSc0preVlVSzNyMk5uWm9YUG56bGkzYnAzZUVXNTlKQklKRmkxYWhGR2pSa0doVUlEbmVheGJ0dzVidG15cDFyMDFiRzF0V2VCVEtwWEl6YzFseC9Mejh4RWZIMStsNjJnSHorcmF0MjhmZXkyWHkvSGlpeThDS1B2Q3lzN09adnVyTW9pazdkNjllNEtCUWxMN0tIaldNeGNYRjUxOUtwVUs5Ky9mWjl0MmRuYXdzcktxMW5XcmNyNis1OXQzN2RxVjVSY3VXclNvMHFhZXBvOHpLeXRMc0Q4bko2ZXFSV1h5OC9PcjNXZHFhV2twcUFsZnZIZ1JTVWxKb2thWlY2MWF4ZEsrVWxKU01HWEtGSFpzOSs3ZHJHL1R4c1lHLy9uUGYyQmhZY0dPanh3NWtnMWl5V1F5dGwvVEJOKy9meitpb3FJRWZidlRwMCtIajQ4UDJyVnJCNkRzaTJqT25EbnMrSUFCQTdCaXhRb0F3UFhyMS9IT08rOEFLT3ZlV2JKa0NTdW41djZhMFhaTlRaelVMd3FlOVV4N0FFTGowS0ZEZ3I2NzJOaFl0RzdkdXRyWFRraEkwQmxBQXZRSFRRM3R4T3pxQkRMdGtlcjZsSkNRb05PTjhOVlhYNkZmdjM1NlU3ZkUwazRaZS92dHQzVnlPN1diODlvMXo4dVhMeU0yTnBiMWRVb2tFdll6UG5Ma0NLS2lvakJ3NEVETW5Ea1RXN2NLUjVsdkFBQWdBRWxFUVZSdUZWeFQrd3RKdS85WjN4ZHVaWnljbkxCczJUTEJQazIvcmx3dUZ3eFNtWnViVi92NmhJS24wZkU4anoxNzlyRHRMbDI2aUFxY1lpaVZTc0YyZFpxZjJzSHp6VGZmUkZoWVdLMlZ5eENWU2lWbzVtcGN2WG9WeDQ4ZkYrVEYxbFJjWEJ5MmJ0MktRNGNPNlczK2FnZHdxVlFLbFVxRmlSTW5JajA5bmUxdjI3WXQrdlhyeHdhNU5IM09QLzc0STVLU2tuUytCUDc4ODArbzFXcElKQkxjdkhtVDdYZDFkYTFTbWJVRHVybTV1Y0hKRkdabVpoVk90Q0JWUThIVHlFNmNPQ0dZS3BtV2xsYmxrV2k1WEk0elo4NVVlcDVDb1VEUG5qMHJQUzhzTE14Z0VGeXhZb1VnRjFJN2VHcW5XOVdsbzBlUDZuUVhhR3phdEFtK3ZyN1ZxajBYRlJXeEdUbmwwNDhhTjI2TWtKQVFPRGs1NGYzMzM4ZlhYMzhOUjBkSGRsejdpMGNtazhITXpBeTllL2Rtd2RQSHh3ZWZmLzY1SVBsOHlwUXBMTDlUcFZKQkxwZXpIRktnYkFiWnJWdTM0Tzd1amovKytJUHQxelR6RGNuSXlFQnFhcXBnQURFdkw0OU5saWhQcVZUcVBlYm41MWZ0MUM5VFJzSFRpRlFxRlRaczJGQnIxM3ZsbFZmUXZYdDNYTDU4R1NFaEliVjJYWDIwZytlbVRac016cWFwaXJpNHVFcHIyeVVsSllJQk1EczdPM2g1ZVNFcEtRa0FjT3ZXTGNURnhWVXJxVis3djdFOG51Y1JHaHFLWThlT0FTajdZdG00Y1NNYjNOS2UrNitwc2Z2NysrTzc3NzdEbURGak1ISGlSQVFFQkxEc2l0NjllNk5UcDA3bzFhc1hCZzBhaFAvODV6OFlOV29VSmsyYWhCWXRXckNSOFY5Ly9SVXRXN2JFdVhQbkFKUTErelV6MEFEZy92MzcrUDMzMzFuUVY2dlZyR2FzWFp0OCt2U3BvR211cmJTMFZPK3hYcjE2VWZDc0JncWVSclJ6NTA2OTZVTnVibTRHMzZOOXZ2WkFCVkJXRTNWMGROVDVBK0E0VHU4MTgvUHpCYWxLelpvMU0xaHpzN0d4RVd6WFpwK245a0NNSVZ1MmJNSGR1M2ZaOXR0dnY0MDMzbmdEeWNuSnJCWVlIUjBOWDEvZldxa0pjeHlISmsyYXNPMWZmLzBWdTNidHd2ang0d0hvRDU1S3BSTFIwZEZvMUtnUjB0UFRXUzNVenM0T0gzLzhNYVJTS2U3ZHV3ZEhSMGRNbmp3WnpzN09XTHg0TWJwMDZZTGh3NGREcFZJaEtTa0piZHUyeGVQSGp3R1UxVG8xZzRGSlNVa1ZCbnhES1dXa2JsRHdOSktiTjI4aUppWkc3N0h4NDhmckhmWGVzV01IMXE5Zno3YmZmLy85S3QxTEpwUHBUYnVaTTJjT3E3a0JRSjgrZlJBUUVGQnBXa3h1Ymk0c0xDeXFGUFQwS1o4V1ZObkNJK25wNllMQmxVYU5HbUhzMkxHd3RiWEZ5SkVqRVJjWEI2Q3MyYnQ4K1hKOCtlV1h0VEo0TkgzNmRKdytmWnJWSHFPam85RzdkMis0dTd2cjlIa0NRSGg0T0pzQnB1M3AwNmZ3OC9QVDJaK1Nrb0pYWDMwVlFOa2tnNHNYTCtMOCtmT0N3S3pkRkxlMXRkVmJUazlQVDNoNmVnb3lObnIzN3EzVHF0RjBCMWxhV2lJNU9ibmlEMDhxUmNIVENFcEtTaEFhR2lwSWptN2Z2ajFydWtWRVJLQnQyN2JvMUtrVE8zNzQ4R0hCSDRPbnB5ZjgvZjFGbCtIbzBhT0N3QWtBZS9mdVJYeDhQSVlORzRZSkV5YWdXYk5tZXQ5cmEydkxtck5pbkQ1OUdzSEJ3V3k3b3RIZTNOeGNMRml3UUJDc0FnSUNXQ0Q1NElNUGNPVElFZGFNUFh2MkxMWnUzVnFsTDVhb3FDaURxVXBBV1UxKzhlTEZtRGh4SXRScU5SUUtCVDc3N0RPZDJWYmxXd0JpK1ByNjR1TEZpK0I1SHIvOTlodmJyNzBJU2VQR2pXRnRiWTJYWG5vSmFXbHB5TTNOaFVRaVlYbXV1M2Z2WnVlNnVMZ0kxa3JRcGxhckJjZk16YzByN1ZjbHVtaGhrSHJHOHp5V0xWdUdhOWV1c1gxRGhnekI1czJiMGJ4NWN3Qmx3VFVvS0FoWHJsd0JBR3pidGcxTGx5NWxvNmxPVGs2SWlJZ1FQYSs4ZkdxVU5vVkNnZmo0ZUl3Y09STExseTluaWRxMVNYdVFCRERjYkZjcWxaZy9mNzZnaTZCVnExWVlOMjRjMjNad2NNQ3NXYk1FNzR1T2pxN3h3aUVhblR0M1p0TmFPM2Z1akxDd01JTlpDcE1tVFVKa1pLUmdjRzdxMUttSWpJeEVaR1Nrb056ZTN0NkNhd3diTmd4eXVWeXdyMmZQbm9MdUZqYzNOeVFsSldIRGhnMW8zTGl4VGxtMXAvYzJhZElFQVFFQmduOGFKU1VsZ3YzejU4K3Y2bytEYUtHYVp6MkxqSXhFWW1JaTIzWjJkc2E4ZWZOZ1pXV0ZpSWdJVEo0OEdRVUZCY2pOemNYa3laUGg0ZUhCQmcrQXN2NnpxS2dvdlBEQ0M5VytkMlptSmlJakkzVnFqZUhoNFNncUtzTEdqUnZ4NU1rVEFHWDlad2NPSEVCQ1FnS0Nnb0l3YnR3NFRKZ3dRYkJDa3hncEtTbUMxYURNek16MGZnbW8xV3FFaFlVSlBydG1obEg1bEtvUkkwWWdNVEdSelg1U3E5VllzR0FCTm03Y3FMUEFpaGlCZ1lGd2NYR0J2Nzgvek16TUJGME93RC9CczMzNzlzak16R1I1dFhLNUhENCtQdkR4OGNHalI0OFFIaDRPb0t3L3RYekF0N2UzUjVjdVhRUTV1ZVVIdnlxYmlhWDlzMnJUcGswMVB5V3BMZ3FlOVNnbUpnYmJ0MjluMjVvVmpqUk4wSGJ0Mm1IRGhnMElEQXhFY1hFeGlvcUtCSDhRenM3T2lJeU1oTHU3ZTRYM0tiOGl1VnF0Um5aMk5zYU1HYU9Ua2pOejVrd01HVElFUU5uNm9aczJiVUpjWEp6Z0dyVzlSSnAyOE5SWDZ5d3RMY1dTSlV0MGd2d0hIM3hnTUJpR2hZWGgzWGZmUlVGQkFZQ3lOS1Nnb0NDc1g3OWVwNVpYWGJhMnRqbzFOMjNhemZZalI0NndQa3VGUW9FcFU2YWdSWXNXQVA1SmZKODRjYUtnUzBZenpiVDhaSWF2dnZvS1hicDBNZGpYcVMwakk0TzFFamlPRS95Y25KMmQ5UzRDVXI2YmdsUVBOZHZyMGRtelp3WGI4K2ZQUitmT25kbDJibTR1MHRMU0RFNjFkSEp5d3MyYk4vV3U0Nm1SbVpuSnB2aHBoSVdGd2NuSkNXdlhybVdETTVhV2x2ajAwMC9aNkRGUU5oQXpkKzVjYk4yNmxhVU9CUVlHc3Y0d096czdPRGc0MU9nZkFQejExMStDZTJyTHk4dkRqQmt6QkxWem9HdzFwTW1USnh2ODNLNnVyanBkRVlXRmhRZ01ETVRSbzBmMXZrY3pYZExIeDZkYWdTUXpNMU93cmYwRk1IbnlaSHovL2ZjWU5Xb1U2OHY5NjYrLzJHYzJOemVIajQ4UDY0TEp6YzNGL1BuekJmMlZHdW5wNlpnNmRhcmc1MldJOW1kczNicTFJT0JhV0Zpd3o2bjlqOVFNMVR6clVhOWV2ZGhLTzlPbVRjT0lFU09nVkNweDd0dzVKQ1FrQ0JiZTFlZnk1Y3Y0K09PUElaZkw0ZTN0RFM4dkwzVHAwZ1Z0MnJTQm82TWowdFBUTVdQR0ROYjAxa2hNVE1TVksxZmc3KytQaFFzWElqRXhFWFBuempVNGM2Vno1ODdZdm4wN0RoNDhpS0ZEaDdMclZTY25OU2NuQjNsNWVaQktwWkJLcFpESlpGQXFsVGg4K0xCZ2xwQ21WZ2FVMVo3bXpadW5rd2JWb1VNSHJGaXhvdEptcTYrdkw4YVBINDhkTzNhd2ZRcUZBZ3NYTG9SRUltRWoyOVZ4NnRRcC9QSEhIN0MydG9aTUprTmVYaDYrLy81N2Rsd2lrY0RlM2g1QTJXai83ZHUzY2UzYU5UeDkraFF5bVV5bmxscFNVb0xBd0VCMDZ0UUp3NGNQUjFSVWxPRC9sNW1aR1Z4Y1hOalA0T3JWcTNqMzNYY1JHaHFLb1VPSG9xaW9DSVdGaFlMRm9SOC9maXlZVHFwcFNXams1ZVVKWnJHUjJrSEJzeDUxN2RvVjBkSFJDQWdJUUk4ZVBiQjQ4V0tjUEhsU3B3OU5vMGVQSHVqVnF4ZTJiOTh1eU1kVUtCUTRlL1lzcThsS0pCTHMyN2NQZCs3Y0Vmd2gydHJhc212ZnZuMmI5YmtCWlVGQktwV3lsQjZlNThIelBGUXFsYURKcm5uK3pyQmh3M1RtU2xmazVNbVRnc1dMRFJrd1lBQjduWk9USTBpM0FjcHFVWkdSa1ZWZUtDVTRPQmpYcjEvSDZkT24yYjQrZmZyb3JJTlpWWnJjVFVQYXRtMExxVlFLbnVjUkZCU0VTNWN1Nlp4alkyTURYMTlmSEQ5K25IV2IzTGx6UjZlRklKVktzV3JWS25oNGVHRGl4SW1zaGx0U1VnSkhSMGZrNXViaWxWZGVFVXpEbE12bE9ITGtDTHV1UkNMUmVTNVZUazRPMXF4WkkrcnpFOE9vMlY2UE9uYnNpSkNRRUFRSEI4UGEyaHFKaVlsNkEyZXZYcjBRRXhPRGpSczNZdXpZc2RpL2Z6K0NnNFBaY21YbGpSNDlHdTd1N3VqZnZ6OExNdDdlM2poOCtEREdqQm1qTitkUmszcFRVbEtDa3BJU0tCUUtsSmFXR255Q282RkZoQTJwU2o5anAwNmRCUG1zUFh2MnhLZWZmc3BxbUIwNmRFQnNiS3pla1dWREpCSUpWcTllemZyOE9uWHFoTTgrKzB6dm9OU2FOV3VRbEpTRXBLUWtnN054dkx5OERPYU1jaHlIcVZPbnN0ZWFHcTZHWEM3SHVISGpjT2pRSVN4WnNnUUhEeDdFcUZHajBLVkxGK3pkdTFmUWQyMWxaWVhQUC84Y0F3WU1nS09qSTZLaW9saXRmTVNJRWVqWnN5ZnM3ZTExK3J0YnRteUpVYU5Hb1hmdjNnREtwbGlLR1V3azFVYzF6M29razhrd2R1eFlBR1VwTjJQSGptVURTUGIyOWhnNmRDamVmUE5OblQ4UUt5c3JCQVFFWU55NGNVaE9Uc2JSbzBlUm5KeU1vcUlpMk5yYXNqOWdDd3NMK1ByNklqczdHeHMyYklDRmhRWG16cDJMNGNPSDQ0Y2Zma0JhV2hvZVAzNk13c0pDcUZRcVZzdlVCRXpOZjdWck5oekhRU3FWVm1sdXZMYm16WnZEd2NGQjcxSjF6czdPR0RSb0VLWk9uYXFUbnVQcjY0dVFrQkNjUDM4ZTRlSGhvcDdjYVdGaGdmWHIxMlB4NHNWWXRHaVJ3VlFvUzB0TDF1ZHFiMit2ZC9VaVcxdGJORzNhRkZsWldaQktwVEEzTjRldHJTMWF0MjZOMGFOSEM1NEcwS1pORzR3Y09SS0ZoWVhvMTY4ZmV2WHFKYWd4TjI3Y0dLR2hvVkNwVkRBek04T21UWnN3Y2VKRU5HM2FGRXVXTEJIY3YxbXpadGk1Y3lkV3JWb2x5SW50M0xrelM5cDNkbmJHN05teklaZkxFUkVSZ1pDUUVMMlAzbkJ6YzhQZXZYdDE5bGYzL3lrUnFyMDF2SXpBMjl1YkJ5cGVjdTFaVmxCUWdNaklTTHo4OHN2bzFxMWJ0VlkxVWlxVlNFdExFenlHQVNoYnFkN0Z4YVhhNjRIV2hmejhmS2hVS25BY3gxS1M1SEo1bFJZLzVubStWcGVZZTFZOWVmSUVkbloyMWZxc211NlY4cjh2NVg5bXYvLytPNEN5UVNwOWF3ZFVkdnhacHZtZHYzRGhndEYrU1JyMGIyZERENTZFRUhHZWhlQkpmWjZFRUNJQ0JVOUNDQkdCZ2ljaGhJaEF3Wk1RUWtTZzRFa0lJU0pROENTRUVCRW9lQkpDaUFnVVBBa2hSQVFLbm9RUUlnSUZUMElJRVlHQ0p5R0VpRURCa3hCQ1JLRGdTUWdoSWp3WDYzblM4MWdJSWZXdFFkYzhlWjcvMWRobElJUVlUYXF4QzBCSWcrUHQ3YzFyMW5NbHhCZ2FkTTJURUVLTWhZSW5JWVNJUU1HVEVFSkVvT0JKQ0NFaVVQQWtoQkFSS0hnU1FvZ0lGRHdKSVVRRUNwNkVFQ0lDQlU5Q0NCR0JnaWNoaEloQXdaTVFRa1NnNEVrSUlTSlE4Q1NFRUJFb2VCSkNpQWdVUEFraFJBUUtub1FRSWdJRlQwSUlFWUdDSnlHRWlFREJreEJDUktEZ1NRZ2hJbER3SklRUUVTaDRFa0tJQ0JROENTRkVCQXFlaEJBaUFtZnNBaEJTRlY1ZVhnTUJETkZzY3h3M0J3QjRubCtqZGRxWjFOVFU3K3U3Yk1RMFNZMWRBRUtxU0trSm1OcTA5NmxVcXBIMVd5Uml5cWpaVGhxRTFOVFVVenpQNTFSd1NxNVNxZnloM2dwRVRCNEZUOUpRS0FIc3ErRDQ4ZlQwZEVWOUZZWVFDcDZrSVlrM2RJRG4rVy9yc3lDRVVQQWtEVVplWHQ1SkFMbmw5L004WC9ENDhlUDlSaWdTTVdFVVBFbURjZjM2OVJLZTU3OHJ2NS9qdUo5dTNicFZiSXd5RWRORndaTTBLRHpQNjZRaXFkVnFTazhpOVk2Q0oybFE3dCsvbndTZ1FHdFhVV2xwS1FWUFV1OG9lSklHSlNzcnF4Q0Fkdi9taWZUMDlIeGpsWWVZTGdxZXBNRlJxOVhhL1o0MFVFU01nb0luYVhDS2lvcCtCRkRNODd5aXRMUTB6dGpsSWFhSmdpZHBjREl5TXZKNG5qL01jVnh5V2xyYVkyT1hoNWdtbXR0T0dpU2U1K01BTkRGMk9ZanBhdENyS25sN2UvOEl3TmZZNVNDRUdFWHloUXNYK2hycjVnMjkyVTZCa3hEVDFjZVlOMzh1bXUwcEtTbkdMZ0locEI3NStQZ1l1d2dOdnVaSkNDRkdRY0dURUVKRW9PQkpDQ0VpVVBBa2hCQVJLSGdTUW9nSUZEd0pJVVFFQ3A2RUVDSUNCVTlDQ0JHQmdpY2hoSWhBd1pNUVFrU2c0RWtJSVNKUThDU0VFQkVvZUJKQ2lBZ1VQQWtoUkFRS25vUVFJZ0lGVDhJVUZoYmk4dVhMRlo1VFhGeU1qSXdNOWsraFVOUlQ2U3FXa1pHQmtwSVN2Y2ZVYWpXdVhyMXE4TDBYTDE1RWFXbHBYUldOUEtjb2VEWVEwZEhSOFBIeGdZK1BEMTU5OVZVVUZoWWFQSGZPbkRuczNLRkRoMVk1TUN4YnRnd0JBUUZZdVhJbDh2THk5SjV6N2RvMXZQZmVlK3hmVmxhV3FNOERBTm5aMlZpNWNpVTJiZHFFZmZ2MklTY25SM0M4b0tBQTU4NmRxL0FhSlNVbCtPS0xMekJ1M0RpRWg0ZnJITS9KeWNIMDZkTXhidHc0SEQ1OFdPZjRuVHQzTUdYS0ZQajUrV0gzN3Qwb0tpcXExbWZJeTh2RCtmUG5zVy9mUHF4Y3VSS25UcDJxMXZ1ckl6OC9IOE9IRDJmL05GOTB0Mjdkd21lZmZZYjhmSHA4ZlgxNkxsYVNmOTZscDZkank1WXRiSHY2OU9rd056ZUhTcVVTbkNlUlNIRDU4bVVrSlNXeGZSTW1USUJFSXRFNTE4ek1UTEM5YTljdUhEOStIQUR3M1hmZklTVWxCZnYyN2RNNXI3clVhalg4L1B4Z1kyT0RGMTk4RWRPbVRVT0hEaDBBbEQwQjRMdnYvbmtFKzZCQmc5anJwMCtmSWlnb0NILzg4UWNtVFpxRUR6LzhFQnluKzhpdFRaczJZZWZPblFDQWhJUUVkT2pRQWUrOTl4NDd2bVhMRnZ6dmYvOERBQ3hkdWhURnhjVVlOV29VTzc1Ky9Yb29sVXJjdjM4ZmE5ZXVoVVFpd2J2dnZsdmx6NWVSa1lHcFU2ZXk3YnQzNzZKMzc5NVZmbjkxU0NRUy9QMzMzMnk3cUtnSXUzYnR3dnIxNjZGV3EzSDc5bTFFUmtiVytQOFpxWnFHL2dBNEhuaStIOE5SVUZBQWYzOS8zTDU5dTlKekl5TWpFUlVWaFQvKytLUFNjN1YvWm9tSmlRZ0xDNE5hclFZQVNLVlNSRVZGd2NmSEI3Nit3c2RFcVZRcVFRMm5VYU5Ha0VpRURaaWVQWHZpMDA4L0JRQmN1blFKRXlkT1pNY1NFaExnN093TUFGaTVjaVVMbnMyYU5jT0JBd2ZZZWF0WHI4YmV2WHZaOW9BQkF4QWVIZzRMQ3d2QnZRb0tDakJtekJoV0E1WktwZmo2NjYvUnVYTm5BRUJwYVNtQ2c0TlpBSlZLcGZqbW0yL2c3dTZPYytmT1lmcjA2ZXhhZ3djUFp1V3VLcDduNGVmbngrNHZrOGx3L1BoeDJOallWT3M2VlZGYVdvb2VQWHF3N2Fpb0tMaTV1Y0hmMzUvVjJ0OTU1eDNNbXpldjF1LzlyTkU4aHVQQ2hRdEdpMkZVODN5R0tSUUt6SjQ5dTBxQkV3QjI3TmhScGNDcHJYemdCSURRMEZEMnkvbjA2ZE1LMzYrdmVhOGRYTFdic1c1dWJpeHdBa0JxYWlwNzdlbnBLYmpHckZtejhPREJBL3o0NDQ4QWdKOS8vaG1yVjYvR29rV0xCT2RaVzFzalBEd2NreWRQaGxxdGhsS3BSR2hvS1BiczJZTkdqUnBCSnBNaElpSUNBUUVCS0N3c1JFUkVCTnpkM2FGUUtMQnk1VXAybmZidDIyUHg0c1U2bjZXNno4b3BMUzFGdjM3OUtqMVB6QmUrVENZRHgzSGdlUjVBV2VCdTBxUUpQdi84YzB5Wk1nVXRXN2FzczFvdjBVWEI4eG0yZVBGaXdSL1pzbVhMNE9EZ2dJVUxGNktrcEFTUmtaRjQ4Y1VYQVFBM2I5NUVTRWdJTzNmNDhPRVlPSEFnd3NMQ2tKdWJDeDhmSDRTRmhRbWF2a1ZGUlZpeVpJa2djSTRmUHg0alJveW90Yy93ODg4L3M5ZTlldlZpcjU4OGVZSS8vL3lUYlh0NGVBamVKNVBKc0dyVktpeGV2QmhIamh4QjI3WnRNV1BHREwzMzhQVDB4Smd4WTdCbnp4NXdISWR1M2JxQjR6aU1IRG1TblpPWGx3ZU80N0IwNlZJQVpRTmY5KzdkWThjZlBuekltdXN1TGk3WXVIR2orQTlkVFYyN2RoWDhQNmlxd01CQXdmYjE2OWN4WThZTWVIcDZDcnA1U04yZzRQa002OWV2SDVLU2tsQmFXb3BSbzBaaDJMQmhpSXVMUTI1dUxvQ3labHRzYkN4eWMzUFJ2bjE3OU96WkU2ZFBuNGF6c3pOQ1FrS1FuNThQdVZ3T29LeW04OE1QUDJEYXRHbnMrcGFXbHVqV3JSdXJIYjcxMWx1WU9YT21vQXpsYTBocGFXa0lDQWhnMjk5Ly96MWF0bXhwOERQY3VIR0R2ZjdtbTIvd3pUZmY2RDF2NWNxVmdwcGdlZGV1WFJOMElYenl5U2NZT25RbzJ3NE1ETVNOR3pjd2NlSkVkTzNhRlFEMDF0Z2ZQWHFrOS9xUEhqMWl4OHIzRDJ1WW1abUo3azlVcVZRR3Iwc2FKZ3FlejdBaFE0YkEwZEVSdTNidHd0eTVjd0VBbzBlUFJrcEtDcEtTa3RDOWUzY1VGeGRqNE1DQjdEM3Z2LzgrZXZmdURSc2JHOWpZMkdEdDJyV1lQSGt5M056Y0JQMWxHa09IRHNXcFU2Zmc1K2VIME5CUXhNZkhvMnZYcm1qZXZIbTlmYzdhWUdGaGdhaW9xRHE5eDRJRkMwVFh5ci83N3JzS3Z4dzBtalZyWmpCQUs1VktaR1ptc20wM056ZTk1N200dUlncUk2a2VDcDdQdUc3ZHV1SFNwVXZZdG0wYjIrZmk0b0wrL2Z0RElwR3drV2FOL1B4OG5EOS9IdWZQbjJmNyt2YnRpelp0MmlBbEpRVTNiOTRVTkdmNzl1MExQejgvTEZxMENHbHBhVmk1Y2lWc2JHeXdhdFVxaElhRzZwU25mTzBwSUNCQVo4QUlBRnEwYUlGdDI3YnAvVU5XcVZTNGYvOCsyN2F6czRPVmxWWGxQd3d0VlRsZlg3K2lkaE41MGFKRmxRYkRWMTk5bGIxdTFxeFp0Y3FvclhuejVvSnJHUklURXlQb0Y5YVduWjJOWWNPR3NlMXQyN2JCMXRZV1FGbTNSS05HalVTWGoxUWZCYzhHSURvNld1OStUV3FSdHJpNE9MM25hZ1plV3JkdUxRaWUxdGJXV0xKa0NmTHk4dGpBVVc1dUxvS0NncXJVRDJjb0gxVFR0YUF2dC9MUW9VT3M3eEVBWW1OajBicDE2MHJ2VlY1Q1FvTE9BQkpROFdDTTltZXFTaE5jdTdaWTNjR2o4aXd0TFpHY25DejYvZVdEWTJGaElXeHRiWkdUa3dNL1B6OTRlSGl3dm02cGxQNjA2eHI5aEFsNG5zZWlSWXNFVFVJL1B6L3MzNysvVHU2MVo4OGV0dDJsU3hkUmdWTU1wVklwMkg0V0E4eVVLVk1NQnZYbzZHaVltWm14MnYvVHAwL1JwRWtUYk51MkRVVkZSVGgzN2h4dTNyeXBrMTVHNnNhejk5dERkRlJVazFJb0ZPalpzeWZiM3JObkQ5cTNiMSt0NjBkSFIrUGt5Wk5zMjlQVEV4OS8vTEhlV2wxNTJqT0FYbnJwSlppYm0xZDQvb2tUSndSVEpkUFMwcXBjbzVQTDVUaHo1a3lsNTVYL21SZ1NGaGFHc0xBd3ZjZFdyRmlCMTE1N1RiRFAwdEt5U3VVMHBDcnYxMDZDTDgvTXpBeU5HemZHdzRjUEFaUmxMTnk3ZDA4dzBXRHMyTEdReVdRMUtpZXBHZ3FlejdCOSsvWVpiQlpybE8rRDNMOS9QeHdkSFN1OTlodHZ2QUZuWjJmczM3OGZYMy85dGVEWTZ0V3IyU2g5WmJTVHpQZnYzMS9oUUpOS3BjS0dEUnVxZE4ycWVPV1ZWOUM5ZTNkY3ZueFprS1pWVjJyUzVLNE41dWJtY0haMlpzSHovdjM3K082Nzc5aWMvc2FOR3d1NlpFamRvdUQ1RE51NWN5ZXlzN09yOVI1RGZaN2wvZnZmLzBacWFxcmVHVFdhdnJYaHc0ZFg2OTRmZnZnaGF3cTNhZE1HYTlhc0VSemZ1WE9uM3ZRaFE2UEdnRERkcUh5TlNpNlh3OUhSRVhaMmRvTDlITWZwdldaK2ZyNGdWYW1pa2UyNm1DR2tEOC96Z243WS8vNzN2K3pMTHpNekUzNStmdXlZdWJrNVhGMWRrWjZlRHFBc1RTd3RMWTBkbnpScFVyVUgzb2g0RkR4TjJLVkxseW9jRktxb0NhblAzYnQzMmV2eWd4czNiOTVFVEV5TTN2Y1pTc3pmc1dNSDFxOWZ6N2JmZi8vOUtwVkRKcE1oUGo1ZVovK2NPWE1FOC83NzlPbURnSUFBT0RrNUdieFdUUWVKREVsS1NrS2pSbzEwVnFYUy9vTFFYdEJGSXBGQUxwZWpSWXNXYko5MjRIUjFkY1ZiYjcxVkoyVWwrbEh3ZklicEc2bXVpaWRQbmdoeVArUGk0dlFPeWp4OStoVDc5dTJEVENhcjB5WFpTa3BLRUJvYUtsZ3lybjM3OXNqSXlBQUFSRVJFb0czYnR1alVxUk03ZnZqd1lVRVQzOVBURS83Ky9xTExjUFRvVVVIZ0JJQzllL2NpUGo0ZXc0WU53NFFKRTJxVWlpUlcrZW12MXRiVzdMWDJORmROZjJuYnRtMzFYdWVqano2cWNsY0xxUjBVUEo5eHRWSHpHVDE2dEdCNzBxUkptRDU5T3J5OHZDQ1h5N0Z5NVVyTW1UTkg1MzBwS1NuZ2VSNWZmZlVWWW1Oak1XUEdERXlZTU1GZytmVDFlZkk4ajJYTGx1SGF0V3RzMzVBaFE3Qmd3UUs4OTk1N3VIUG5Ea3BLU2hBVUZJVG82R2o4NjEvL3dyWnQyL0RsbDEreU9keE9UazZJaUlnUVBidm4wS0ZEQmhmOFVDZ1VpSStQeDRFREJ6QnMyREI4OE1FSGd0eFVmWU04S3BWS1VHTzBzTEJnYzg2TGk0dlpmcmxjYnJETW1tbXkybE5FcmEydEJlZHIxL3p0N2UwQmxHVW5sTmUvZjMrOC9QTExXTFpzR1VhT0hLbjNIRkw3S0hpYU1GdGJXMnpldkZsUTR5dnY0TUdEaUkyTkJWQzJhcE96c3pNR0R4NWM1WHRFUmtZaU1UR1JiVHM3TzJQZXZIbXdzckpDUkVRRUprK2VqSUtDQXVUbTVtTHk1TW53OFBBUWpPRGIyZGtoS2lvS0w3endRclUvWDJabUppSWpJM0hzMkRIQi92RHdjQlFWRldIanhvMTQ4dVFKZ0xLQWVPREFBU1FrSkNBb0tBamp4bzBEb0grUTZQdnZ2OGVLRlNzQWxBWEI0OGVQdzlMU0VvOGVQUklrd3E5Y3VSTDkrL2RuMi9uNStUcDlxVGR2M2hUOGJKS1RrOEZ4SEVwTFM3RjU4MmJCTWFDc1dTK1h5MW53dHJPenc4S0ZDd0dVNWYwZVBIZ1EzYnQzeDZwVnExZ0NQYWtiRkR5ZmNkcnp5SzljdVlLelo4K3k3YUZEaDdLRlFiUVZGeGNMbG5NYk1XSUVxN2tBZ0xlM04zdGRVZUFFZ05kZmZ4MkhEaDFDYW1vcXEwVzJidDNhWVBOUlcweE1ETFp2Mzg2Mk5Tc2NhZjZvMjdWcmh3MGJOaUF3TUJERnhjVXNWMUhEMmRrWmtaR1JjSGQzci9BKzVmdHQxV28xc3JPek1XYk1HSjFGbzJmT25Ja2hRNFlBS0ZzL2ROT21UWWlMaXhOY28xdTNiZ2J2VlZoWWlOMjdkN1B0ZHUzYVZUbUZLVFkyRmovLy9ETUdEQmlBTjk5OEV5MWJ0aFNzM04raVJRc2tKeWZqMjIrLzFYbHZ4NDRkb1ZBbzhORkhId2xxdlQ0K1BuQndjRUJPVGc3N3JPZk9uZE83OWltcFhSUThuM0hCd2NIc2RVRkJBZDU2NnkwOGVQQUFRRm1UYjlteVpUclRJeDgrZkNnSW51Kzk5NTdvUkhTcFZJcFZxMVpoOU9qUmVQcjBLZDUrKzIxMkxVMnoyaER0UUE4QTgrZlBaK3RzQW1XemtOTFMwbUJsWlNWbzdtbzRPVG5oNXMyYmNIVjExVm5IVXlNek01UFZBalhDd3NLd2RPbFNyRjI3RnJObnowWlJVUkVzTFMwUkZoWW1xRFUzYXRRSWMrZk94WkFoUTdCOCtYTGN1SEVEZ1lHQmFOZXVuZDU3L2Zubm53Z0xDeE5rQUZTbkZuNy8vbjFrWm1aaTE2NWRhTnUyTFZxMmJJblRwMCt6NDIzYnR0WDdaV2hyYTR2Um8wY2pORFFVRnk5ZUZCdzdjZUlFYnQ2OEtSaXNlL0hGRjJtcVpqMmc0Tm1BV0Z0YlkrN2N1V3l4VzgxcTd3TUdERUJKU1FuTXpjMGhrVWh3OE9EQldyM3ZDeSs4Z0xDd01PVGs1R0RreUpFc1dQLzIyMitDODhyMzcvWHExWXY5c1UrYk5nMGpSb3lBVXFuRXVYUG5rSkNRZ0o5KytxbkNaeUJkdm53WkgzLzhNZVJ5T2J5OXZlSGw1WVV1WGJxZ1RaczJjSFIwUkhwNk9tYk1tTUdhM2hxSmlZbTRjdVVLL1AzOXNYRGhRaVFtSm1MdTNMbHdkWFhWZTUvT25UdGorL2J0T0hqd0lJWU9IY3F1WjI5dkQ1N244ZHR2dnlFK1BoNkppWW1Ddk5ybXpac0wrcFBMMS9ZeU1qTHc4c3N2UXlLUjROcTFhNElFLzdadDJ5SWxKVVdRaXVibDVRV3BWTXArdmpZMk5talhyaDFtelpxRmRldldDUWE4Tkgyc0twVUtNMmJNRU5SK3FjK3pmbER3YkdBR0RoeUluajE3NHN5Wk14ZzhlREJlZi8xMTdONjlXOUEvVnA1MmsxMHNYMTlmUEh6NEVOMjZkWU5NSm9ORUloSFVGaVVTQ1J3Y0hBVHY2ZHExSzZLam94RVFFSUFlUFhwZzhlTEZPSG55Skp2M1hsNlBIajNRcTFjdmJOKytYWkNQcVZBb2NQYnNXVmFUbFVnazJMZHZIKzdjdVNNSW5MYTJ0dXphdDIvZkZqelQ2TlNwVTVCS3BTekE4VHpQZ285Mmt6MGlJZ0lBTUd6WU1FeWZQaDBUSmt4Z05YMXRUWm8wd2ZyMTZ3VTFZbXRyYTBna0VpaStxak1BQUJIRlNVUkJWSGE5bUpnWXZlbFpscGFXYU5PbWpXQjlVbXRyYTNoN2UwTW1rN0ZWN3pVQ0F3TUZ0WGhYVjFjc1hMZ1FNMmZPUkdscHFjNXpwUFN0bmtWcUh6MEFyZ0dhTjI4ZVZxOWVqVTgvL1JTMnRyWVY5bHU2dWJucEJEV3hYbmpoQmJSbzBRSUtoVUtubWQyM2IxK2RwblhIamgwUkVoS0M0T0JnV0Z0Ykl6RXhVVy9nN05XckYySmlZckJ4NDBhTUhUc1crL2Z2UjNCd3NONG1MRkNXUGVEdTdvNysvZnV6cEhCdmIyOGNQbndZWThhTTBkdmZwMWFyb1ZBb1VGSlNncEtTRWlnVUNwU1dsaHJNYyszYnR5K2NuWjExTWhXQXNwbE51M2Z2MWtuRU56YzNyMUxnR2pGaUJNek16REJwMGlUMkdWOTk5VldEMHlvblRweklQcWV6c3pPaW82UFJ2WHQzZlBUUlJ6cm4ydHJhVm1uMUpsSnpEYnBYMlJTZVlWUVZkKy9leGV1dnZ5N1lKNWZMMGFGREI0U0dobFpwY0VjNzVlak1tVE1HY3dhWEwxK09vMGVQUWlxVnd0emNISTBiTjRhWGx4Y0NBd01ySGQzZHNHRURHMEN5dDdmSDBLRkQ4ZWFiYnhvY0VGSXFsVWhPVHNiUm8wZVJuSnlNb3FJaTJOcmE0c0NCQSt4ZVM1WXNRWFoyTmpaczJNQ0M5OVdyVi9IRER6OGdMUzBOang4L1JtRmhJVnVNV0sxV3M0Q3ArYTkyM3kzSGNaQktwVWhJU0lDMXRUWFVhaldtVFp1RzgrZlB3OGZIQjFPblRxMHdmZXpKa3lkWXQyNGR6cDA3aDRLQ0FuWnRtVXlHcGsyYll2RGd3Umc3ZGl4cm1qOTY5QWdmZmZRUmxpNWRXdUZNcTNQbnptSDkrdlZZdDI2ZFlNbTZwS1FreE1URTRNYU5HMmpWcWhYbXo1K1BsMTU2cWNML0Q4K0RaK0VaUmhROG54TkZSVVhnT0E0U2lVVFFiMVpWMm5QbzYycXdvYUNnQUpHUmtYajU1WmZSclZ1M2FxMXFwRlFxa1phV0JyVmFMUWhlTjI3Y2dJdUxTNTFPUzd4Ly96NGVQMzVjN1FWWHFvcm4rU3FOanF2VjZtci9mMzFlVWZDc0lRcWVoSmltWnlGNDB0Y1lJWVNJUU1HVEVFSkVvT0JKQ0NFaVVQQWtoQkFSS0hnU1FvZ0lGRHdKSVVRRUNwNkVFQ0lDQlU5Q0NCR0JnaWNoaEloQXdaTVFRa1NnNEVrSUlTSlE4Q1NFRUJFb2VCSkNpQWpQeFVyeXRmRjRYa0lJcVk0R1hmUGtlZjVYWTVlQkVHSTBxY1l1QUNFTmpyZTNONjlaejVVUVkyalFOVTlDQ0RFV0NwNkVFQ0lDQlU5Q0NCR0JnaWNoaEloQXdaTVFRa1NnNEVrSUlTSlE4Q1NFRUJFb2VCSkNpQWdVUEFraFJBUUtub1FRSWdJRlQwSUlFWUdDSnlHRWlFREJreEJDUktEZ1NRZ2hJbER3SklRUUVTaDRFa0tJQ0JROENTRkVCTTdZQlNDa0tyeTh2QVlDR0tMWjVqaHVEZ0R3UEw5RzY3UXpxYW1wMzlkMzJZaHBlaTRlQUVkTWdsSVRNTFZwNzFPcFZDUHJ0MGpFbEZHem5UUUlxYW1wcDNpZXo2bmdsRnlsVXZsRHZSV0ltRHdLbnFTaFVBTFlWOEh4NCtucDZZcjZLZ3doRkR4SlF4SnY2QURQODkvV1owRUlvZUJKR295OHZMeVRBSExMNytkNXZ1RHg0OGY3alZBa1lzSW9lSklHNC9yMTZ5VTh6MzlYZmovSGNUL2R1bldyMkJobElxYUxnaWRwVUhpZTEwbEZVcXZWbEo1RTZoMEZUOUtnM0w5L1B3bEFnZGF1b3RMU1VncWVwTjVSOENRTlNsWldWaUVBN2Y3TkUrbnA2Zm5HS2c4eFhSUThTWU9qVnF1MSt6MXBvSWdZQlFWUDB1QVVGUlg5Q0tDWTUzbEZhV2xwbkxITFEwd1RCVS9TNEdSa1pPVHhQSCtZNDdqa3RMUzB4OFl1RHpGTk5MZWRORWc4ejhjQmFHTHNjaERUUmFzcWtRcjUrUGhZOFR3L21PZjVmaHpIOVFiZ0NzQVJnTXpJUlh0V0tQOS96bjBXeDNHbkFad29LQ2c0a3BHUmtXZnNncEc2UmNHVDZOV2xTNWZHTXBuc0l3QkJBR3lOWFo2R2hPZjVBcDduWTlScTlhcExseTdkTjNaNVNOMmc0RWwwK1BqNHZLMVdxNy9pT0s0eHgzRjQ2YVdYMEx0M2IzaDdlOFBWMVJYMjl2YVFTcW5IQndDVVNpV2VQbjJLN094c1hMaHdBYWRQbjhiNTgrZkI4enhRTnBWMDVvVUxGN1ladDVTa0xsRHdKTnJNdkwyOTF3Q1lDUUQ5K3ZYRHpKa3o0ZWJtWnVSaU5TeFpXVm5Zc0dFRGpoMDdwdG0xNWNLRkMxTlJ0aklVZVU1UThDUWFVbTl2NzFnQUFZMGFOY0tpUllzd2NPQkFZNWVwUVR0NzlpekN3c0x3K1BGakFOalBjZHpvbEpTVVVtT1hpOVFPTTJNWGdEd2J2THk4SWppT20rN2s1SVRObXpmRDI5dmIyRVZxOEpvMWE0WkJnd2JoeElrVHlNdkwreGVBWnRuWjJRZU1YUzVTTzZqbVNmRFNTeSs5SjVGSWR0dmIyMlBidG0xbzNyeTVzWXYwWExsMzd4NG1USmlBQnc4ZUFFRHdoUXNYdmpSMm1Vak5VZkEwY1Y1ZVhrMDVqdnZEek16TU5qSXlFdDI3ZHpkMmtaNUxseTlmeHFSSmsxQmFXbHFnVkNvOTB0TFMvalIybVVqTjBBd2pFOGR4M0JjQWJNZU1HVU9Cc3c1MTd0d1pIMzc0SVRpT3M1WktwVEhHTGcrcE9hcDVtakFQRDQvdVVxbjBySXVMQytMajR5R1h5NDFkcE9kYWFXa3B4b3daZzF1M2JrR2xVcjEyOGVMRi94cTdURVE4cW5tYU1ETXpzMlVBOE1FSEgxRGdyQWN5bVF3elpzd0E4TS9QbmpSY0ZEeE5sS2VuWnllTzQxNXpkWFdGbjUrZnNZdGpNbDUrK1dXNHU3c0RRQThmSHgvcUoybkFLSGlhS0RNenM4a0FNR0xFQ0hBYzlkN1VGNDdqNE8vdkR3QlFxOVd6akZ3Y1VnTVVQRTFRcDA2ZDVEelBqNWRLcFJnNWNxU3hpMk55ZkgxOUlaUEp3SEhja0pZdFcxb1l1enhFSEFxZUprZ3VsNy9NY1p5RGw1Y1g3TzN0NisyK1Q1NDhxZEo1eGNYRnVIUG5EdnRYVXdxRmd2MVRxOVUxdmw1TjJkallvRisvZmdCZzUrRGdNTnpZNVNIaTBPb09Kb2puK1VFY3g2RjM3OTcxZVU4RUJBVEF3c0lDSTBhTXdOQ2hRMkZycTMreHBnc1hMaUE0T0podHA2U2tpTDZ2UXFGQXo1NDkyWFpVVk5RemtaSTFZTUFBSEQ5K0hEelB2dzVnbjdITFE2cVBhcDRtaU9PNE40Q3l3WXY2Y3VyVUtkeTVjd2ZYcmwzRDZ0V3JrWkdSVVcvM2ZoWjVlbnBxWHZZMVpqbUllRlR6TkRHZE9uVnk0RGl1ZzRPRFE3MnVsclI3OTI3MnVrK2ZQdWphdFd1TnJ4a1VGSVF6Wjg1VTZ6M1RwMCt2MG5rMXFlMVdoWXVMQzV5ZG5YSHYzcjJXSGg0ZUw5SzZudzBQQlU4VEk1UEpQQUNnVFpzMjlYYlB0TFEwL1BycnJ3QUFpVVNDV2JQK0dXVDI4ZkdwOVAzNnp2SDA5SVNWbFZYdEZkSUlQRHc4Y096WU1VaWwwajRBNG8xZEhsSTkxR3czTVJ6SC9Rc0FXclZxVlcvM2pJbjVaemJpcUZHajBLcFZLNVNXMHNwc0hUcDAwTHlzL0J1RVBIT281bWxpTk1HenZwcnNwMCtmeHVuVHB3RUFqbzZPQ0F3TVJHRmhJVWFQSGcxdmIyOVlXMXZqaFJkZUVMeW51TGdZOSs3ZFk5djZ5dXJpNG9JNWMrYWd1TGk0d3Z1WGxwWUswckhDdzhPMSt4dU55dFhWRlFEQTgzeHJJeGVGaUVEQjA4VHdQTitPNHppMGFOR2l6dTlWVkZTRWlJZ0l0aDBTRWdJYkd4dXNXYk1HMmRuWitPR0hIMkJyYTRzZE8zYkF4c2FHblhmNjlHbkJhSHQ4dlBnV3JVS2hFR3c3T0RpZ2FkT21vcTlYbTV5ZG5UVXY2LzUvQnFsMUZEeE5qd3NBbmRwZVhkaTNieC9MMDVSSUpOaTdkeSsyYk5tQ216ZHZzblBtekprakNKeGlWS1hmVktPeUFhUDkrL2ZYMjNxbWRuWjJtcGVPOVhKRFVxc29lSm9ZanVPYUFFRGp4bzNyL0Y0ZE8zWmtyOVZxTmRMUzBnVEgrL2J0Q3hjWEY1MVpUdVdiNHZwbVFlM2F0YXZCRHhocDhsdzVqcVBnMlFCUjhEUTkxZ0RxSmZEOCs5Ly9ocjI5UFFvTEM5RzRjV004ZmZxVUJVWjdlM3NzV3JRSXYvLytPMjdmdmwzaGRmUWRWNmxVZXM5MWRYWFZlYktuOXZ1ZG5aMWhZV0ZoOEhoOTBpcUhwVkVLUUdxRWdxZnBzUVJRTDB2UVNTUVNIRHAwQ0ZaV1ZyaCsvVHJHalJ2SGppMVlzQUNPanJWZjRWcTNiaDFhdC81bi9LWDhES01sUzVZSVpoZ1ZGaGFpYjEvajVLbkxaRExOUzFvUHNBR2k0R21pNm1zbEpTc3JLeWdVQ2l4YXRJaWxKdzBmUHB3OW1iTnYzNzUxbnBEZUFOQ3lWZzBRQlU4VHcvTjhNY2R4TmlVbEpmWFdaN2g2OVdwY3ZYb1ZRRm5hMGR5NWN6VmxxZlVnUG52MmJKMW11N1pseTVicE5OdU5SU3ZYdGNTWTVTRGlVUEEwUFFVQWJJcUtpdW9sZU83WnMwZVFhbVJwYVlucDA2ZmozcjE3Y0hCd1FGUlVGRnZmc2pvT0hORC9CTi9Nek13SzM2ZWRQMnBzSlNWbE1aUG4rWXFUVmNremlZS25pZUU0N2g0QTU4ZVBIOWRKbjZPMlI0OGVZZTNhdFlKOVY2NWNZYStiTjI4T3RWcU52Ly8rdTA3TDhhekt6YzNWdkh4a3pISVFjU2g0bXA1c0FCNFBIejZzOC9udGpvNk9hTmV1bmQ0VmxDUVNpWGFTZUkyVTd6TXRMaTdHdkhuemNPclVLWVB2YWRxMEtiNzg4c3Q2WFJ5bHZLZFBud0lBT0k2ajROa0FVZkEwTVR6UFgrVTQ3clU3ZCs2Z1I0OGVkWDYvTjk1NEExWldWbWpmdmozYzNkM1JyRmt6Tkd2V0RNN096cEJLcFRvTEpDY2xKYUZSbzBZNjE3bHo1dzVHakJoUjZmMGVQSGlBZWZQbTRkS2xTd0RLZ3JUMkFzak5temZIblR0M2tKV1ZoWWtUSnlJaUlnTC8vdmUvYS9ncHhkSHFRcWo1aXMrazN0SENJQ2FHNS9rckFIRHIxcTE2dWQrNzc3Nkx6WnMzWSs3Y3VYanJyYmZRdlh0M1dGcGFJajA5SFFjUEhrUk9UazZ0M1NzcEtRbnZ2UE9PSUhBdVdiSkVjTTVISDMzRVppUTlmZm9VMDZaTlEyUmtwTTQwenZxUWxaVUZBT0I1L2thOTM1elVHTlU4VFF6SGNSbEEvUVRQckt3cy9QcnJyL2o3NzcveDk5OS9Jek16RTMvOTlSZnk4L1BaT1Z1MmJLbnhmVzdmdm8yMWE5Y2lPVG1aN1pQSlpGaTZkQ2w4ZlgwRkFWUW1rMkh0MnJXWU1XTUdMbDY4Q0xWYWpXM2J0dUhZc1dNSURnN0dvRUdEYWx5ZXF0TDAvNnJWNnRSNnV5bXBOUlE4VFl4RUlybkk4enl1WDc5ZTUvZEtUMC9ISjU5OFV1RTU1ZE9HK3ZmdlgrWHJYNzU4R2J0Mzc4YVBQLzRvbUhIazZPaUl6ei8vSEI0ZUhucHJsRFkyTnRpMGFSTVdMbHlJbjM3NkNVRFpLUDM4K2ZNUkd4dUxkOTU1QjhPR0RZTzV1WG1WeXlMR3hZc1hBUUFTaVNTNWtsUEpNNGlhN1NZbUpTWGxJYy96MXg0K2ZGam5vOXdWclJrcWtValF0R25UR3VWY3hzZkg0Ny8vL2E4Z2NQcjYrbUx2M3IzdzhQQ284TDF5dVJ3UkVSRUlEZzRXNUlYZXVIRUR1M2Z2cnZNSHhkMi9meC9aMmRrQWNDYzFOVFdyVG05RzZnVFZQRTNUSVFBaEowK2V4THZ2dmx0bk4yblJvZ1ZzYlczUnZIbHp0R3JWQ3ExYXRVTExsaTNSdkhsek5HL2VISEs1WEdmQXlOWFZWVy9pdkZLcHhOMjdkd1g3UWtKQ2NQTGtTZVRrNUtCcDA2YVlPWE1tWG5ubGxTcVhqK000QkFRRW9GdTNiZ2dQRDBkR1JnYk16TXl3WXNVS1dGclc3WFJ6VGEyVDUzbXFkVFpRRkR4TkVNZHh4d0NFbkRwMXFrNkRwMXd1eDg4Ly8xeXQ5K3pldmJ2S28rMDJOamI0K09PUDhlREJBNHdhTlVwN3JuaTFkT3pZRWJ0MjdjS0JBd2RRVUZDQWYvM3JYNkt1VXgwblRwd0FBSEFjbDFEbk55TjFndWJVbXFDV0xWdGFPRGc0M0pQSlpMYkhqaDNURzZ6cWkwcWx3dSsvLzg2Mk8zWHFCSWxFdHpkSm9WQUk4a1c3ZE9sU3BldnpQQzlZTmFsSmt5WkduNTVaV0ZpSVYxNTVCY1hGeFFVU2llVEZsSlNVUXFNV2lCQlNkZDdlM2h1OXZiMzVuVHQzOHFSK0pTUWs4TjdlM3J5WGw5ZDN4djQ5SU9MUmdKR0pVcWxVbTRHeVFSZWU1NDFkSEpQQjh6eDI3ZHFsMll3MFpsbEl6VkR3TkZFWEwxNU01WG4reE8zYnQ1R1ltR2pzNHBpTXMyZlBhdkk3TDZTbXBwNHdkbm1JZUJROFRkdGlBUGpxcTYvb1VjRDFRS2xVSWpLeXJMS3BWcXVYRzdrNHBJYk1qRjBBWWp4Mzc5Njk3ZUxpMHZYcDA2ZnRlSjVIMTY1ZGpWMms1OXErZmZ0dzZOQWg4RHgvNnJmZmZ2dlkyT1VoTlVNMVR4T25WQ3FEQVJSczM3NWQ1d0Z0cFBaY3YzNGRHelpzQUlBaXRWbzkxZGpsSVRWSHdkUEVYYnAwNmFaYXJaNmxWQ294ZCs3Y1oycXg0T2RGVGs0T1FrSkNvRkFvb0ZhclA3bDQ4V0s2c2N0RWFvNmE3UVIzNzk2OTRPTGk0bHBZV09pVGxKU0UvdjM3R3pYMzgzbnk4T0ZEVEpzMlRaTnIrbTFxYXVwTVk1ZUoxQTZxZVJJQUFNZHhnUUQyWjJabXd0L2ZILy83My8rTVhhUUdMeTB0RGY3Ky9yaHg0d1lBL0ppYm0xdjk1NDJRWnhiTk1DTGFwTjdlM2xzQStBT0FuNThmcGt5WkFoY1hGeU1YcTJGNStQQWh2djc2YTN6NzdiZWFITnIvY0J6M1RrcEtDcVUwUEVjb2VCSWQzdDdlVXdGRUFMRGxPQTU5Ky9iRndJRUQwYjU5ZXpnNU9jSEd4cWJDSjFTYUVwVktoZno4ZkR4OCtCQVpHUms0Y2VJRWZ2cnBKODJxVEFVOHp5OUpUVTFkWSt4eWt0cEh3WlBvNWVIaDhhS1ptZGtLQUdNNGpyTTJkbmthbUNJQThVcWxjdjZsUzVkTTgrbDJKb0NDSjZsUSsvYnRHMWxaV1kzak9LNC9BQThBVGdEc1FDdHlhYWg0bm4rS3NpZGdYdUo1L3FSS3BkcVJscGIyMk5nRkk0UVFRZ2doaEJCQ0NDR0VFRUlJSVlRUVFnZ2hoQkJDQ0NHRUVFSUlJWVFRUWdnaGhCQkNDQ0dFRUVJSUlZUVFRZ2doaEJCQ0NDR0VFRUxJLzdVSGh3UUFBQUFBZ3Y2L2RvWUZBQUFBQUFBQUFBQUFBQUFBQUFBQUFBQm1BVUF5ZWdXRlBQd3VBQUFBQUVsRlRrU3VRbUNDIiwKCSJUaGVtZSIgOiAiIiwKCSJUeXBlIiA6ICJmbG93IiwKCSJWZXJzaW9uIiA6ICIiCn0K"/>
    </extobj>
  </extobjs>
</s:customData>
</file>

<file path=customXml/itemProps26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6843</Words>
  <Application>WPS 演示</Application>
  <PresentationFormat>宽屏</PresentationFormat>
  <Paragraphs>332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Wingdings</vt:lpstr>
      <vt:lpstr>Arial</vt:lpstr>
      <vt:lpstr>黑体</vt:lpstr>
      <vt:lpstr>Arial Unicode MS</vt:lpstr>
      <vt:lpstr>Calibri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你猜</cp:lastModifiedBy>
  <cp:revision>495</cp:revision>
  <dcterms:created xsi:type="dcterms:W3CDTF">2019-06-19T02:08:00Z</dcterms:created>
  <dcterms:modified xsi:type="dcterms:W3CDTF">2023-09-19T06:35:09Z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2052-12.1.0.15398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