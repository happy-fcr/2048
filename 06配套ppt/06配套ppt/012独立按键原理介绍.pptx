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7"/>
  </p:handoutMasterIdLst>
  <p:sldIdLst>
    <p:sldId id="409" r:id="rId4"/>
    <p:sldId id="497" r:id="rId6"/>
    <p:sldId id="720" r:id="rId7"/>
    <p:sldId id="722" r:id="rId8"/>
    <p:sldId id="730" r:id="rId9"/>
    <p:sldId id="731" r:id="rId10"/>
    <p:sldId id="716" r:id="rId11"/>
    <p:sldId id="718" r:id="rId12"/>
    <p:sldId id="721" r:id="rId13"/>
    <p:sldId id="717" r:id="rId14"/>
    <p:sldId id="719" r:id="rId15"/>
    <p:sldId id="427" r:id="rId16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94"/>
        <p:guide pos="38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7.xml"/><Relationship Id="rId6" Type="http://schemas.openxmlformats.org/officeDocument/2006/relationships/image" Target="../media/image3.png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28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6.xml"/><Relationship Id="rId5" Type="http://schemas.openxmlformats.org/officeDocument/2006/relationships/image" Target="../media/image3.png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7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8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2.xml"/><Relationship Id="rId4" Type="http://schemas.openxmlformats.org/officeDocument/2006/relationships/image" Target="../media/image3.png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3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905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独立按键原理介绍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3760470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独立按键原理图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591388" y="3761281"/>
            <a:ext cx="4179794" cy="1116781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独立按键驱动流程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539750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独立按键基础知识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65550" y="2606675"/>
            <a:ext cx="6508115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3765550" y="2596515"/>
            <a:ext cx="4558030" cy="698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30470" y="1628775"/>
            <a:ext cx="536765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独立按键基础知识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40773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独立按键结构组成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独立按键原理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消抖措施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独立按键结构组成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46860" y="1451610"/>
            <a:ext cx="9098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独立按键有左右两个触点，当按下时左右两个触点闭合，当松开时，左右两个触点断开。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30" y="2246630"/>
            <a:ext cx="3275330" cy="22453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400" y="2246630"/>
            <a:ext cx="3088640" cy="21101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650" y="2246630"/>
            <a:ext cx="4137660" cy="320484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独立按键原理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545080" y="1536065"/>
            <a:ext cx="635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通过检测按键按下前后的高低电平变化来判断按键是否按下。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05610" y="2783205"/>
            <a:ext cx="8920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机械式按键在按下或者释放时，由于机械弹性作用的影响，通常伴随有一定时间的</a:t>
            </a:r>
            <a:endParaRPr lang="zh-CN" altLang="en-US"/>
          </a:p>
          <a:p>
            <a:r>
              <a:rPr lang="zh-CN" altLang="en-US"/>
              <a:t>触点机械抖动，然后其触点才稳定下来。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消抖措施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94485" y="1534795"/>
            <a:ext cx="9149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>
                <a:sym typeface="+mn-ea"/>
              </a:rPr>
              <a:t>        </a:t>
            </a:r>
            <a:r>
              <a:rPr lang="zh-CN" altLang="en-US">
                <a:sym typeface="+mn-ea"/>
              </a:rPr>
              <a:t>在触点抖动期间检测按键的按下与否可能会导致判断错误，为了克服机械抖动所产生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的影响，必须采取消抖措施，可分为硬件消抖和软件消抖。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761490" y="3112770"/>
          <a:ext cx="853313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815"/>
                <a:gridCol w="734631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消抖措施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硬件消抖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 </a:t>
                      </a:r>
                      <a:r>
                        <a:rPr lang="zh-CN" altLang="en-US"/>
                        <a:t>硬件消抖一般会在按键两端并联电容，通过电容的充放电作用将按键按下时的高频振荡吸收掉。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软件消抖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软件消抖一般是通过延时。当检测到按键按下时，不会立即去检测当前引脚的电平状态，而是经过短暂的延时之后，再去检测当前引脚的电平。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3755390" y="260350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8545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独立按键原理图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独立按键原理图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710" y="1468120"/>
            <a:ext cx="7992110" cy="39217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8427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独立按键开发板分布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615" y="1577340"/>
            <a:ext cx="8701405" cy="43065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9215"/>
            <a:ext cx="6365875" cy="381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870450" y="1640205"/>
            <a:ext cx="571246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独立按键驱动流程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22400" y="330200"/>
            <a:ext cx="308165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独立按键驱动流程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34210" y="1609725"/>
            <a:ext cx="832294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       </a:t>
            </a:r>
            <a:r>
              <a:rPr sz="2800"/>
              <a:t>通过上面的原理图可以了解到，KEY_UP引脚接到了单片机的PA0引脚上。</a:t>
            </a:r>
            <a:endParaRPr sz="2800"/>
          </a:p>
          <a:p>
            <a:endParaRPr sz="2800"/>
          </a:p>
          <a:p>
            <a:endParaRPr sz="2800"/>
          </a:p>
          <a:p>
            <a:r>
              <a:rPr lang="en-US" sz="2800"/>
              <a:t>        </a:t>
            </a:r>
            <a:r>
              <a:rPr sz="2800"/>
              <a:t>通过检测PA0引脚的电平状态，判断按键是否按下。当按键松开的时候，PA0检测到的电平为低电平，当按键按下的时候，PA0检测到的电平为高电平。</a:t>
            </a:r>
            <a:endParaRPr sz="28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UNIT_TABLE_BEAUTIFY" val="smartTable{5f33501e-68ec-433f-995d-03627a029149}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WPS 演示</Application>
  <PresentationFormat>宽屏</PresentationFormat>
  <Paragraphs>73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269</cp:revision>
  <dcterms:created xsi:type="dcterms:W3CDTF">2019-06-19T02:08:00Z</dcterms:created>
  <dcterms:modified xsi:type="dcterms:W3CDTF">2022-05-06T06:22:10Z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