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7"/>
  </p:handoutMasterIdLst>
  <p:sldIdLst>
    <p:sldId id="409" r:id="rId4"/>
    <p:sldId id="741" r:id="rId6"/>
    <p:sldId id="497" r:id="rId7"/>
    <p:sldId id="720" r:id="rId8"/>
    <p:sldId id="722" r:id="rId9"/>
    <p:sldId id="732" r:id="rId10"/>
    <p:sldId id="733" r:id="rId11"/>
    <p:sldId id="716" r:id="rId12"/>
    <p:sldId id="734" r:id="rId13"/>
    <p:sldId id="717" r:id="rId14"/>
    <p:sldId id="735" r:id="rId15"/>
    <p:sldId id="427" r:id="rId16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60"/>
        <p:guide pos="39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7.xml"/><Relationship Id="rId5" Type="http://schemas.openxmlformats.org/officeDocument/2006/relationships/image" Target="../media/image3.png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4.xml"/><Relationship Id="rId4" Type="http://schemas.openxmlformats.org/officeDocument/2006/relationships/image" Target="../media/image3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image" Target="../media/image3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库函数点灯</a:t>
            </a:r>
            <a:endParaRPr lang="en-US" altLang="zh-CN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前情回顾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69745" y="1104265"/>
            <a:ext cx="8839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在上一章节，我们使用了寄存器点灯，这一章节我们将用库函数进行点灯。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在之前我们了解到，</a:t>
            </a:r>
            <a:r>
              <a:rPr lang="en-US" altLang="zh-CN"/>
              <a:t>GD32</a:t>
            </a:r>
            <a:r>
              <a:rPr lang="zh-CN" altLang="en-US"/>
              <a:t>官方帮我们做好了一套库函数，这套库函数很详细，很全面。我们使用的时候只需要查找到对应的函数调用即可。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5098415" y="3761105"/>
            <a:ext cx="170878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点灯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99643" y="3704131"/>
            <a:ext cx="4179794" cy="1116781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灯实验效果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0449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配置</a:t>
            </a: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GPIO</a:t>
            </a: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流程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26815" y="2613025"/>
            <a:ext cx="566864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33800" y="2593340"/>
            <a:ext cx="5674360" cy="825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95300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GPIO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58172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开启</a:t>
            </a:r>
            <a:r>
              <a:rPr lang="en-US" altLang="zh-CN" sz="3200"/>
              <a:t>GPIO</a:t>
            </a:r>
            <a:r>
              <a:rPr lang="zh-CN" altLang="en-US" sz="3200"/>
              <a:t>的端口时钟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</a:t>
            </a:r>
            <a:r>
              <a:rPr lang="en-US" altLang="zh-CN" sz="3200">
                <a:sym typeface="+mn-ea"/>
              </a:rPr>
              <a:t>GPIO</a:t>
            </a:r>
            <a:r>
              <a:rPr lang="zh-CN" altLang="en-US" sz="3200">
                <a:sym typeface="+mn-ea"/>
              </a:rPr>
              <a:t>的模式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配置</a:t>
            </a:r>
            <a:r>
              <a:rPr lang="en-US" altLang="zh-CN" sz="3200"/>
              <a:t>GPIO</a:t>
            </a:r>
            <a:r>
              <a:rPr lang="zh-CN" altLang="en-US" sz="3200"/>
              <a:t>的输出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开启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的端口时钟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676400" y="1323975"/>
            <a:ext cx="883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GD32的所有外设资源时钟默认都是关闭的，在配置外设之前需要先开启对应的时钟。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76400" y="2240280"/>
            <a:ext cx="262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</a:t>
            </a:r>
            <a:r>
              <a:rPr lang="en-US" altLang="zh-CN"/>
              <a:t>GPIOD</a:t>
            </a:r>
            <a:r>
              <a:rPr lang="zh-CN" altLang="en-US"/>
              <a:t>端口的时钟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76400" y="3038475"/>
            <a:ext cx="4945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在gd32f4xx_rcu.h文件中查找和时钟有关的函数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54270" y="4012565"/>
            <a:ext cx="5897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enable the peripherals clock */</a:t>
            </a:r>
            <a:endParaRPr lang="zh-CN" altLang="en-US"/>
          </a:p>
          <a:p>
            <a:pPr algn="l"/>
            <a:r>
              <a:rPr lang="zh-CN" altLang="en-US"/>
              <a:t>void rcu_periph_clock_enable(rcu_periph_enum periph);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954270" y="5263515"/>
            <a:ext cx="4297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enable GPIO</a:t>
            </a:r>
            <a:r>
              <a:rPr lang="en-US" altLang="zh-CN"/>
              <a:t>D</a:t>
            </a:r>
            <a:r>
              <a:rPr lang="zh-CN" altLang="en-US"/>
              <a:t> clock */</a:t>
            </a:r>
            <a:endParaRPr lang="zh-CN" altLang="en-US"/>
          </a:p>
          <a:p>
            <a:pPr algn="l"/>
            <a:r>
              <a:rPr lang="zh-CN" altLang="en-US"/>
              <a:t>rcu_periph_clock_enable(RCU_GPIO</a:t>
            </a:r>
            <a:r>
              <a:rPr lang="en-US" altLang="zh-CN"/>
              <a:t>D</a:t>
            </a:r>
            <a:r>
              <a:rPr lang="zh-CN" altLang="en-US"/>
              <a:t>);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90160" y="372046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函数原型：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90160" y="489521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代码调用：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90675" y="1028700"/>
            <a:ext cx="8839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GPIO的模式配置可分为两步。</a:t>
            </a:r>
            <a:endParaRPr lang="zh-CN" altLang="en-US"/>
          </a:p>
          <a:p>
            <a:r>
              <a:rPr lang="zh-CN" altLang="en-US"/>
              <a:t>第一步就是将</a:t>
            </a:r>
            <a:r>
              <a:rPr lang="en-US" altLang="zh-CN"/>
              <a:t>GPIO</a:t>
            </a:r>
            <a:r>
              <a:rPr lang="zh-CN" altLang="en-US"/>
              <a:t>配置为输出功能。</a:t>
            </a:r>
            <a:endParaRPr lang="zh-CN" altLang="en-US"/>
          </a:p>
          <a:p>
            <a:r>
              <a:rPr lang="zh-CN" altLang="en-US"/>
              <a:t>第二步就是将</a:t>
            </a:r>
            <a:r>
              <a:rPr lang="en-US" altLang="zh-CN"/>
              <a:t>GPIO</a:t>
            </a:r>
            <a:r>
              <a:rPr lang="zh-CN" altLang="en-US"/>
              <a:t>配置为浮空模式。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59890" y="2495550"/>
            <a:ext cx="5173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在gd32f4xx_gpio.h文件中查找和</a:t>
            </a:r>
            <a:r>
              <a:rPr lang="en-US" altLang="zh-CN"/>
              <a:t>GPIO</a:t>
            </a:r>
            <a:r>
              <a:rPr lang="zh-CN" altLang="en-US"/>
              <a:t>有关的函数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59890" y="3680460"/>
            <a:ext cx="9809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set GPIO mode */</a:t>
            </a:r>
            <a:endParaRPr lang="zh-CN" altLang="en-US"/>
          </a:p>
          <a:p>
            <a:pPr algn="l"/>
            <a:r>
              <a:rPr lang="zh-CN" altLang="en-US"/>
              <a:t>void gpio_mode_set(uint32_t gpio_periph, uint32_t mode, uint32_t pull_up_down, uint32_t pin);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713865" y="331216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函数原型：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13865" y="5306060"/>
            <a:ext cx="8958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t>gpio_mode_set(GPIOD, GPIO_MODE_OUTPUT, GPIO_PUPD_NONE, GPIO_PIN_7);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713865" y="504190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代码调用：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的输出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13865" y="1202690"/>
            <a:ext cx="883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第一步配置推挽输出模式。</a:t>
            </a:r>
            <a:endParaRPr lang="zh-CN" altLang="en-US"/>
          </a:p>
          <a:p>
            <a:r>
              <a:rPr lang="zh-CN" altLang="en-US"/>
              <a:t>第二步配置速度为</a:t>
            </a:r>
            <a:r>
              <a:rPr lang="en-US" altLang="zh-CN"/>
              <a:t>50MHZ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13865" y="5306060"/>
            <a:ext cx="88144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t>gpio_mode_set(GPIOD, GPIO_OTYPE_PP, GPIO_OSPEED_50MHZ, GPIO_PIN_7);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51635" y="2487295"/>
            <a:ext cx="5173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在gd32f4xx_gpio.h文件中查找和</a:t>
            </a:r>
            <a:r>
              <a:rPr lang="en-US" altLang="zh-CN"/>
              <a:t>GPIO</a:t>
            </a:r>
            <a:r>
              <a:rPr lang="zh-CN" altLang="en-US"/>
              <a:t>有关的函数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51635" y="3680460"/>
            <a:ext cx="9809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set GPIO output type and speed */</a:t>
            </a:r>
            <a:endParaRPr lang="zh-CN" altLang="en-US"/>
          </a:p>
          <a:p>
            <a:pPr algn="l"/>
            <a:r>
              <a:rPr lang="zh-CN" altLang="en-US"/>
              <a:t>void gpio_output_options_set(uint32_t gpio_periph, uint8_t otype, uint32_t speed, uint32_t pin);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05610" y="331216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函数原型：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713865" y="493776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代码调用：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42540"/>
            <a:ext cx="3399155" cy="285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点灯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点灯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36090" y="899795"/>
            <a:ext cx="883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我们让</a:t>
            </a:r>
            <a:r>
              <a:rPr lang="en-US" altLang="zh-CN"/>
              <a:t>LED2</a:t>
            </a:r>
            <a:r>
              <a:rPr lang="zh-CN" altLang="en-US"/>
              <a:t>点亮就是让</a:t>
            </a:r>
            <a:r>
              <a:rPr lang="en-US" altLang="zh-CN"/>
              <a:t>PD7</a:t>
            </a:r>
            <a:r>
              <a:rPr lang="zh-CN" altLang="en-US"/>
              <a:t>输出高电平，这里给大家总结了几种操作的方式。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736090" y="1268095"/>
            <a:ext cx="5173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在gd32f4xx_gpio.h文件中查找和</a:t>
            </a:r>
            <a:r>
              <a:rPr lang="en-US" altLang="zh-CN"/>
              <a:t>GPIO</a:t>
            </a:r>
            <a:r>
              <a:rPr lang="zh-CN" altLang="en-US"/>
              <a:t>有关的函数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722755" y="1983105"/>
            <a:ext cx="5491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set GPIO pin bit */</a:t>
            </a:r>
            <a:endParaRPr lang="zh-CN" altLang="en-US"/>
          </a:p>
          <a:p>
            <a:pPr algn="l"/>
            <a:r>
              <a:rPr lang="zh-CN" altLang="en-US"/>
              <a:t>void gpio_bit_set(uint32_t gpio_periph, uint32_t pin);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845945" y="161480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函数原型：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85050" y="2121535"/>
            <a:ext cx="3764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t>gpio_bit_set(GPIOD,GPIO_PIN_7);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17105" y="161480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代码调用：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22755" y="3088640"/>
            <a:ext cx="7752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write data to the specified GPIO pin */</a:t>
            </a:r>
            <a:endParaRPr lang="zh-CN" altLang="en-US"/>
          </a:p>
          <a:p>
            <a:pPr algn="l"/>
            <a:r>
              <a:rPr lang="zh-CN" altLang="en-US"/>
              <a:t>void gpio_bit_write(uint32_t gpio_periph, uint32_t pin, bit_status bit_value);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845945" y="272034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函数原型：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16405" y="4286250"/>
            <a:ext cx="55041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/>
              <a:t>输出高电平：</a:t>
            </a:r>
            <a:r>
              <a:t>gpio_bit_write(GPIOD,GPIO_PIN_7,1);</a:t>
            </a:r>
          </a:p>
          <a:p>
            <a:pPr algn="l"/>
            <a:r>
              <a:rPr lang="zh-CN"/>
              <a:t>输出低电平：gpio_bit_write(GPIOD,GPIO_PIN_7,0);</a:t>
            </a:r>
            <a:endParaRPr lang="zh-CN"/>
          </a:p>
        </p:txBody>
      </p:sp>
      <p:sp>
        <p:nvSpPr>
          <p:cNvPr id="15" name="文本框 14"/>
          <p:cNvSpPr txBox="1"/>
          <p:nvPr/>
        </p:nvSpPr>
        <p:spPr>
          <a:xfrm>
            <a:off x="1786890" y="382587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代码调用：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534025" y="5619750"/>
            <a:ext cx="59613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/* write data to the specified GPIO port */</a:t>
            </a:r>
            <a:endParaRPr lang="zh-CN" altLang="en-US"/>
          </a:p>
          <a:p>
            <a:pPr algn="l"/>
            <a:r>
              <a:rPr lang="zh-CN" altLang="en-US"/>
              <a:t>void gpio_port_write(uint32_t gpio_periph, uint16_t data);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93080" y="525145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函数原型：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4040505" cy="19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29044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实验现象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355215" y="1599565"/>
            <a:ext cx="7265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/>
              <a:t>烧录代码之后，可以看到</a:t>
            </a:r>
            <a:r>
              <a:rPr lang="en-US" altLang="zh-CN" sz="2800"/>
              <a:t>LED2</a:t>
            </a:r>
            <a:r>
              <a:rPr lang="zh-CN" altLang="en-US" sz="2800"/>
              <a:t>将被点亮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1567</Words>
  <Application>WPS 演示</Application>
  <PresentationFormat>宽屏</PresentationFormat>
  <Paragraphs>121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283</cp:revision>
  <dcterms:created xsi:type="dcterms:W3CDTF">2019-06-19T02:08:00Z</dcterms:created>
  <dcterms:modified xsi:type="dcterms:W3CDTF">2022-05-09T06:15:44Z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