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7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8"/>
  </p:handoutMasterIdLst>
  <p:sldIdLst>
    <p:sldId id="409" r:id="rId4"/>
    <p:sldId id="497" r:id="rId6"/>
    <p:sldId id="720" r:id="rId7"/>
    <p:sldId id="722" r:id="rId8"/>
    <p:sldId id="845" r:id="rId9"/>
    <p:sldId id="716" r:id="rId10"/>
    <p:sldId id="827" r:id="rId11"/>
    <p:sldId id="821" r:id="rId12"/>
    <p:sldId id="820" r:id="rId13"/>
    <p:sldId id="823" r:id="rId14"/>
    <p:sldId id="822" r:id="rId15"/>
    <p:sldId id="800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5"/>
    </p:embeddedFont>
    <p:embeddedFont>
      <p:font typeface="黑体" panose="02010609060101010101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4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  <p:cmAuthor id="5" name="win" initials="w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524"/>
        <p:guide pos="380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179.xml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ustomXml" Target="../customXml/item1.xml"/><Relationship Id="rId23" Type="http://schemas.openxmlformats.org/officeDocument/2006/relationships/customXmlProps" Target="../customXml/itemProps178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3-07-04T19:17:17.655" idx="1">
    <p:pos x="10" y="1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3-07-04T19:17:17.655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t>RTC的校准：RTC的校准是为了确保其计数器能够准确地跟踪时间和日期，因为长时间运行后，RTC的计数器可能会产生微小的时间漂移。这是由于晶振长期运行时的微小不稳定性引起的。通过校准操作，可以修正这种时间漂移，确保RTC的稳定性和精确性。</a:t>
            </a:r>
            <a:br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  <a:p>
            <a:r>
              <a:t>主设备通过控制时钟线的电平来同步数据传输。时钟线的上升沿和下降沿用于控制数据的传输和采样。</a:t>
            </a:r>
          </a:p>
          <a:p>
            <a:r>
              <a:t>主设备通过片选线选择要与之通信的从设备。每个从设备都有一个片选线，当片选线为低电平时，表示该从设备被选中。</a:t>
            </a:r>
          </a:p>
          <a:p>
            <a:r>
              <a:t>主设备通过MOSI线向从设备发送数据，从设备通过MISO线向主设备发送数据。在每个时钟周期中，主设备将一个位发送到MOSI线上，从设备在下一个时钟周期中读取该位。同时，从设备将一个位发送到MISO线上，主设备在下一个时钟周期中读取该位。</a:t>
            </a:r>
          </a:p>
          <a:p>
            <a:r>
              <a:t>SPI通信可以是全双工的，即主设备和从设备可以同时发送和接收数据。数据传输的长度可以是可变的，通常以字节为单位。数据传输可以是单向的，即主设备只发送数据或只接收数据。同时，SPI支持多主设备，即多个主设备可以与多个从设备进行通信。</a:t>
            </a:r>
          </a:p>
          <a:p/>
          <a:p>
            <a:r>
              <a:t>SPI协议具有高速传输、低成本、简单实现等优点，被广泛应用于各种领域，如通信、嵌入式系统、传感器等。在使用SPI时，需要根据具体的硬件设备和通信需求来配置相应的时钟频率、数据格式和传输模式等参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8.xm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32.xml"/><Relationship Id="rId7" Type="http://schemas.openxmlformats.org/officeDocument/2006/relationships/image" Target="../media/image6.png"/><Relationship Id="rId6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tags" Target="../tags/tag130.xml"/><Relationship Id="rId3" Type="http://schemas.openxmlformats.org/officeDocument/2006/relationships/image" Target="../media/image3.png"/><Relationship Id="rId2" Type="http://schemas.openxmlformats.org/officeDocument/2006/relationships/tags" Target="../tags/tag129.xml"/><Relationship Id="rId11" Type="http://schemas.openxmlformats.org/officeDocument/2006/relationships/comments" Target="../comments/comment1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36.xml"/><Relationship Id="rId7" Type="http://schemas.openxmlformats.org/officeDocument/2006/relationships/image" Target="../media/image8.png"/><Relationship Id="rId6" Type="http://schemas.openxmlformats.org/officeDocument/2006/relationships/tags" Target="../tags/tag135.xml"/><Relationship Id="rId5" Type="http://schemas.openxmlformats.org/officeDocument/2006/relationships/image" Target="../media/image7.png"/><Relationship Id="rId4" Type="http://schemas.openxmlformats.org/officeDocument/2006/relationships/tags" Target="../tags/tag134.xml"/><Relationship Id="rId3" Type="http://schemas.openxmlformats.org/officeDocument/2006/relationships/image" Target="../media/image3.png"/><Relationship Id="rId2" Type="http://schemas.openxmlformats.org/officeDocument/2006/relationships/tags" Target="../tags/tag133.xml"/><Relationship Id="rId11" Type="http://schemas.openxmlformats.org/officeDocument/2006/relationships/comments" Target="../comments/comment2.xml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2.xml"/><Relationship Id="rId6" Type="http://schemas.openxmlformats.org/officeDocument/2006/relationships/image" Target="../media/image3.png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4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144.xml"/><Relationship Id="rId3" Type="http://schemas.openxmlformats.org/officeDocument/2006/relationships/image" Target="../media/image3.png"/><Relationship Id="rId2" Type="http://schemas.openxmlformats.org/officeDocument/2006/relationships/tags" Target="../tags/tag14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image" Target="../media/image10.png"/><Relationship Id="rId5" Type="http://schemas.openxmlformats.org/officeDocument/2006/relationships/tags" Target="../tags/tag148.xml"/><Relationship Id="rId4" Type="http://schemas.openxmlformats.org/officeDocument/2006/relationships/image" Target="../media/image3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5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image" Target="../media/image12.png"/><Relationship Id="rId7" Type="http://schemas.openxmlformats.org/officeDocument/2006/relationships/tags" Target="../tags/tag155.xml"/><Relationship Id="rId6" Type="http://schemas.openxmlformats.org/officeDocument/2006/relationships/image" Target="../media/image10.png"/><Relationship Id="rId5" Type="http://schemas.openxmlformats.org/officeDocument/2006/relationships/tags" Target="../tags/tag154.xml"/><Relationship Id="rId4" Type="http://schemas.openxmlformats.org/officeDocument/2006/relationships/image" Target="../media/image3.png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image" Target="../media/image10.png"/><Relationship Id="rId5" Type="http://schemas.openxmlformats.org/officeDocument/2006/relationships/tags" Target="../tags/tag159.xml"/><Relationship Id="rId4" Type="http://schemas.openxmlformats.org/officeDocument/2006/relationships/image" Target="../media/image3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image" Target="../media/image14.png"/><Relationship Id="rId10" Type="http://schemas.openxmlformats.org/officeDocument/2006/relationships/tags" Target="../tags/tag16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image" Target="../media/image3.png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image" Target="../media/image3.png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4.png"/><Relationship Id="rId2" Type="http://schemas.openxmlformats.org/officeDocument/2006/relationships/tags" Target="../tags/tag170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16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7.xml"/><Relationship Id="rId2" Type="http://schemas.openxmlformats.org/officeDocument/2006/relationships/image" Target="../media/image3.png"/><Relationship Id="rId1" Type="http://schemas.openxmlformats.org/officeDocument/2006/relationships/tags" Target="../tags/tag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744845" y="2529205"/>
            <a:ext cx="47097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RTC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实时时钟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RTC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RTC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6515"/>
            <a:ext cx="4558030" cy="698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RTC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40835" y="2865755"/>
            <a:ext cx="4551680" cy="3340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3200"/>
              <a:t>1.RTC</a:t>
            </a:r>
            <a:r>
              <a:rPr lang="zh-CN" altLang="en-US" sz="3200"/>
              <a:t>介绍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2.RTC</a:t>
            </a:r>
            <a:r>
              <a:rPr lang="zh-CN" altLang="en-US" sz="3200">
                <a:sym typeface="+mn-ea"/>
              </a:rPr>
              <a:t>电源</a:t>
            </a:r>
            <a:endParaRPr lang="zh-CN" altLang="en-US" sz="3200"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899795"/>
            <a:ext cx="10372090" cy="16605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RTC是实时时钟（Real-Time Clock）的缩写。它是一种硬件模块或芯片，用于提供准确的日期和时间信息。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GD32F470上有RTC的外设，它提供了一个包含日期（年/月/日）和时间（时/分/秒/亚秒）的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日历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功能。除亚秒用二进制码显示外，时间和日期都以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BCD码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的形式显示。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06235" y="2074545"/>
            <a:ext cx="5204460" cy="44735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0035" y="5109210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0195" y="669861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8940" y="4046220"/>
            <a:ext cx="6229985" cy="18040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08940" y="2316480"/>
            <a:ext cx="6075680" cy="1046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RTC本质上就是一个1秒计数器，通过秒来换算出时间。因此需要我们提供一个 1HZ 频率的时钟。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电源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4230" y="1097915"/>
            <a:ext cx="10726420" cy="1675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1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 电路分为两个电源域。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的核心部分位于备份域中。这表明系统复位或者从待机模式唤醒时，RTC 的设置和时间都保持不变。另一部分位于VDD 电源域中，该部分只包括 APB 接口以及一组控制寄存器。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1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需要注意的是，RTC通常需要外部电池或超级电容器来保持时间计数，以防止断电时数据丢失。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1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0195" y="669861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3830" y="613346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17870" y="2563495"/>
            <a:ext cx="4572635" cy="3754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85290" y="3653790"/>
            <a:ext cx="1960880" cy="24631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RTC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56285" y="330200"/>
            <a:ext cx="3916680" cy="54229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的配置流程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22270" y="3685540"/>
            <a:ext cx="5361940" cy="2623185"/>
          </a:xfrm>
          <a:prstGeom prst="rect">
            <a:avLst/>
          </a:prstGeom>
        </p:spPr>
      </p:pic>
      <p:pic>
        <p:nvPicPr>
          <p:cNvPr id="8" name="ECB019B1-382A-4266-B25C-5B523AA43C14-1" descr="wp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0880" y="2088515"/>
            <a:ext cx="1670050" cy="4162425"/>
          </a:xfrm>
          <a:prstGeom prst="rect">
            <a:avLst/>
          </a:prstGeom>
        </p:spPr>
      </p:pic>
      <p:sp>
        <p:nvSpPr>
          <p:cNvPr id="9" name="文本框 8" descr="7b0a20202020227461726765744d6f64756c65223a202270726f636573734f6e6c696e65466f6e7473220a7d0a"/>
          <p:cNvSpPr txBox="1"/>
          <p:nvPr/>
        </p:nvSpPr>
        <p:spPr>
          <a:xfrm>
            <a:off x="756285" y="1023620"/>
            <a:ext cx="8387080" cy="2886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t">
              <a:lnSpc>
                <a:spcPct val="13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）我们RTC的核心寄存器是在备份域里的，要对备份域进行操作需要解除写保护。所以上电复位后的第一步是解锁备份域的写保护。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b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（2）设置时钟，本案例的RTC时钟来源是使用外部低速时钟晶振32.768Khz提供的，所以我们在配置RTC的时钟时，需要选择开启外部低速时钟使能，选择它成为RTC的时钟来源。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（3）开启RTC，就是开启RTC的时钟，等待它配置完成。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）配置日历信息，包括年月日周时分秒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57665" y="6099810"/>
            <a:ext cx="267398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的配置流程</a:t>
            </a:r>
            <a:endParaRPr kumimoji="0" lang="zh-CN" altLang="en-US" sz="1400" b="1" i="0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解除写保护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6000" y="2088515"/>
            <a:ext cx="5079365" cy="2181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//使能电源管理时钟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rcu_periph_clock_enable(RCU_PMU);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//启用对备份域中寄存器的写访问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pmu_backup_write_enable();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8" name="ECB019B1-382A-4266-B25C-5B523AA43C14-2" descr="wpp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580880" y="2088515"/>
            <a:ext cx="1670050" cy="41624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9257665" y="6099810"/>
            <a:ext cx="267398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的配置流程</a:t>
            </a:r>
            <a:endParaRPr kumimoji="0" lang="zh-CN" altLang="en-US" sz="1400" b="1" i="0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047490" y="3279140"/>
            <a:ext cx="5697220" cy="3246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5821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设置时钟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8" name="ECB019B1-382A-4266-B25C-5B523AA43C14-3" descr="wpp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580880" y="2088515"/>
            <a:ext cx="1670050" cy="41624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9257665" y="6099810"/>
            <a:ext cx="267398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的配置流程</a:t>
            </a:r>
            <a:endParaRPr kumimoji="0" lang="zh-CN" altLang="en-US" sz="1400" b="1" i="0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1885" y="2267585"/>
            <a:ext cx="5885815" cy="2506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//打开振荡器 32.768 KHz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rcu_osci_on(RCU_LXTAL);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//等待振荡器32.768 KHz稳定的标志设置或振荡器启动超时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rcu_osci_stab_wait(RCU_LXTAL);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//配置RTC时钟源选择LXTAL=32.768 KHz晶振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rcu_rtc_clock_config(RCU_RTCSRC_LXTAL);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4341495"/>
            <a:ext cx="7546340" cy="20923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开启</a:t>
            </a:r>
            <a:r>
              <a:rPr lang="en-US" altLang="zh-CN" sz="3200"/>
              <a:t>RTC</a:t>
            </a:r>
            <a:endParaRPr lang="en-US" altLang="zh-CN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8" name="ECB019B1-382A-4266-B25C-5B523AA43C14-4" descr="wpp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580880" y="2088515"/>
            <a:ext cx="1670050" cy="41624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9257665" y="6099810"/>
            <a:ext cx="267398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的配置流程</a:t>
            </a:r>
            <a:endParaRPr kumimoji="0" lang="zh-CN" altLang="en-US" sz="1400" b="1" i="0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295" y="2029460"/>
            <a:ext cx="7880985" cy="1978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//开启RTC时钟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rcu_periph_clock_enable(RCU_RTC);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//等到时钟同步后，再进行寄存器更新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rtc_register_sync_wait();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//获取RTC时钟项选择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//获取备份域控制寄存器（RCU_BDCTL）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的第8第9位状态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//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RTCSRC_FLAG = GET_BITS(RCU_BDCTL, 8, 9);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61080" y="4791710"/>
            <a:ext cx="6224905" cy="1554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884420" y="2029460"/>
            <a:ext cx="5020310" cy="247713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5821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381500" y="1116965"/>
            <a:ext cx="2952115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配置日历信息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5005" y="2029460"/>
            <a:ext cx="11090275" cy="4853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RtcTimeConfig(uint8_t year, uint8_t month, uint8_t date, uint8_t week, uint8_t hour, uint8_t minute, uint8_t second)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rtc_parameter_struct   rtc_initpara;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rtc_initpara.factor_asyn = 0x7F;        //RTC异步预分频值:0x0 ~ 0x7F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rtc_initpara.factor_syn  = 0xFF;        //RTC同步预分频值:0x0 - 0x7FFF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rtc_initpara.year        = year;        //设置年份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rtc_initpara.month       = month;       //设置月份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rtc_initpara.date        = date;        //设置日期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rtc_initpara.day_of_week = week;        //设置星期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rtc_initpara.hour        = hour;        //设置时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rtc_initpara.minute      = minute;      //设置分钟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rtc_initpara.second      = second;      //设置秒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rtc_initpara.display_format = RTC_24HOUR;//24小时制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//    rtc_initpara.am_pm = RTC_PM;//午后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//12小时制才使用到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// RTC当前时间配置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rtc_init(&amp;rtc_initpara)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95821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7905" y="2029460"/>
            <a:ext cx="5911850" cy="5605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RtcShowTime(void)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rtc_parameter_struct   rtc_initpara_time;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rtc_current_time_get(&amp;rtc_initpara_time);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printf("Current time: %d:%d:%d\n\r", \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BcdToDecimal(rtc_initpara_time.hour),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BcdToDecimal(rtc_initpara_time.minute),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BcdToDecimal(rtc_initpara_time.second));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printf("%d-%d-%d\n\r", \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BcdToDecimal(rtc_initpara_time.year),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BcdToDecimal(rtc_initpara_time.month),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BcdToDecimal(rtc_initpara_time.date));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95821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RTC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8"/>
            </p:custDataLst>
          </p:nvPr>
        </p:nvSpPr>
        <p:spPr>
          <a:xfrm>
            <a:off x="4381500" y="1116965"/>
            <a:ext cx="2952115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读取时间</a:t>
            </a:r>
            <a:endParaRPr lang="zh-CN" altLang="en-US" sz="3200"/>
          </a:p>
        </p:txBody>
      </p:sp>
      <p:sp>
        <p:nvSpPr>
          <p:cNvPr id="2" name="文本框 1"/>
          <p:cNvSpPr txBox="1"/>
          <p:nvPr/>
        </p:nvSpPr>
        <p:spPr>
          <a:xfrm>
            <a:off x="6684645" y="2129790"/>
            <a:ext cx="4446905" cy="3189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//BCD转10进制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 BcdToDecimal(int bcd)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 decimal = 0;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temp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= 1;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 number = 0;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while(bcd &gt; 0)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2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number = bcd % 16;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2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decimal += number *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temp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2" indent="457200" algn="l" fontAlgn="t">
              <a:lnSpc>
                <a:spcPct val="90000"/>
              </a:lnSpc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temp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*= 10;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2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bcd /= 16;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return decimal;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4210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9.xml><?xml version="1.0" encoding="utf-8"?>
<p:tagLst xmlns:p="http://schemas.openxmlformats.org/presentationml/2006/main">
  <p:tag name="KSO_WPP_MARK_KEY" val="20655751-83b5-4141-9554-5e7661096423"/>
  <p:tag name="COMMONDATA" val="eyJjb3VudCI6MTI3LCJoZGlkIjoiMmQ1NTA5ZmE0MmUzMzcyM2RlY2UwNDZhMDg2M2Y2ZDAiLCJ1c2VyQ291bnQiOjN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QyMTg4OTkyMTUyIiwKCSJHcm91cElkIiA6ICI3NDQzMTgwOTEiLAoJIkltYWdlIiA6ICJpVkJPUncwS0dnb0FBQUFOU1VoRVVnQUFBUFlBQUFKbENBWUFBQURwZnc4TUFBQUFDWEJJV1hNQUFBc1RBQUFMRXdFQW1wd1lBQUFnQUVsRVFWUjRuT3pkZVhnVDVmbzM4TytrU1ZxNkw5RFNEU2c3RkVvYlZrVVcyVVJGaW9MS3BpQ2dJRkFRV1pSRjRaektUMFNXVitRZ0J6bWlaVWRCS3Z2bVlkKzBUVm0xV0tDVUZtZ3BMVjBvWFpJODd4ODlHWk1tYWRNMnlUU1QrM05kWEZkbXljemQwbS9tbVdlZW1RQ0VFRUlJSVlRUVFnZ2hoQkJDQ0NHRUVFSUlJWVFRUWdnaGhCQkNDQ0dFRUVJSUlZUVFRZ2doaEJCQ0NDR0VFRUlJSVlRUVFnZ2hoQkJDQ0NHRUVFSUlJWVFRUWdnaGhCQkNDQ0dFRUVJSUlZUVFRZ2doaEJCQ0NDR0VFRUlJSVlRUVFnZ2hoQkJDQ0NHRUVFSUlJWVFRRytPRUxzQkd1QTRkT3JUbE9LNjNSQ0o1QlVCYnhsZ0F4M0Z5b1FzamRacUtNWmJKY1Z5eVJxUFpJNUZJZmsxTVRMd0NnQWxkV0ZYRUhtd3VNakx5V1k3ai9zVnhYQWVoaXlHaWtLeFdxOSsvZE9uU2NkVGhnSXMyMk9IaDRlN096czZyQUx3REFQWHIxMGVYTGwzUXUzZHZoSWVIdzgvUER6S1pUT0FxU1YybVVxbnc2TkVqL1Bubm56aCsvRGd1WExpQXpNeE03ZUpkR28xbWZGSlMwbU1oYXpSRmxNR09qSXowbGtna3h3QW8zTjNkTVdiTUdMenp6anZnT0ZIK3VNUkdHR1BZc1dNSDFxMWJoOGVQSHdOQU1tT3NoMUtwZkNoMGJSV0o3aSs5VmF0V0htNXVibWNCdEd2Um9nWFdyRmtEWDE5Zm9jc2lJcEtmbjQrWW1CaGN2WG9WQUc2V2xaVjF2bkxsU3E3UWRlbVNDRjJBaFVsZFhWMDNBV2pYb1VNSGJOcTBpVUpOTE03VDB4UGZmZmNkdW5YckJnRE5aREpaUElBNmRWN25KSFFCbGhRVkZUV0Y0N2dQUWtORDhjTVBQOUE1TkxFYWlVU0NBUU1HNFBqeDQ4akp5V25jc0dGRDdzR0RCLzhWdWk0dDBUVEZvNktpZ2ppT3V5T1ZTcVdiTjI5RzgrYk5oUzZKT0lEMDlIUU1HellNWldWbEtwVksxZkx5NWN1M2hhNEpFRmRUL0o4QXBLTkdqYUpRRTVzSkNRbEJURXdNQUVpZG5KeituOUQxYUluaWlOMnhZOGRtakxFVVQwOVBIRHAwQ0hJNWpUc2h0bE5XVm9hWFhub0pPVGs1NERndUlpRWg0WXJRTllubGlEMFpBTjU4ODAwS05iRTVtVXlHaVJNbkFnQTBHczNIQXBjRFFBUkg3STRkTzhvWVk3bE9UazV1UjQ0Y2daZVhsOUFsaVVKQ1FnSnljbkxnNysrUHhvMGJ3OXZiMitTNlNVbEprRWdrYU5ldUhTUVNzUndycXFld3NCQjkrdlNCV3ExK1dsSlM0bjN0MnJWU0lldXgrLzhGdFZvOUFJQmIxNjVkS2RRV3RHWExGbno4OGNjWU4yNGM5dTdkYTNJOWxVcUZCUXNXNEoxMzNzRUxMN3lBTFZ1MjJMREt1c1BkM1IwREJnd0FnSHJPenM0amhhNUhLblFCdFNXUlNBWURRTisrZllVdXhXWjY5ZXFGd3NKQ2kyNHpJU0ZCYi9yKy9mdjg2N0N3TUpQdmk0K1A1OWZOemMxRmh3Nk9PeVMvZi8vK09IRGdBQUJFQS9oZXlGcnMvWWpOQVhnRkFIcjA2Q0Z3S2VLU25wN092ellWN0tLaUlxeGJ0NDZmam82T1JwczJiZkRmLy80WFgzMzFsZFZyckdzaUl5TzF3NWFmZzhDbnVYWWQ3TWpJeU1ZQUFoczFhZ1EvUHoraHl4R05uSndjUEhueUJBRGc0dUtDd01CQW8rdjk1ei8vUVhaMk5nREF3OE1EVTZkT3hlTEZpekZyMWl6RXhjWGgvUG56TnF1NUx2RHk4a0xMbGkwQm9MNUNvV2d0WkMzMjNoU1BCT0J3MTYwUEhqd0l4djYrWTFDM3RmTFJSeDloMEtCQkJ1OUpTMHZEcUZHaitPazFhOWFnZmZ2MmV1dHMzTGdSY1hGeDBHZzAvTHpTMGxMdHVTTnZ6NTQ5U0V0THcrYk5tL2w1czJiTmdvK1BENktqbzdGNzkyNEF3SW9WSzdCdDJ6YUg2bENMaUloQWNuSXlBUFFBOElkUWRkaDdzTnNBUUxObXpZU3V3NmJxMWF0bmNwbGNMb2VycTZ2QmZCY1hGNzFwWjJkbmcvV0tpb3FRazVPak4wK2owUmlkdDNEaFFwU1ZsUUVBZXZmdXpYK1lSRVJFSURJeUVrbEpTYmg1OHliaTQrUHg2cXV2bXYvRDJibFdyVm9CQUJoamtVTFdZZGNmcFJLSkpCd0FtalJwSW5BbGprTXVsK1AvL3UvL2NPUEdEUUNBajQ4UDVzK2ZqNktpSW1Sa1pPRHExYXRvMjdZdHYvNjMzMzZMMGxKQnIvellsUGEwaGVPNHBrTFdZZGRIYk1aWUdNZHhDQWtKRWJvVVVaZzRjU0ltVHB5STk5OS9IeGN2WGdSUTNtVHYwcVVMdW5UcEFvMUdBNVZLcGUzNUJWQisvZmJGRjErRVNxVXl1czNNekV6OC9QUFBlUFBOTjIzeU13aXRRWU1HMnBmR095WnN4SzZQMlBqZkw0OXV6YlFzN2RFWUtHOWFGaFFVOE9mZHpabzE0NXViUVBsd1NsT2gxdHF3WVlQREhMVTlQVDBCQUl5eCtrTFdZZGRIYkk3amZBSFF3QlFMeXNySzBqNGRCUDcrL3ZEMjlzYk5temY1NVEwYU5FRHYzcjJ4Wk1rU0JBWUdJamc0R0FFQkFmRDM5NGVmbng5OGZYM2g2K3NMVDA5UFRKa3lCWThlUGNMRGh3K3hmLzkrREJreVJLZ2Z5MmJjM2QyMUx6MkZyTU91ZzgwWXE4ZHhuTU9NRDc5Ky9UcmVldXV0U3RlSmpZMUZiR3hzbGRzYVAzNjh3YnlFaEFTRG96VUEzTDE3bDU4WEVCQ0E2T2hvdlBMS0sxWCszb2NPSFlxelo4OWl6Smd4Nk4yN2Q1VTFpWUgyR1FBY3h6a0xXWWRkQjV2ak9Da0FPRG1KNm5rUmdycDgrVEwvT2p3OEhBQ1FrcExDendzTEM0TlVhdDZmemZqeDQvbWJJeHlGOXRJZVkwelFQMHE3RGphQVlnQ3VwYVdsQnBkelNNMGtKU1h4cjdXOTI1Y3VYZUxuTlczYUZCa1pHZFhxRE51K2ZUdUNnNE10VjJRZHByMEV5SEdjb0owSzloN3NKd0JjaTRxS0hDTFlyVnUzeHFsVHB3em05K3ZYRHlVbEpRQ0EwYU5IR3oxS21qTkFSYVZTYVIvUUI2RDg2SzFRS1BoeDVCS0pCTzNidDBkdWJpNmVQbjFxZHQyNkExN0VUdnYvd0Jnei94ZGtCZmJlSy80QUtMLzV3QkZJSkJLNHVycnEvWHY2OUNuL3h3UUFEUnMyTkZqSDFkWFY1QUFWM1g5U3FWVHZISDc5K3ZVWU0yWU12LzJXTFZ2cWRnNFJJL0x6OHdFQUhNYzlFcklPZXo5aTN3UFEvdUhEaHc0MytreEx0K2tNQUtHaG9iWGEzdnZ2dnc5L2YzOHNXYklFR28xR3IwZmMxQjEwRmU4TUE0Q09IVHZXcWc1N3BiMmlBQ0JieURycytvaXQwV2l1QThDZE8zZUVMa1V3Ky9mdjE1dld2Y1pjVTBPSERzWGl4WXNOT3Nsb0lGRFZIang0QUFCZ2pLVUtXWWRkSDdFbEVzbWZBSERyMWkyaFN4RkVRa0lDVHB3NHdVODNhOVpNZCtSVHJZU0VoRUFxbGVvTlB2bmtrMCtRbjUrUHJsMjdXbVFmWXBTV2xxWjkrWmVRZGRoMXNBRmNCdlF2eHppS0d6ZHVZUGJzMlhwM2VRMGVQTmdpMjg3SXlNRDA2ZE5SWEZ5c04xK2xVdUh6eno5SHo1NDlMYklmTWRKZUx1UTQ3b3lRZGRoMXNGVXExUldwVk1wdTNMakJNY1ljNXJ1NWpoMDdoa1dMRnFHb3FJaWZGeElTZ21IRGh0VjYyOWV1WGNQczJiUDE3dWdhUEhnd0RoNDhpTkxTVWpnN082TkhqeDQ0ZWZJa3Y5eFJ6NmNyWW94cCt6eFlmbjcrT1NGcnNldHo3TXVYTHo5aGpKMHNLaXJTdTlZcVZtcTFHZ3NXTE1DY09YUDBRdTNtNW9hbFM1ZlcrcExmMGFOSE1YNzhlTjF2bE1UYmI3K05oUXNYWXNXS0ZYQnpjOE95WmN2UXVYUG5XdTFIclA3NjZ5OFVGQlFBUUZKS1NrcStrTFhZZGJELzV4ZWcvSTlTN0p5Y25EQjQ4R0M5SjRiNit2cmlYLy82bDBVNnpkcTNiNjkzUTgyb1VhTXdiZG8wQU1Benp6eUR2WHYzNHRsbm56VjRYNzE2OVF6K09hSUxGeTVvWHg0WHNBd0FkdDRVQndDSlJCTFBHRnQrOHVSSnpKbzFTK2h5cks1TGx5NklpNHZEakJrekVCb2Fpcmx6NTZKKy9hcHZKSEp6YzlON0VvcVBqNC9CT2dFQkFmajY2Njh4WmNvVXpKZ3hBeSs4OElMZWN1MmRTeFdkUG4zYVlKNGpOcy8zN05rREFPQTRib1BBcGRqL2M4VUJRS0ZRbkFmUWRjMmFOUTdUWTZ0U3Fjd2VzMTFkWldWbGxYNmhZVmxabWQ2VkNHT3RoVWVQL2g2ZjRlUGpJL3JISTEyN2RnMXZ2LzAyR0dQWGxFcGxPNkhyc2Zzajl2K3NBTEI5NDhhTkRoTnNhNFVhUUpYZlVpcVR5YXBzK2p2YXd5VzF6MVBuT0c2dHdLVUFFTWM1TmtwS1NuWURTRHQvL3J6QlNDeENyTzNHalJzNGRPZ1FBRHpJejgvL1Z1aDZBSkVFKzM5ZnB6S0hNWWJQUC85Yzc5b3VJZFpVNFc5dWNVcEtTa2xWNzdFRjBkeklmUC8rL1Q4Yk5tellPemMzdDdGR282RkxNc1FtdG0vZmpwOS8vaGtBbEltSmlSTUIxSWxiMlVSeHhQNGZkVmxaMlRqR1dNbUdEUnR3NU1nUm9lc2hJbmZod2dXc1hMa1NBRXBWS3RYYkFDcC8rSnNOaWVhSURRQlpXVm01Z1lHQmx4bGpJMDZlUEluUTBGQ0greklCWWh0bno1N0Z6Smt6VVZaV0JzYll1RXVYTHRXcEk0bW9nZzBBRHg0OFNBNElDTWpRYURTRC8vdmYveUkzTnhmZHVuVVQvZVVXWWh0cXRSci8rdGUvc0hUcFVwU1ZsVUdqMGN4T1NrcjZSdWk2S2hMRmRXeGpJaU1qUjNJY3Q0SGpPSGxnWUNEZWVPTU5EQnMyek9pM1pCQlNsZUxpWXV6ZXZSdmJ0Mi9YM3NGVkJtQnFZbUxpdWlyZUtnalJCaHNBRkFwRkd3RHJVUDd0aDVESlpHalVxQkgvbEJGNkNDS3BqRnF0UmxGUkViS3lzbkRuemgzZFo2TW5xdFhxQ1pjdVhWSUtXVjlsUkIzcy81RkVSVVU5RDJBeWdDRWN4MUdibkZRYlkwd0Q0Q0RIY1Y4bkppWWVSaDNwL1RiRkVZTE5pNGlJY0pOS3BhMFpZLzRhamNaRCsvaGlBa2dra3MwQW9ORm9SbFcxcnFPUVNDUnFqVVpUQU9EaDA2ZFAvMHhPVGk0UXVpWkNxa1doVURDRlFrRWplMFNDbXFXRWlCQUZteEFSb21BVElrSVViRUpFaUlKTmlBaFJzQWtSSVFvMklTSkV3U1pFaENqWWhJZ1FCWnNRRWFKZ0V5SkNGR3hDUklpQ1RZZ0lVYkFKRVNFS05pRWlSTUVtUklRbzJJU0lFQVdiRUJHaVlCTWlRaFJzUWtTSWdrMklDRG5VNDRmSjN5SWpJeWR3SExkSU84MXhYREFBTU1ZeWRGWmJxMVFxUDdOMWJhVDI2TG5hRGtxbFVwMlJ5K1hCRmVkckF3NEFqTEdEdHEyS1dBb2RzUjJZUXFHNERxQ05zV1dNc1ZTbFVobG00NUtJaGRBNXRtUGJiR29CeDNIN2JWa0lzU3dLdG1QYlkycUJXcTNlYXN0Q2lHVlJVOXpCS1JTS213Q2E2czVqakdVb2xjb1FnVW9pRmtCSGJBZkhHRFBXSEQ5ZzgwS0lSVkd3eVM5RzVtMnplUlhFb3FncFRyaW9xS2cwanVOQ0FJQXhscVZVS2hzQ29HL2V0R04weENaTSs5M1kvM01RRkdxN1I4RW1VS3ZWZkhPY01iWmR5Rm9JSVpZamlZcUtlaEFWRmZVSWdKUFF4WkRhb3lHbEJBQTBITWR0Wll3MUJLQVd1aGhTZXhSc0FnQmdqTzFtalBrSVhRZXhETHZ1RlkrS2lyckFjVndYb2VzUUE4WVlPTTZ1L3h6cW1xdUppWW50aGRxNVhYZWVVYWd0aDBKdGNlMkUzTGtvbXVJSkNRbENsMEFJcjJQSGprS1hZTjlIYkVLSWNSUnNRa1NJZ2sySUNGR3dDUkVoQ2pZaElrVEJKa1NFS05pRWlCQUZteEFSb21BVElrSVViRUpFaUlKTmlBaFJzQWtSSVFvMklTSkV3U1pFaENqWWhJZ1FCWnNRRWFKZ0U3dWhWcXY1ZitZcUt5dXpZa1YxbHlpZW9HSUx5Y25KbURwMUtrSkRRekZod2dROCsreXpndFJSVWxLQ1R6LzlGTVhGeFFDQU9YUG1JRGpZNFB2ckJiRmx5eGFjUFhzV3p6Ly9QSjUvL25uNCt2cGFiTnVscGFWNDVwbG4rT25LbnBvVEh4K1BZOGVPSVNVbEJXNXVidmp4eHg4dFZvZTlvR0NiYWQyNmRjakp5VUZPVGc2Y25KeVFtcHJLTC9QeThvS1BqdytlZWVZWmxKYVdWcmt0TnpjM25EeDVFZ0R3Mm11djRjNmRPMGJYazh2bE9IZnVuTjY4NzcvL0hrZVBIdVdubXpkdmpwaVlHSlA3c3NaamVyNzQ0Z3YwNjlmUFlQNnBVNmR3OGVKRm5EdDNEcm01dWZqbW0yOXF0UDFqeDQ3QjI5dTd4dlhsNStmanpKa3ovSFJtWmlZQ0FnSnF2RDE3UkUxeE01dy9meDdIangvbnB5ZFBub3loUTRmeS96WnQybFN0N2NubDhoclZjZVBHRFd6WXNFRnYzZzgvL0lEVHAwL1hhSHVXVkZKU2dxU2tKSDVhOStocWEzMzY5TkdicnZqaDZBam9pRjJGeDQ4ZjQ1Ly8vS2RaNjQ0Y09SSXFsUXEvL1BJTDh2UHpBUURSMGRIdzhQQkFkblkyRGg0OENBQndjWEV4K3Y3R2pSdERwVkloSXlNREFPRHU3czR2eTgvUHg1dzVjL2h6eGxhdFdpRTVPUm1NTWN5ZE94ZHIxcXhCKy9hVlArMVdMcGZEeWFsbVgvVHg5T25UU3BkZnZIaVJiNjE0ZW5xaVRaczJlc3VEZzRNaGxacitjelBWYWpGSFZhMlMyTmhZeE1iRzZzMFQrd013S2RpVktDc3J3OXk1YzVHWm1Ra0FHRGR1SEtaTW1ZSTdkKzdnOWRkZmgxcXRCc2R4Nk51M0x3QWdKaVlHang0OXdyWnQ1ZDlDSzVGSU1HZk9ITGk0dU9DMzMzN2pnNjBiV0YyN2R1M0M2ZE9uTVgzNmRBQkExNjVkQVFCRlJVV1lObTBhN3Q2OUN3QUlEdy9IZi83ekgweWRPaFcvLy80N2lvcUtNSG55WkN4WnNnVGR1M2MzK2ZPTUdUTUdVVkZSQUlCMjdkckJ6YzNON045RlZlSFJQVDNvMmJNbkpCTDl4dURhdFdzUkZCUms5TDBWejUrMTFHbzF1blF4L29ScGJUMWlEMmhOVVZPOEVtdlhyc1hGaXhjQkFBRUJBWGpublhjQUFGOS8vVFhmTS92S0s2K2diZHUyQU1yL1FCY3RXZ1NWU2dXZ1BJQXVMaTVnalBIYkFZQUdEUnFZM09mdnYvL092KzdldlR1eXNyTHc3cnZ2NHNxVkt3QUFWMWRYL1BPZi80Uk1Kc01YWDN5QjBOQlFBT1hoLytDREQ3QnExU3FVbEpRWTNmYTMzMzZMeVpNblkvTGt5Y2pMeTZ2Ujc4U1lzckl5dlZNVjdRY2RFUTRkc1N2UnNHRkQvblZtWmlaNjlPaGhzTTR2di95Q1gzNzVCZSs5OXg1T25EaUI1T1JrZmxsUVVCQTZkKzRNanVQMEx0RTBiOTdjNUQ2MVJ5Q0pSSUxpNG1LTUhEa1N1Ym01L0x6Rml4ZWpTWk1tQUFCdmIyOTg4ODAzZU8rOTkzRHYzajFvTkJyODhNTVBPSGp3SUdKalk5R3hZMGYrQStYZXZYc1lNbVFJdjU4eFk4WlU2M2ZoNWVXRmR1M2FZZVhLbFFaSDR4TW5UcUN3c0JBQUlKVkswYTFidDJwdDI1SzJiTm1DVnExYUdjeFBUazdHeUpFakJhaElHQlRzU3BocUJocmo0dUtDKy9mdjg5UDkrdlhEUng5OWhFT0hEdW10NStIaGdUZmVlTVBvTm5KemMvSG5uMzhDQVB6OS9iRjQ4V0l3OXZkWFZmdjUrZUhZc1dNNGR1eVkzdnRDUTBOeDc5NDlmam96TXhNZUhoNEF3SjlUNnk0SGdKeWNITE4vTnEzQ3drS2o1K2c3ZHV6Z1g4dGtNcU9kZzYrODhrcTE5K2ZrNUlSVHAwNEJLRzhWNkhhS2FlY1Q0eWpZbFdqVXFCRzZkKy9PWHpxSmk0dkQyMisvRFFCWXRXb1ZuSnljTUdYS0ZBQkEwNlpOOGVXWFgrTDk5OS9IZ0FFRHNHalJJc2hrTW5UczJCRjVlWG53OHZKQ1dGZ1lSb3dZZ2NEQVFLUDdPM1BtRERRYURRQmd4SWdSdUhyMUtvNGNPUUtPNDhBWXc4T0hEN0YzNzE2VDlmcjUrU0UzTnhkaFlXRm8yYktsM3JMMDlQUmEvejZNdVhYcmxsWFBjMTFkWFFIQTRES2lkajR4am9KZENZN2o5SUxkcUZFamZsbHdjTERCMGF0VHAwNTQ3YlhYTUdEQUFKU1VsQ0FqSXdNbEpTVndjWEZCaXhZdE1IdjI3RXIzcDNzVTZ0dTNMN3AxNjRhVWxCVE1uVHNYNzczM1hwWDFkdXpZRVNOR2pNRE5temNObHVrRys5VlhYOFdDQlF1cTNKNDV2djMyVzVQTEdqZHViREN2cUtnSUR4OCtySFFkYzN2dTFXcDFqWHY1eFk2Q1hRMXBhV244NjR5TURJTS9xdXpzYlB6MDAwLzQ2YWVmTUhyMGFMend3Z3U0ZXZVcUFQT09NTHJyWExwMENRTUhEc1NPSFRzZ2tVajBqb3E2UGRSNzl1d3g2RzJPaUlndzJMWnVzQzAxV09QbXpaczRjdVNJeWVXN2R1MHltSGYwNkZGODlORkhsYTVqamttVEpxR3dzTkJnRElFam5VZFhob0pkRGRwbU9BQk1temJOWUxudVFKRS8vdmlEdjB3R2xGK24vZUtMTC9ocDNUOXVyWTgvL2hpLy9mWWI3dCsvajZWTGw2SlhyMTZvVjYrZVJXclhEZmJhdFd1eGR1M2FHbTlyeDQ0ZGFOYXNHZExUMC9YNkFDenQ1czJiK09HSEgzRDc5bTI5a1g0QThOdHZ2eUU4UE54cSs3WjNGT3dxVk9jUE56NCtubjlkOGJ3ek16TlRyNVBKV0xDZG5aMHhkdXhZZlA3NTU4akx5OE9CQXdld2VQSGlTdmRwckZOcTZOQ2htRGR2bnQ0OFM1NWphd2ZZVkJ5RW9zdmNvYXltMW12VHBnMW16SmlCZmZ2Mm1YeXZWQ3BGVVZHUldmdHhOQlRzS21pdlNRUGw1OERhUzE0N2QrNkVrNU1UZndrcElTRUJseTlmcnZYK25udnVPZjcxaFFzWGFyMDlvSHpVbW91TGk4a1JiMVZScVZUOFNEb0FmQ3ZDMzk4Zm5wNmU2TmF0R3c0ZlBteVJXblg1K2ZtWlhQYVBmL3dEUFh2Mk5MZ2VmK1RJRWFNM245RGxMcUpIZXhjVkFMMC83c2VQSCt1ZFkrL2N1Wk4vdlhEaFFnd2VQQmpYcjEvSFcyKzlCYUQ4MHBrNU4wWG8vbEZtWkdSZzBLQkJCdXZvOW96MzdkdlhvTGxlOFJ6YjA5T3owblBocXB3OWUxYnZSaE5uWjJmK2RhdFdyZkRCQng4WUJMdGlwMWhPVGc0S0NncU1idC9Qejg5Z05GNVFVQkRxMTYrUEprMmFvSDM3OW1qVHBnMldMbDNLTDlmK1huUmJJbEtwRkQ0K1BrYjM0ZW5waVFFREJsVDJZNG9LQmJzSzJzRWhBUER5eXkvenI4ZVBINiszM3NLRkMvSDQ4V01jUFhvVUw3MzBVbzMyZGV2V0xTaVZTbjY2cEtRRS8vakhQL0RUVHo4aE1qS1NIOWlpRyt3UFB2Z0FRVUZCdUgzN05uNy8vWGU4L3Zyck5kcDNaU3BlYXRJOThpOVlzTUJvWjV4dXA5aXRXN2N3YnR3NGs5djM4UERBZDk5OUJ5OHZMNE5sMmcvTTB0SlN2V0JyM2JoeGczL2RvRUVEY0J4bmRCK0JnWUg0L1BQUFRkWWdOaFRzS21Sblo1dTFuck96TTI3ZXZJbXdzREFzWDc0Y2dQNkhRc1hPc3c0ZE9tRGd3SUY2MjFpNGNDR3VYNy9PVHpkczJKQi9uMGFqUWYvKy9iRmt5Uks5OXhRV0Z1TGpqei9Hc1dQSG9ORm8wS2hSSTM2TStaZ3hZL2hlK1pwS1NFalFhN1U0T1RucHRWUkNRa0lxZlg5NmVqcGlZbUw0bzdWRUl1R3YxUVBsTjZha3BxWml3b1FKV0xseVpaWGJxK2phdFd2OGEyTWp6aHdWalJXdmd2YkdpOGFORyt1Tmg0NkxpOE9XTFZ2MDF0MnhZNGZlUDkzbXI3YnpUUHZ2dDk5K005aVhkc3k1Vm5SME5MNzY2aXMrQ05weDRicmMzZDFSWEZ6TXIvUEZGMS9vOVF0WWdtNndxM09lbnB5Y2pBa1RKdURCZ3djQXlpL25WV3pwVEpnd0FVRDVVWDMwNk5IWXZYdTMyUjJXR28yR3Y2OGRBQ0lqSTgydVRlem9pRjJKMHRKUzNMcDFDMEQ1T1o5Mm1DWlEvckFFU3crT0NBc0xnNnVySzVvMWE0WTMzM3dUVXFrVUowNmNBRkFlaXBFalJ4cDlMTkQ4K2ZNeGJOZ3dGQllXNHM2ZE85aStmVHRHalJvRkx5OHZpenpGUlBmNnZlN3ZvREo3OXV6QmtpVkwrQThGdVZ5T1pjdVdHWnhuangwN0ZoY3VYRUJDUWdJS0Nnb1FHeHVMWGJ0MjRkMTMzOVVibTI4czdLZFBuOVpyVVhYcTFLbGFQNWVZVWJBcmNlblNKZjcrWisyTkY3cTBSeUtnZkpSYXhVdGMxZTA4R3o1OE9JWVBIdzRBeU1yS3dxaFJvL2hsL2ZyMWcxcXR4aSsvL0dMd3ZnWU5HbUQ2OU9uOHBiSDE2OWNqT2pvYXExYXRNdU9uTEtmdDNKSktwWkJLcFpESlpGQ3BWTmk3ZHkrMmI5L09yNmM3K3M2VXI3NzZDbkZ4Y2Z5MGk0c0xWcXhZZ2E1ZHUrcmQzZ21VTisyWExWdUc4ZVBIOHgraTE2NWR3NDRkTzlDOWUzZGtaMmRES3BVaU1URlI3MzFsWldWWXZYbzFQOTJzV2JOS0w3ODVHZ3AySlhSdnRtamR1clhlc3NtVEordWRRMXRxSUluV045OTh3OStvMGJScFUzaDZldUtGRjE0d1dFL2JRejFreUJEOC9QUFB1SDc5T2dvTEMzSHg0a1dESjRsVTV0U3BVMlk5VU9MNTU1K3ZjcDBYWG5nQm16WnRna2FqUVVCQUFGYXNXR0h3KzlQbDZlbUo5ZXZYWS9yMDZiaHk1UW84UFQzeDZhZWZBaWovc0t0NFNjdkh4d2NYTGx6UUd6b2JIUjFkWlYyT2hNNnhLL0g2NjYveno5N3EzTGt6Z1BLSEI0NGFOUXFabVpsOGI3R3JxNnZGanhZTEZpeEFURXdNM04zZHNXVEpFdjRCQ2JxQ2dvTDRhNzBTaVFTelpzMUNSRVFFNHVMaXFoVnFBRkFvRkZXdUV4NGVybmZycHltdFc3Zkd3SUVEMGJ0M2IyemF0S25TVUd0NWVYbmgyMisveGVqUm96Rm56aHcwYU5BQUVvbEU3N3ErVm84ZVBmRGNjOC9oM1hmZkJWQit1ZXpWVjErdGNoK09oSTdZbFdqV3JCbFdybHlKMWF0WDg1ZDAzbnp6VGVUazVHRHIxcTF3YzNORGFHZ28zbi8vZll2ZmJlVGs1SVN4WThkaTZOQ2g4UER3MER2SDVEZ096WnMzeC96NTgvWGUwNkZEQjRObm9wa3JORFFVdnI2K1JtL25EQWdJUVAvKy9URng0a1N6bjljMmI5NjhhcmRpWkRJWlpzeVlvVGV2UzVjdTJMZHZINlJTS1lLQ2d0Q2xTeGYranJwSmt5WWhLeXNMVVZGUmRMZFhCY1l2K3RrSmhVTEJBT3MvSHFlb3FNaHFmemdQSGp6Z3orT045WHByYVRRYVBINzhHRktwRks2dXJwVStQNnltQ2dzTCtjYzlhUzlyeWVWeWd3Y3JHS1A3Z0FoanJRdXQzTnhjL2x3YXFIcm9xVWFqUVZsWm1kNmdHRjBxbFFwT1RrNG1yMThMUWZzekpTWW1DbFlVSGJITllNMmpnZTVUV2lvamtVZ3MrcHh1WTB3OWk4MGM1bzROOS9IeHFkWWprU1VTaWNsUUE3REtCNXdZMERrMklTSkV3U1pFaENqWWhJZ1FCWnNRRWFKZ0V5SkNGR3hDUklpQ1RZZ0lVYkFKRVNFS05pRWlSTUVtUklRbzJJU0lFQVdiRUJHaVlCTWlRaFJzUWtTSWdrMklDRkd3Q1JFaFVkeWwzcTlmUDZGTElLUk9zZXRnTThadWNCelhVdmRwb1lUVUVXbFZyMkk5ZGgxc3BWTFp0bVhMbHNhL2hZMVVpN3U3KzBNQUtDd3NiQ0IwTFdJUUZCVDBXT2dhQ0lGQ29XRGFoME1TKzBlZFo0U0lFQVdiRUJHaVlCTWlRaFJzUWtTSWdrMklDRkd3Q1JFaENqWWhJa1RCSmtTRUtOaUVpQkFGbXhBUm9tQVRJa0lVYkVKRWlJSk5pQWhSc0FrUklRbzJJU0pFd1NaRWhDalloSWdRQlpzUUVhSmdFeUpDRkd4Q1JJaUNUWWdJY1VJWFFJUVJHUms1Z2VPNFJkcHBqdU9DQVlBeGxxR3oybHFsVXZtWnJXc2p0V2ZYenhVbk5hZFNxYzdJNWZMZ2l2TzFBUWNBeHRoQjIxWkZMSVdPMkE1TW9WQmNCOURHMkRMR1dLcFNxUXl6Y1VuRVF1Z2MyN0Z0TnJXQTQ3ajl0aXlFV0JZRjI3SHRNYlZBclZadnRXVWh4TEtvS2U3Z0ZBckZUUUJOZGVjeHhqS1VTbVdJUUNVUkM2QWp0b05qakJscmpoK3dlU0hFb2lqWTVCY2o4N2JadkFwaVVkUVVKMXhVVkZRYXgzRWhBTUFZeTFJcWxRMEIwRGR2MmpFNlloTW1rVWgwbStNSFFhRzJleFJzQXJWYXpUZkhHV1BiaGF5RkVHSTVrcWlvcUFkUlVWR1BBRGdKWFF5cFBScFNTZ0JBdzNIY1ZzWllRd0Jxb1lzaHRVZkJKZ0FBeHRodXhwaVAwSFVReTdEclh2R29xS2dMSE1kMUVib09NV0NNZ2VQcytzK2hycm1hbUpqWVhxaWQyM1huR1lYYWNpalVGdGRPeUoyTG9pbWVrSkFnZEFtRThEcDI3Q2gwQ2ZaOXhDYUVHRWZCSmtTRUtOaUVpQkFGbXhBUm9tQVRJa0lVYkVKRWlJSk5pQWhSc0FrUklRbzJJU0pFd1NaRWhDalloSWdRQlpzUUVhSmdFeUpDRkd4Q1JJaUNUWWdJVWJBSkVTRUtOaUVpUk1FbWdpZ3FLaEs2QkZFVHhhT1I2cUtqUjQvaTh1WEwrUERERDRVdXhlYlMwdEt3ZGV2ZjM4STdlZkprZUhoNDhOTWxKU1hvMjdjdkFnSUNFQjRlamttVEppRTBOTlRrOWxKVFV6RjA2RkIrK3R5NWM1REw1ZFlwWGlRbzJCWldVRkNBeno3N0RFZVBIZ1VBQkFZR1lzU0lFWHJybVB0TXJKMDdkNkpKa3lZRzg2M3hUQzN0YytNMEdnMXljM09yWE4vSHh3Y1NpZkVHMzhPSEQ3Rmp4dzUrZXV6WXNYckJUa3BLUW1scEtlN2V2WXQ3OSs3aDQ0OC9ybVgxcENJS3RvWFZxMWNQV1ZsWi9QVEtsU3ZSc21WTFBveU1XZlpyc1R3OVBma25qT2JsNVFFQUpCS0pYcENNeldlTUlUOC8zMkI3dWJtNUdEQmdRSlg3UFh6NE1QejgvR3BVODIrLy9jYS83dHk1czE2dHhESW8yQlltbFVxeGVQRmlEQjgrSEUrZVBJRmFyYU5OSDhZQUFDQUFTVVJCVk1iY3VYT3hkZXRXK1BuNTRmSGp4M3JyQndRRVFDYVQ4ZFBwNmVuVjJ0L1BQLzhNYjI5dkFIOGZ5VU5EUTdGcjF5NStIV1B6SHo5K2pMNTkrMWIvQjdRQTNXQ2ZQMzllcndXeWUvZnVTcHZseER3VWJDc0lDZ3JDakJrejhObG5ud0VvUDJJbUppYWlmLy8rU0V4TTFGdjNtMisrUWVQR2pmbnA2amF6WDMzMVZZTm5ndCs5ZXhkOSt2UXhXRmQzZm0xYkRzbkp5WWlKaVRGcjNaZGVlZ2tBY096WU1aU1VsT0Q2OWV1MTJqZXBHZ1hiU2w1OTlWWHMyN2NQdWJtNVdMeDRNVnEzYmcyTlJvT05HemZ5NjhqbGNnUUZCWm5jeHA5Ly9vbVFrQkQrWE5iWU9hMng1clJHbytHYjMrYk1yNHp1TTlzdGNXNi9hOWN1YURRYUFFQjRlRGpDd3NMMGx1Zms1R0RJa0NHVmJ1T1paNTR4bUVkSGVuMFViQ3RhdkhneHZMeTg0T0xpQWdENDZxdXZjT1hLRlg1NXo1NDk5WnJoQU9EazVBUzF1dng3OGViUG40LzU4K2NEQUlZT0hZcDU4K1lCcVBvTEVwWXRXNmJYSzExWHZsQkJyVllqUGo0ZVFQa3B5NUlsU3d3KzJPN2V2U3RFYWFKRHdiYWdKMCtlR0J3UmMzSnlFQlFVaEwvKytndmJ0bTNqNTBza0Vvd2JOODVnRytIaDRiaDgrYkxCL1BidHk3OEdxaVpIVFhQZUV4c2J5emVaemRHMGFWUHMyYlBINkxJclY2N3dIMElBOFAzMzM4UFB6dzlKU1VsNCtQQWhBTUREd3dOcjFxelJlMTkwZERRYU5teW9OOC9mM3g4cWxRbzVPVGw2OHdEb2RWSVNmUlJzQzRxUGo4Znk1Y3NONWlja0pLQkZpeGI0NUpOUHNIRGhRZ0RBeElrVDBhcFZLNE4xWTJOanNYejVjaVFuSjBPbFVzSEp5UWxTcVJSdDI3YTFldjNWSVpQSlVLOWVQYXhmdng1RGhneEJvMGFOK0dYMzc5L1hXOWZmM3g4QkFRRlFLcFg4dk56Y1hCdzRjRUJ2dmNqSVNJTmdIemh3d09BNmRueDhQT1J5ZVozNEtwMjZpb0p0UTRNR0RVSnFhaW9LQ3dzeFljSUVvK3VFaElSZzVjcVZKcmV4Zi8vK0t2ZXpidDA2N042OXUxcnY4Zkx5TWpyZlZIaVVTaVdXTDErT3JLd3NuRGx6Qm5GeGNYQjJkcTUwSHhSRTI2RmcyOURjdVhOeCtQQmhBTUNQUC81bzl2dDB6NUVEQWdJQVZDOGtsVFd4MTZ4Wmc2NWR1NXE5TGEzQXdFQVVGaFlDQUZKU1V2REZGMS9nMDA4L3JmUTlEUnMyUkhoNE9MNzY2aXYwNjllUG42ODdFSWZPc1MyRHhvcGIwTEJodzNEOCtIRnMyTEJCNkZLc3JtSERobnFYdStMajQzSG8wS0VxMzdkeTVVcTR1Ymxac3pRQ09tSmJsRnd1aDF3dU4vbUg2K0hoQVY5Zlg2aFVLcFNWbGFGZXZYcEcxOVB0S0pKS3EvNHZXcjU4ZWJXTzRMMTc5elo3M2NvdWR3MGJOZ3o3OXUzRDFhdFhBWlJmQldqWHp2VFhRdi8yMjIrSWo0ODN1SWIrMVZkZjhiK3ppUk1uNmkxNzhjVVhvVktwOU9aRlIwZWJYYitqb21EYjBMeDU4L0RTU3k5aDRjS0ZZSXhoNjlhdEJoOEN2Lzc2SzJiUG5zMVBWeHhuYnN6TW1UTXRYcXM1SkJJSjVzMmJoOUdqUjBPajBlREpreWRZc0dBQkprK2ViSFQ5TzNmdUdIU1lBY0RKa3lmNTF4V0RiYXpubTNyRHEwYkJ0cEdDZ2dJVUZoYml3dzgvNUMrSnpaOC9IeXRXck9BSG51VGs1R0RKa2lYOGV3SURBL0hlZSs5VnVlMlhYMzRad2NIQlp0ZXlidDI2YWxadldxdFdyZkQ2NjY5aisvYnQ4UER3d0lnUkkwemVIRUpzaC80SGJLQ3dzQkJUcGt4QmFtb3E1c3ladzg4L2Rlb1VGaTFhQkkxR2crTGlZbno0NFlkNDlPZ1JnUEtqWVd4c0xGeGRYWVVxMjJ5VEprMUMzNzU5c1gzNzlrcHZJQmsyYkJnU0VoSnc3dHc1dmZrN2QrNUVRa0tDMFlFMENRa0oyTGx6cDk2OGMrZk8xWmxCTjNVVkhiRnRZTnEwYWJoMjdScHUzNzZOa1NOSDRzcVZLL3hnbFgzNzl1SHg0OGNvS0NqUUc1VTJjK1pNUkVWRm1iWDlmZnYyV2FWdWMzbDZlbUxwMHFXQzFrRDBVYkJ0NE5LbFN3Q0F5NWN2WStUSWtaZzVjeVl5TXpQeDMvLytGd0J3NXN3WnZmWEhqaDJMNGNPSG03Mzk2bDZ5cWs1SG02MnVQUmNWRmVIbm4zOUd0MjdkOUs3QlYwWjN2Y0RBUUd1VlpwY28yRlpRc1JjWEtCOEQzcU5IRHdEbHpleXhZOGZpL1BuemVQcjBxZDU2WGw1ZTZOQ2hBelFhamRubnFxWTZxNFNTbloydE4xM3g3ck9LMXExYmg5T25UK1BKa3lkWXRXb1Z1bmZ2YnRaKzZLWVAweWpZVm5EejVrMjlhYmxjanFWTGw2SjkrL2JZdlhzMzl1N2RxemU4VWxkZVhoNW16SmdCSHg4ZjlPelpFNTA3ZDBaRVJBU0Nnb0pNQmtUSXpyUGs1R1NrcDZkRExwZERKcE1oTHk4UGE5ZXUxVnRIZXhPTVZzVjcwbld2ZjJ2SGtwUGFvV0JiZ2U3bG1IcjE2bUhzMkxGWXYzNDlybCsvenQreXFDczRPQmhPVGs1SVMwdmo1K1htNWlJK1BwNi9HMnJVcUZGbzJyUXBZbU5qRGQ1Zm0zTnMzYU85c1E0cDdVZzVBRVk3eGxKU1Vpb2RjZWJuNXdkUFQwKzllY2VQSHpkWVR5YVQ0WlZYWGpGNlN5YXBQZ3EyRmJ6MTFsczRldlFvVWxOVHNXclZLclJ2M3g2SERoMHlDTFdibXh0R2pScUZzV1BId3NuSkNidDI3Y0xHalJ0eDc5NDl2Zlc4dkx3d1ljSUUvUHJycjFhdm5lTTR1THU3ODlPNmp6OXEwNllOLzFvN2NFYWhVRlM2dlRmZWVNTmdYb3NXTFNDVlNxRlNxU0NSU1BES0s2OWc0c1NKL0hCWlVudVZuL3pVY1FxRmdnRjE1MzVqWGJkdjMwWldWaGJmcVhYaHdnWCs2Tmk0Y1dNTUhqd1lyNzMybXNIUlRLUFI0T1RKa3podzRBQk9uejZONHVKaVRKOCtIVysvL1RZS0N3c056bDh0eWRpREU4M1J0MjlmZythMXY3OC9YbnZ0Tll3ZlA5NW9YOEdQUC82SVBYdjI0Sk5QUGtHTEZpMHEzYjY5UGFWVTIrR1ltSmdvV0w0bzJEYTBjK2RPdEcvZkhpMWJ0alJyL2RMU1VseTZkQWtSRVJGVjNqa2xwS0tpSXI2eno4bkpDVEtaekt5T3YrcDBFR29mUGdHVWQwVFdaWFVoMk5RVXR5SGRvNDQ1NUhJNU9uZnViS1ZxTEtlbWcyaXFNMEt0cm9lNXJxR1JaNFNJRUFXYkVCR2lZQk1pUWhSc1FrU0lnazJJQ0ZHd0NSRWhDalloSWtUQkprU0VLTmlFaUJBRm14QVJvbUFUSWtJVWJFSkVpSUpOaUFoUnNBa1JJUW8ySVNJa2l2dXhkYis1a1JCaTU4Rm1qTjNnT0s1bGJtNnUwS1VRVWxGYTFhdFlqMTBIVzZsVXRtM1pzcVdQMEhXSWdidTcrME1BS0N3c2JDQjBMV0lRRkJUMHVPcTFDTEV5aFVMQnRNK1FJL2FQT3M4SUVTRUtOaUVpUk1FbVJJUW8ySVNJRUFXYkVCR2lZQk1pUWhSc1FrU0lnazJJQ0ZHd0NSRWhDalloSWtUQkprU0VLTmlFaUJBRm14QVJvbUFUSWtJVWJFSkVpSUpOaUFoUnNBa1JJUW8ySVNKRXdTWkVoQ2pZaElnUUJac1FFZUtFTG9BSUl5b3FLZ2hBa0hhYTQ3amZBSUF4MWxsbnRZZEtwZktPcldzanRXZlh6eFVuTmFmUmFKNXpjbkxhWG5HK051QUF3QmliRG1DVlRRc2pGa0ZOY1FlbDBXaU9BRkJWc29vYXdGWWJsVU1zaklMdG9LNWN1WkxMR0R0U3lTb1hsVXJsUTVzVlJDeUtndTNZdHBsYW9ORm85dGl5RUdKWkZHd0hWbHBhZXBneFp2QzFQb3d4eG5IY0ZpRnFJcFpCd1haZzE2NWRld0RnVk1YNUhNY2xVVys0ZmFOZ0U0UG1PR1Bzb0JDRkVNdWhZRHM0bFVwMXFPSThqVWF6V1loYWlPVlFzQjNjbFN0WGJnRkkxSm1WZk9uU3BXdEMxVU1zZzRKTkFKM21PR1BNNEFoTzdBOEZtNEF4dGsvbjlTWWhheUdFV0ZCVVZOUmZDb1VpRFhUL2dDalFXSEdpdFlVeEZnVEE0TG8yc1Q5Mi9lbXNVQ2dPQUJnb2RCMWl3UmdEeDluMW4wU2R3Umc3bzFRcW54TnEvL1oramsyaEpuVVN4M0hkaGR5L0tKcmlDUWtKUXBkQUNLOWp4NDVDbDJEM1IyeENpQkVVYkVKRWlJSk5pQWhSc0FrUklRbzJJU0pFd1NaRWhDalloSWdRQlpzUUVhSmdFeUpDRkd4Q1JJaUNUWWdJVWJBSkVTRUtOaUVpUk1FbVJJUW8ySVNJRUFXYkVCR2lZQk1pUWhSc0Vjdkp5VUZpWW1MVkt4TFJFY1dqa1lpK0hUdDJZUFBtelVoUFQ0ZEVJc0hldlhzUkVCQWdkRm5FaGlqWVZ0Q3JWeThVRmhaYWRKdlZlYTViZ3dZTmtKNmVEZ0RRYURTSWo0L0hlKys5WjlGNlNOMUd3YlpER1JrWm1EeDVzc25sR28xR2IvcUhIMzdBdm4zN1RLd05yRm16QnNIQndmeTBxWWZ4U1NRU3VMcTZJaWdvQ0IwNmRNQ3JyNzZLVnExYTZhMVQwd2Y1bWZyZ1NrcEt3cUZEaDNEcDBpV2twNmZqNmRPbmtFcWw4UFQwUkVoSUNDSWlJakI5K3ZRYTdWUE1LTmgycUt5c2pEOGltNk80dUxqUzljdkt5c3phamthalFXRmhJVzdjdUlFYk4yN2dwNTkrd3FSSmt6Qmh3Z1N6YXpGWGVubzZZbU5qOGZ2dnZ4c3NLeTB0UlhaMk5yS3pzNUdVbEVUQk5vS0NiUVVIRHg0RVkzOS9vVWFQSGozNDF4OTk5QkVHRFJwazhKNjB0RFNNR2pXS24xNnpaZzNhdDI5djNVTE5JSlBKRUJRVUJLRDhBeUlySzR2LzJSaGorT2FiYnhBUkVZRXVYYm9BQUJvM2JteXdqWHYzN3VsOWVCaGJSMWRTVWhJKytPQURGQlFVNk0xM2NYR0JuNThmVkNvVkhqNThhTkF5SVgrallGdEJ2WHIxVEM2VHkrVndkWFUxbU8vaTRxSTM3ZXpzYkhROVkycnlYSFZ6bTh5TkdqWENqaDA3K09tc3JDd3NYTGdRRnk5ZTVPZkZ4OGZ6d2Q2MWE1ZkJOdDU0NHczY3ZIbVRuemEyanRhZE8zY3diZG8wUEhueWhKL1h0V3RYVEpnd0FaR1JrWkJJeWkva2xKU1VJQ0VoQVQvOTlKTlpQNGVqb1dDVGF2SDM5OGY4K2ZNUkhSM056MHRMUzdQWTloY3RXcVFYNnBFalIrTEREejgwK09vaFoyZG5QUHZzczNqMjJXY3R0bTh4b2V2WXBOb3FYanFUU2kxemZMaHc0UUl1WDc3TVQwZEdSbUxHakJuMGZXSTFRRWRzRWJEMVY4cFU3TkJxMjdhdFJiWjc4T0JCdmVueDQ4ZnpUVzlTUGZSYkk5V1NrSkNBUllzVzhkTlNxUlN2di82NlJiYXRlN1NXeStYbzFLbVRSYmJyaU9pSWJVSFhyMS9IVzIrOVZlazZzYkd4aUkyTnJYSmI0OGVQTjVpbjdTU3IyQnNjRWhKU2pTb055V1F5azh2UzB0THcybXV2QVFEeTgvT1JtNXZMTDNOeWNzS0NCUXZRcEVtVFd1MWY2Lzc5Ky96ckJnMGFRQzZYVzJTN2pvaUNiWWVlUG4zS3Y1Ykw1WWlQajdmYXZzckt5bkRuemgyRCtiMTY5Y0s3Nzc2TE5tM2FXSFJmV3RRRXJ4MzY3ZGtoM1Y1amQzZDNRV3A0OU9nUkdqUm9ZTkZ0Nmw3ZWUvVG9FVjJucmdVNllsdFE2OWF0Y2VyVUtZUDUvZnIxUTBsSkNRQmc5T2pSbURoeG9zRTYxUm1na3BlWHg3OTJkWFhGM2J0M01XVElrQnJYWGRsMThHYk5tbUhIamgxNCtQQWhsaTFiaHFOSGp3SUFybDY5aW1uVHB1SDc3NyszV0pPNWNlUEd1SGJ0R2dDZ3FLZ0kxNjlmUjd0MjdTeXliVWREUjJ3TDBvNmwxdjMzOU9sVFB0UUEwTEJoUTROMVhGMWRUUTVRMGYybmxacWF5ci8yOHZLeStzOEZsSi96TGw2OEdPSGg0Znk4NU9Sa2ZQMzExeGJiUitmT25mV21OMjdjYUxGdE94b0t0cFVsSlNYcFRZZUdodFo2bTdkdjMrWmZoNFdGR1N3UERBeXM5SisvdjMrTjlpdVZTckZvMFNLOTY5YmJ0bTNESDMvOFVhUHRWUlFkSGExM2JuMzA2RkVhV1ZaRDFCUzNzdjM3OSt0TlY3d2JxaVowUHl5YU4yOXVzSHp2M3IyVnZyODJUZmVtVFp2aXJiZmV3b1lOR3dDVTk5QXZYcndZY1hGeHRlN3dhdFNvRVVhT0hJbE5temJ4OHo3Ly9ITmN2MzRkbzBlUFJ0T21UZm41ZVhsNU9IUG1ETFp0MjRhNHVMaGE3VmVNS05oV2xKQ1FnQk1uVHZEVHpabzFxM1dIVTNKeU1qSXpNL25wRmkxYTFHcDdOZkh1dSsvaThPSER5TWpJQUFEODhjY2YyTEZqQjRZUEgxN3JiY2ZFeENBMU5SV25UNS9tNThYSHh5TStQaDZlbnA3dzlQUkVVVkVSY25KeWFyMHZNYU9tdUpYY3VIRURzMmZQMXJ2TGEvRGd3YlhlN3FGRGgvalhycTZ1VUNnVXRkNW1kVGs3TytPamp6N1NtN2RtelJwa1oyZlhldHRTcVJRclZxekEyTEZqRFlhcTV1Zm5JejA5blVKdEJqcGlXOEd4WThld2FORWlGQlVWOGZOQ1FrSXdiTml3V20yM29LQkE3NXl6ZCsvZVJudWtiVEhFdEh2Mzd1alhyeC9mUy83a3lSTXNXN1lNUzVZc3FmVzJuWnljRUJNVGc2RkRoMkxQbmoyNGNPRUNVbE5UVVZCUUFJN2o0T2JtaG9DQUFMUnExWXB1QWpHQmdtMUJhclVhQ3hjdXhJRURCL1RtdTdtNVllblNwUVk5MzlWMTkrNWRGQmNYODlNdnZ2aGlyYlpuaXJtM2dYN3h4UmRtcmFkNzIyZDFCQVVGWWVMRWlVWXZENUxLVVZQY2dweWNuREI0OEdCNGUzdno4M3g5ZmZHdmYvM0xJcDFtYmR1MnhhZWZmZ29BaUlxS01ubTA4dmYzci9TZm41OWZyV3NoZFJzZHNTMnNTNWN1aUl1THc0d1pNeEFhR29xNWMrZWlmdjM2VmI3UHpjME5Bd1lNNEtkOWZIeU1yamRvMENCa1ptYWlXN2R1SnJkVnNjVlFVVzBIdEpDNno2NXZkRlVvRkF5bzJSTkVyRTJsVWxuc1B1V3FNTWIweG8rYisrUVZZaDNhUG83RXhFVEI4a1ZIYkN1eFZhZ0JnT000Q2pQUlErZlloSWdRQlpzUUVhSmdFeUpDRkd4Q1JJaUNUWWdJVWJBSkVTRUtOaUVpUk1FbVJJUW8ySVNJRUFXYkVCR2lZQk1pUWhSc1FrU0lnazJJQ0ZHd0NSRWhDalloSWtUQkprU0VSUEdnaGVlZWUwN29FZ2lwVSt3NjJJeXgzem1PNjZUN1dDQkM2Z0xHbUdXKzk2aUc3UHFaWndBa3paczNGK1o3WkVYRzA5TXpEd0R5OC9OdDh5MS9JcGVTa3ZJRWdGcm9Pb2lEVXlnVVRQdHdTR0wvcVBPTUVCR2lZQk1pUWhSc1FrU0lnazJJQ0ZHd0NSRWhDalloSWtUQkprU0VLTmlFaUJBRm14QVJvbUFUSWtJVWJFSkVpSUpOaUFoUnNBa1JJUW8ySVNKRXdTWkVoQ2pZaElnUUJac1FFYUpnRXlKQ0ZHeENSSWlDVFlnSVViQUpFU0Y3Zi93d3FhSEl5TWdKSE1jdDBrNXpIQmNNQUl5eERKM1YxaXFWeXM5c1hSdXBQYnYrd2dCU2N5cVY2b3hjTGcrdU9GOGJjQUJnakIyMGJWWEVVdWlJN2NBVUNzVjFBRzJNTFdPTXBTcVZ5akFibDBRc2hNNnhIZHRtVXdzNGp0dHZ5MEtJWlZHd0hkc2VVd3ZVYXZWV1d4WkNMSXVhNGc1T29WRGNCTkJVZHg1akxFT3BWSVlJVkJLeEFEcGlPempHbUxIbStBR2JGMElzaW9KTmZqRXliNXZOcXlBV1JVMXh3a1ZGUmFWeEhCY0NBSXl4TEtWUzJSQUFmZk9tSGFNak5tRVNpVVMzT1g0UUZHcTdSOEVtVUt2VmZIT2NNYlpkeUZvSUlaWWppWXFLeW9xS2lzb0I0Q1IwTWFUMmFFZ3BBUUFOeDNHYkdXTU5BYWlGTG9iVW5sMTNuaWtVaWdNQUJncGRoMWd3eHNCeGR2MG5VV2N3eHM0b2xjcm5oTnEvdlo5alU2Z3RoRUp0V1J6SGRSZHkvNkpvaWlja0pBaGRBaUc4amgwN0NsMkMzUit4Q1NGR1VMQUpFU0VLTmlFaVJNRW1SSVFvMklTSUVBV2JFQkdpWUJNaVFoUnNRa1NJZ2sySUNGR3dDUkVoQ2pZaElrVEJKa1NFS05pRWlCQUZteEFSb21BVElrSVViRUpFaUlKTmlBaFJzSW5ES1MwdEZib0VxeFBGbzVHSWZWSXFsYmgxNnhhNmRldUc0T0JnZytXWm1abElTa3BDU2tvS1VsSlNNSHYyYkFRRkJkVnFuM2w1ZWVqYnR5L2MzZDFSdjM1OU5HalFBSXNXTFVKQVFFQ3R0bHZYT0ZTdzA5TFM4TUVISDFUclBidDI3VUtmUG4yUWw1ZFg2WHE2ejEyenhqT3ZLajdYN2VqUm94YlpibkJ3TU5xMGFhTTM3K3paczRpSmliSEk5clZpWW1Jd2R1eFl2WGs3ZCs3RWdRUGwzLzgzZlBod3pKNDlXMjk1YW1vcTVzMmJ4MC83Ky90ajd0eTVWZTZMTVlhc3JDeWp5MDZkT2dYR0dBb0tDbEJRVUFDWlRBYWcvRVBFRkhzTXZVTUZ1NnlzREhmdTNMSHBQajA5UGZtbmYyby9IQ1FTQ1R3OFBQaDFqTTFuakNFL1A5L2tkai82NkNPTDFEZGt5QkI4OHNrbkZ0bFdkYWpWYXB3NWM0YWY3dFNwazhFNlhidDJSYXRXclpDY25Bd0EyTE5uRDk1Ly8zMTRlM3RYdXUzQ3drSzg5TkpMWnRWeDQ4YU5LdGUxeDRkbE9sU3doZkR6enovemY0amFJM2xvYUNoMjdkckZyMk5zL3VQSGo5RzNiMThiVjJzN2lZbUovQWVYcTZzckhqMTZWR1ZMcDZTa3BOTGZpVDBHMEZvY0t0ak5talhUKzgvUHpNemtQNjB2WHJ5SUxsMjZBREQ4QS9uMTExOE50bFZVVklRZVBYcFV1YzlYWDMzVjRIbmRkKy9lUlo4K2ZRelcxWjNQV04zNVhyekRodzhiek51eVpRdFVLaFVBNEpsbm5rR0xGaTBxM1lhcnE2dmV0TzZwUko4K2ZlRHM3R3lCU28xYnZueDV0ZFovK3ZRcEZpeFlZS1ZxYk1PaGdnMlVCMGJiOUMwb0tPRG42NTVEUDM3OG1IOWRWYk92S3NhYTB4cU54dWc1dTZuNVZhbHVjN3E2ZlFCK2ZuNEc4elp1M0FpMXV2emJnTUxDd3RDdFd6ZXp0NmRXcTNIczJERitldENnUVNnc0xFVGp4bzJyVlplNXF2dnpGaFlXV3FVT1czSzRZR3Q3UlN2cTM3OC8vMXAzZVUyYWQxVzlaOW15WmRpNmRXdXQ5aUUwM1JhRnRnUEtYR2ZPbkVGdWJpNkE4bjZGVHAwNmdlTTQzTGh4bzBhMXZQUE9PNURMNVNhWDkrN2R1MGJidFdjT0YyeHJxMG1QdURudmlZMk5OYnREeU5yVWFqVTBHZzAvWGQxbWRIeDh2TjYwOWxSbDNicDFOYXBuNU1pUmxRYmJFVGwwc0tkT25ZclZxMWRES3BYaW80OCt3dUxGaXdFQWMrZk94ZWVmZnk1d2RYVkhhbW9xaGc0ZGFuSjVWVDMwaXhjdnhzQ0I1Vit6OXVEQkE1dzhlZEtpOVZXbHVpMmlnb0lDdXovS08zU3dlL2JzaWRXclY4UER3d1BSMGRGOHNBY1BIcXdYN09vY2hmZnYzMS9sT3V2V3JjUHUzYnVyOVI0dkx5K1R5eDQ5ZW9Ta3BDVHpDaFNBazlQZlg3bTliZHMydmFPOUxtdWRrdFNGNzlLeU5ZY085c09IRHdIVXZvTk1sM1l3UTNYK21DcHJZcTlac3daZHUzYXQ5UDJuVHAzQ3FWT256TjZmclVtbDVYOW1lWGw1MkxsenA4bjEvdjN2ZjlkbysxV2RZenNpaHc3MjlldlhBWlJmUDlhOUpGWFRUaHl4S0NzcjQxL0xaREkwYnR4WTc0UGo0c1dMbURsekpqOGRIeDhQWDE5ZmZycWdvRUR2dzByYnVYYnExQ2tVRlJXWjNLKzF6ckdQSHo5ZXJlMFZGaFppMEtCQk5hcWxybkRvWU8vYnR3OEFFQjRlRG9sRUFoOGZIK1RtNW1MTW1ERW0zM1B1M0xscUh4MldMMTllclNPNDBPZDN1cGQ3bkoyZHdYR2MzblhvOVBSMC9yVmNMa2R3Y0xEZUIyTkpTWW5lOXJTL3I3Q3dNR3VWWENselRuVjBWYXpmSGpsMHNMWGpnN1VEVFdiTm1vVlZxMVloT3p1YnYwWnJDYnBITjJ1dzlIWHNSNDhlOGErTm5kdGZ2SGlSZjkyaVJRdURBVGdWNzU3UzlwbzNiOTRjRW9rRUF3WU13TUdEQncyMmE2MXo3S1ZMbDFwbHUzV1pRd2M3SmlZRzd1N3VhTldxRlFCZzRNQ0JHRGh3SU5hdlg0OXZ2dm5HckcwVUZSVVpqS3FxNk9XWFh6WjY5NUlwTlcyU1dvcnVlUG9HRFJyb0xjdk96c2FGQ3hmNGFZVkNZZkQraWtjOEZ4Y1hBT1VCYjlHaUJhWlBuMjQwMksrOTlscU42djN5eXkvUnJGbXpHcjFYckJ3NjJOcFA4azgvL2JURzI1ZzBhUkxrY2psNjllcUZJVU9HNk4zY1lhK3VYcjNLdjY0NEdpd3VMbzRmU2dyb0QrelJxbmdlN2VibXhyK09qWTJGdjcrLzBmM1c5QWFkaWg4azkrL2Z4Ny8vL1c4b0ZBcElKQks5YzJ5RlFvSGs1R1I4K2VXWHVIbnpKbng4ZkxCdTNUbzBiZHBVYnh0WldWbllzMmVQeWJ2RTZqcUhEcllsUEhyMENBOGVQSUJTcVVUUG5qMk5CbHQ3TG04UEhqNThpSnMzYi9MVExWdTI1Ri8vK2VlZjJMNTl1OTZ5OFBCd2cyM29Ec2tGOU1lSjIrTEl1bUhEQmh3K2ZCZytQajZZTldzVzVzK2Z6eS83ejMvK2d4WXRXdkFmUHJtNXVaZzBhUksrL2ZaYk5HclVDQnpIb2FTa0JDTkdqT0Ivam1lZmZSYTlldld5ZXQyVzVOREJuamh4SWdZTUdHQXcvNmVmZnRJYjhtbUtScVBoTDVsSkpCS1REd0V3NTVLVnJ1cGVkMVdwVkpYMk5sZkhnUU1IOUlhTGR1alFBVUI1RTN6T25EbDZSK3VKRXljYTNVWmFXcHJldEtlblo3WHIrUDc3NzlHK2ZYdVR5MDM5am9xS2luRGl4QWtBNWFGdDBxU0p3VHJlM3Q1WXNXSUZ4b3daZzlMU1VwU1ZsZUhXclZ2NCtlZWZBUURqeG8zRHVISGpzR0xGQ2dEbFE0QzdkZXRtMVJ0VkxNMmhnKzNyNjJ2eVA5NGM2ZW5wZkNkYllHQ2d5VEhUa3lkUHJuR041dGk3ZHkvMjd0MWI2KzJVbFpWaDI3WnQvSFNEQmczUXVuVnIzTHQzRDlPbVRVTkdSZ2EvckdmUG51amR1emRTVWxMZzYrc0xkM2QzU0tWUzNMNTlHenQyN09EWDgvVDA1SzlqMjhMKy9mdjVwbm5idG0zUnVuVnJvK3UxYk5rU00yZk94TGx6NXpCdjNqejQrZmxoN2RxMVNFbEp3YTVkdXpCMTZsU0VoSVFnUFQwZDkrN2R3NFlOR3pCcDBpU2IvUnkxNWREQi92enp6ODBhT3NweEhIOFV1M3IxS2hRS0JZcUxpL1dhcGMyYk56ZjVmbnZwUE51OWU3ZmVrMFJlZU9FRkhEOStISjk5OXBsZTh6b3dNSkR2aGYvNDQ0OXgrL1p0azl2VWJjcFh4OXk1YzZ0OVdWR2owV0RqeG8zODlMQmh3d0NVdDZhMG85MU9uRGlCTm0zYXdOblpHY09HRGNPd1ljT1FuNStQVFpzMklTVWxCUUR3NU1rVHlPVnlqQnMzRHYvODV6OEJsTi9OTm5Ma3lCcTFQb1RnME1FMlYvMzY5ZmttOTd2dnZtdDBuWGJ0Mm1IMzd0MklqWTAxV0ZhYmMyemRvNzIxN3dMcjI3Y3YxcTlmait6c2JFZ2tFZ3dhTkFqejVzM1RDN1dQancrKy92cHJma0JLKy9idEt3MzI4T0hEYTFUTC9mdjNxLzJldi83NkM5bloyUURLV3dyYThlbWhvYUY4eDF4Y1hCemk0dUlxM1k2Zm54OWVmUEZGT0RrNTRkLy8vamNhTjI2TXFWT24yazJvQVFjUGRyOSsvZmh6U0Yzbno1L1hlMnhQcjE2OThOTlBQNW5janJPek0xNSsrV1djTzNmT0tuVlc1WmxubnNISWtTUE5YdC9VODh4OGZYMnhlUEZpVEpvMENkSFIwV2pSb2dWV3IxNk5zV1BISWlzckN5RWhJVmk5ZWpWQ1EwUDU5Mmd2RlZiazZ1cUtLVk9tNFBubm42L2VEMU1MclZxMXd2NzkrN0Y5KzNZNE96dno1OFR2dmZjZUZpeFlZTmJESzJReUdSWXVYTWkvZCtQR2pVYnZSNi9ySERyWW5UdDM1cHRydW9xS2l2U0NQWDM2ZEVna0V2NCtZdTBmaUV3bVE5T21UVEY1OG1RRUJBU2dYNzkraUl5TXRFbnR1Z05Id3NMQzhPeXp6OWJvdlJXdndYZnExQWxUcDA3bHJ5a0hCQVJnK2ZMbCtQSEhIekZyMWl5OVMxY0E4T0tMTDZKcDA2WlFxOVhnT0E3T3pzN3c5dlpHU0VoSXRlL1QxbFhUempNdkx5Kzg5OTU3ZXZNR0RoeUk1czJiNDlpeFk4ak16RFQ2K09GNjllb2hPRGdZTDc3NG90N0RDKzB4MUFEQVZiMUszYVZRS0JoUS9TYXE5ajlXS3BWQ0lqRjh0SHBKU1FtZVBuMEt3TEkzaUpDL2FlOUc0emlPYnpYcDNxSFdzbVhMU2dmK1ZHZGRXOU4rNkNRbUpncVdMNGM4WWxmVkthUGJqQ1BXWWF4bFU1M1dqcTFhUnZhS3ZnbUVFQkdpWUJNaVFoUnNRa1NJZ2sySUNGR3dDUkVoQ2pZaElrVEJKa1NFS05pRWlCQUZteEFSb21BVElrSVViRUpFaUlKTmlBaFJzQWtSSVFvMklTSkV3U1pFaENqWWhJaVFLQjYwOE54enp3bGRBaUYxaWwwSG16SDJPOGR4bmJTUE1TS2tybUNNL1NIay91MzZtV2NBSk0yYk4zY1h1Z2d4OFBUMHpBT0EvUHg4dzYvWEpOV1drcEx5QklEbHZyS1ZrSnBRS0JSTSszQklZditvODR3UUVhSmdFeUpDRkd4Q1JJaUNUWWdJVWJBSkVTRUtOaUVpUk1FbVJJUW8ySVNJRUFXYkVCR2lZQk1pUWhSc1FrU0lnazJJQ0ZHd0NSRWhDalloSWtUQkprU0VLTmlFaUJBRm14QVJvbUFUSWtJVWJFSkVpSUpOaUFoUnNBa1JJWHQvL0RDcG9jakl5QWtjeHkzU1RuTWNGd3dBakxFTW5kWFdLcFhLejJ4ZEc2azl1LzdDQUZKektwWHFqRnd1RDY0NFh4dHdBR0NNSGJSdFZjUlM2SWp0d0JRS3hYVUFiWXd0WTR5bEtwWEtNQnVYUkN5RXpyRWQyMlpUQ3ppTzIyL0xRb2hsVWJBZDJ4NVRDOVJxOVZaYkZrSXNpNXJpRGs2aFVOd0UwRlIzSG1Nc3Q5c2tYUUFBRFhOSlJFRlVRNmxVaGdoVUVyRUFPbUk3T01hWXNlYjRBWnNYUWl5S2drMStNVEp2bTgycklCWkZUWEhDUlVWRnBYRWNGd0lBakxFc3BWTFpFQUI5ODZZZG95TTJZUktKUkxjNWZoQVVhcnRId1NaUXE5VjhjNXd4dGwzSVdnZ2hsaU9KaW9wNkVCVVY5UWlBazlERmtOcWpJYVVFQURRY3gyMWxqRFVFb0JhNkdGSjdGR3dDQUdDTTdXYU0rUWhkQjdFTTZoVzNzWTRkTzdveXhnWXl4bnB4SE5jZFFEQUFQd0F5SWV0aWpJSGo2c1NmZzRveGxnUGdIc2R4WndHY2VQTGt5WUhrNU9RQ29RdXpKM1hpZjlJUnRHL2Yza2NtazgwQ01CV0FwOUQxMkJQRzJCUEcyRHFOUnJQazh1WExXVUxYWXc4bzJEYlFzV1BIMXpVYXpiODVqdlBoT0E2UmtaSG8zcjA3RkFvRmdvT0Q0ZTN0RGFtVXpvb0FRS1ZTSVM4dkQvZnYzMGRpWWlMT25qMkwzMy8vSFl3eEFNZ0hNRDB4TWZGN1lhdXMreWpZMXVXa1VDaVdBNWdPQUwxNjljTDA2ZFBSdUhGamdjdXlML2Z1M2NPcVZhdHc1TWdSN2F6dkVoTVRKd0pRQ1ZoV25VYkJ0aDZwUXFINEZzQllEdzhQZlBMSkoramJ0Ni9RTmRtMTgrZlBZOEdDQmNqTnpRV0EzUnpIdlpHUWtGQW1kRjExRVYyenRKS29xS2lsSE1kTmJ0Q2dBZGF2WHcrRlFpRjBTWFl2SkNRRS9mdjN4NGtUSjFCUVVOQWFRTWo5Ky9mamhhNnJMcUlqdGhWRVJrYU9sRWdrbTcyOXZmSDk5OThqTkRSVTZKSkVKVE16RTJQR2pNSERodzhCSUNZeE1YRzEwRFhWTlJSc0M0dUtpZ3JpT080UEp5Y256NisvL2hwZHUzWVZ1aVJSdW5yMUtzYVBINCt5c3JJbktwVXE0c3FWSzdlRXJxa3VvYkhpRnNaeDNQOEQ0RGw4K0hBS3RSVzFhOWNPa3laTkFzZHhibEtwZEozUTlkUTFkTVMyb0lpSWlLNVNxZlI4WUdBZ2R1M2FCYmxjTG5SSm9sWldWb2JodzRjak5UVVZhclg2aFV1WExoMFd1cWE2Z283WUZ1VGs1UFFQQUhqMzNYY3AxRFlnazhrd2JkbzBBSC8vN2trNUNyYUZkT2pRSVp6anVCZUNnNE14ZVBCZ29jdHhHRDE3OWtUVHBrMEJvRnZIamgzcDNPZC9LTmdXNHVUa05BRUFoZ3daVWxmR1hEc0VqdVB3MWx0dkFRQTBHczBIQXBkVFoxQ3dMU0E4UEZ6T0dIdGJLcFhpdGRkZUU3b2NoOU9uVHgvSVpESndIUGRpa3laTlhJU3VweTZnWUZ1QVhDN3Z5WEdjYjFSVUZMeTl2VzIyMzhlUEg1dTFYbkZ4TWU3ZXZjdi9xNjNTMGxMK24wYWpxZlgyYXN2ZDNSMjlldlVDQUM5Zlg5OW9vZXVwQytqT0F3dGdqUFhuT0E3ZHUzZTM1VDR4ZHV4WXVMaTRZTWlRSVhqcHBaZmc2V244cHJIRXhFVEV4TVR3MHdrSkNUWGViMmxwS1o1NTVobCtlczJhTlhYaXN0N3p6eitQbzBlUGdqSDJNZ0NIZjd3VEhiRXRnT080VjREeWpoeGJPWFBtRE83ZXZZdS8vdm9MWDM3NUpaS1RrMjIyNzdxb1E0Y08ycGM5aEt5anJxQWpkaTJGaDRmN2Noelh4dGZYMTZaM2JXM2UvUGVEUlo5NzdqbDA3dHk1MXR1Y09uVXF6cDA3VjYzM1RKNDgyYXoxYXROS01FZGdZQ0FDQWdLUW1ablpKQ0lpd3QvUjc5dW1ZTmVTVENhTEFJRG16WnZiYko5WHJsekJ4WXNYQVFBU2lRUWZmUEIzWjNESGpoMnJmTCt4ZFRwMDZBQlhWMWZMRlNtQWlJZ0lIRGx5QkZLcDlEa0F1NFN1UjBqVUZLOGxqdU5hQTBCWW1PMitjWGJkdXI5SFVBNGJOZ3hoWVdFb0s2TzdGOXUwNGI4UnVPcFBONUdqSTNZdGFZTnRxMmI0MmJObmNmYnNXUUNBbjU4ZnBreVpncUtpSXJ6eHhodFFLQlJ3YzNORC9mcjE5ZDVUWEZ5TXpNeE1mdHBZcllHQmdaZzVjeWFLaTRzcjNYOVpXWm5lSmIzUFB2dE05L3hXVU1IQndRQUF4bGd6Z1VzUkhBVzdsaGhqTFRtT1E2TkdqYXkrcjZkUG4yTHAwcVg4OUljZmZnaDNkM2NzWDc0YzkrL2Z4NzU5KytEcDZZbTR1RGk0dTd2ejY1MDllMWF2VjN6WHJwcTNVa3RMUy9XbWZYMTlFUlFVVk9QdFdWSkFRSUQycGZYL00rbzRDbmJ0QlFJd09FcGF3L2J0Mi9ucjBCS0pCTnUyYmNOMzMzMkgyN2R2OCt2TW5EbFRMOVExWWM1NXVsWlZuV2U3ZCsrMjJmM29YbDVlMnBkK050bGhIVWJCcmlXTzR4b0NnSStQOVIvSjNiWnRXLzYxUnFQQmxTdFg5SmIzNk5FRGdZR0JCcVBmS2phdmpZMk8yN1JwazkxM25tbXY0M01jUjhFV3VnQVJjQU5nazFCMDZ0UUozdDdlS0NvcWdvK1BEL0x5OHZqUWVudDc0NU5QUHNIMTY5ZHg1ODZkU3JkamJMbGFiZndMUUlLRGd3MmVvS3I3L29DQUFMaTR1SmhjYmtzNmRkUVRwSUE2aElKZGUvVUEyT1EyVFlsRWdqMTc5c0RWMVJVcEtTa1lQWG8wdjJ6ZXZIbnc4N1A4Z1dybHlwVm8xdXp2dnFpS0k4OFdMbHlvTi9Lc3FLZ0lQWG9JTTBaRUp1Ty9jOEhoNzVtbFlGdUlyZTdvY25WMVJXbHBLVDc1NUJQK0VsZDBkRFQvQk5RZVBYcFlmVENJSFhENDIrc28yTFhFR0N2bU9NNjlwS1RFWnVlb1gzNzVKVzdjdUFHZy9OTFY3Tm16dGJWWS9BTm14b3dabFg2WndULys4UStEcHJoUWRLN2xsd2haUjExQXdhNjlKd0Rjbno1OWFwTmdiOW15UmU5eVZiMTY5VEI1OG1Sa1ptYkMxOWNYYTlhczRlOVBybzc0ZU9OUDhjM0l5S2owZmJyWHg0VldVbEtlWjhaWTVSZmpIUUFGdTVZNGpzc0VFSkNibTJ1VmMxeGRqeDQ5d29vVksvVG0vZm5ubi96cjBOQlFhRFFhcEtlblc3V091aW8vUDEvNzhwR1FkZFFGRk96YXV3OGdJanM3MityanhmMzgvTkN5WlV1amQzSkpKQkxkQVJxMVV2RWN2Ymk0R0hQbXpNR1pNMmRNdmljb0tBaXJWNjhXOU91TDh2THlBQUFjeDFHd2hTN0EzakhHYm5BYzk4TGR1M2ZSclZzM3ErL3ZsVmRlZ2F1cksxcTFhb1dtVFpzaUpDUUVJU0VoQ0FnSWdGUXFOWGo0d3ZIangrSGg0V0d3bmJ0MzcyTElrQ0ZWN3UvaHc0ZVlNMmNPTGwrK0RLRDhBMFQzNFFxaG9hRzRlL2N1N3QyN2gzZmVlUWRMbHk1RnAwNmRhdmxUMW96T2FVSHRueVpoNStnbWtGcGlqUDBKQUttcHFUYlozNGdSSTdCKy9Yck1uajBiUTRjT1JkZXVYVkd2WGoxY3UzWU52L3p5QzNKeWNpeTJyK1BIaitQTk45L1VDL1hDaFF2MTFwazFheFkvVWkwdkx3L3Z2LzgrdnY3NmE0T2hwN1p3Nzk0OUFBQmo3S2JOZDE3SDBCRzdsamlPU3dac0UreDc5KzdoNHNXTFNFOVBSM3A2T2pJeU1wQ1dsb2JDd2tKK25lKysrNjdXKzdsejV3NVdyRmlCMDZkUDgvTmtNaGtXTFZxRVBuMzY2SVZiSnBOaHhZb1ZtRFp0R2k1ZHVnU05Sb1B2di84ZVI0NGNRVXhNRFByMzcxL3Jlc3lsN1cvUWFEUkttKzIwanFKZzE1SkVJcm5FR0VOS1NvclY5M1h0MmpYRXhzWld1azdGUzArOWUvYzJlL3RYcjE3RjVzMmJjZXpZTWIyUmFINStmbGkyYkJraUlpS01Ib25kM2QyeGR1MWF6SjgvSDcvKytpdUE4dDcwanovK0dOOSsreTNlZlBOTkRCbzBDTTdPem1iWFVoT1hMbDBDQUVna2t0TlZyQ3A2MUJTdnBZU0VoR3pHMkYvWjJkbFc3NDJ1N0o1dmlVU0NvS0NnV2wxVDNyVnJGdzRmUHF3WDZqNTkrbURidG0ySWlJaW85TDF5dVJ4TGx5NUZURXlNM25Ydm16ZHZZdlBtelZaLzZHRldWaGJ1Mzc4UEFIZVZTdVU5cSs3TUR0QVIyekwyQVBqdzFLbFRHREZpaE5WMjBxaFJJM2g2ZWlJME5CUmhZV0VJQ3d0RGt5Wk5FQm9haXREUVVNamxjb1BPcytEZ1lLT0RWbFFxRlI0OGVLQTM3OE1QUDhTcFU2ZVFrNU9Eb0tBZ1RKOCtIZjM2OVRPN1BvN2pNSGJzV0hUcDBnV2ZmZllaa3BPVDRlVGtoUC83di8vZjN2MkV0SkdHWVFCL3ZsaGxhN05kRUN3T3ZYaHFSRkZ3U285Q1FNK2VoTzJodVZwa0tWc0VzYWN0dE9CaFlTOUtEMEl0V09OQlhIWlhCRUdrYWxnRVFlS1loQlVFcFhnUVVod3Npa2xGWnViZGc2UlVXa3RUSnZsRzgveHVjOGprT2VUbG0zeC8zaG5DOWV1bDNiNWRHSzFGcE9KSGE0Q0Y3UXVsMUFLQS9wV1ZsWklXZGsxTkRaYVdsb3I2ek9UazVEZlBpb2ZEWVF3T0RtSi9meDg5UFQyZjdyMHVTbk56TStMeE9HWm1acERMNWREVTFQUmQ5eWxHSXBFQUFDaWw1a3IrWlpkQXhlK3A5VU5qWStNUGRYVjE3NnFycTI4dUxDeDhzWkRLeFhWZGJHNXVmcnh1YVdsQktQVDVQNjdUMDlOejYrR3RyYTNmZEg4Uk9YZDZxNkdoUWZ1VzBudytqNjZ1THB5Y25PUkNvZEN0WkRLWjF4cUlyZzdUTkYrWXBpa1RFeE5DNVRVM055ZW1hVXA3ZS91ZnVuOEhRY0hKTTUrNHJ2c1NPSnVBRWhIZGNTcUdpQ0FlanhjdVIzUm1DUklXdGs5U3FaUWxJb25kM1YzTXo4L3JqbE14VmxkWEMrdlg2NVpsSlhUbkNRb1d0cjkrQTREUjBWRzJBeTREeDNFd01uSTJTSHVlOTB4em5FQ3AwaDNnS3NsbXM3dUdZZHc3UER5OEl5Syt2SjJETGpZMU5ZWFoyVm1JeU1yR3hzYWc3anhCd2hIYlo0N2pQQUtRR3g4Zi82elpJUGxuZTNzYnc4UERBUERCODd5SHV2TUVEUXZiWitsMCtxM25lWThkeDhIQXdFQ2dHaEZjRlFjSEIranY3eSs4eHZkNUtwWDZUM2Vtb09HamVBbGtzOWwxd3pCdTUvUDV1OHZMeTRoR28xclh0cThTMjdiUjE5ZFhXRXVmdGl6clY5Mlpnb2dqZG9rb3BYNEI4TS9lM2g1aXNSalcxdFowUjdyME1wa01ZckVZZG5aMkFPRE4wZEZSOFQyZ0tnUjNucFhXTmRNMFh3R0lBVUIzZHpkNmUzdGhHSWJtV0plTGJkc1lHeHZEOVBSMFlZL0EzMHFwbjVQSkpKY2VMc0RDTGdQVE5COEMrQjNBVGFVVU9qbzYwTm5aaVVna2d2cjZlb1RENGE5MkFxMGtydXZpK1BnWXRtMWphMnNMaVVRQ2k0dUxoZE5oT1JGNWFsbldIN3B6QmgwTHUwemEydHB1VlZWVkRRRzRyNVM2b1R2UEpmTUJ3RitPNHp4SnA5T1YyYW14U0N6c01vdEVJai9XMXRZK1VFcEZBYlFCcUFmd0UzalNyc0FWa1VPY2RScE5pOGkvcnV1K3ptUXk3M1VISXlJaUlpSWlJaUlpSWlJaUlpSWlJaUlpSWlJaUlpSWlJaUlpSWlJaUlpSWlJaUlpSWlJaUlpSWlJaUlpSWlJaUlpSWlJaUlpSWlJaW91L3hQd3JmaUZvcHFhUkRBQUFBQUVsRlRrU3VRbUNDIiwKCSJUaGVtZSIgOiAiIiwKCSJUeXBlIiA6ICJmbG93IiwKCSJWZXJzaW9uIiA6ICI4Igp9Cg=="/>
    </extobj>
    <extobj name="ECB019B1-382A-4266-B25C-5B523AA43C14-2">
      <extobjdata type="ECB019B1-382A-4266-B25C-5B523AA43C14" data="ewoJIkZpbGVJZCIgOiAiMjQyMTg4OTkyMTUyIiwKCSJHcm91cElkIiA6ICI3NDQzMTgwOTEiLAoJIkltYWdlIiA6ICJpVkJPUncwS0dnb0FBQUFOU1VoRVVnQUFBUFlBQUFKbENBWUFBQURwZnc4TUFBQUFDWEJJV1hNQUFBc1RBQUFMRXdFQW1wd1lBQUFnQUVsRVFWUjRuT3pkZVhnVDVmbzM4TytrU1ZxNkw5RFNEU2c3RkVvYlZrVVcyVVJGaW9MS3BpQ2dJRkFRV1pSRjRaektUMFNXVitRZ0J6bWlaVWRCS3Z2bVlkKzBUVm0xV0tDVUZtZ3BMVjBvWFpJODd4ODlHWk1tYWRNMnlUU1QrM05kWEZkbXljemQwbS9tbVdlZW1RQ0VFRUlJSVlRUVFnZ2hoQkJDQ0NHRUVFSUlJWVFRUWdnaGhCQkNDQ0dFRUVJSUlZUVFRZ2doaEJCQ0NDR0VFRUlJSVlRUVFnZ2hoQkJDQ0NHRUVFSUlJWVFRUWdnaGhCQkNDQ0dFRUVJSUlZUVFRZ2doaEJCQ0NDR0VFRUlJSVlRUVFnZ2hoQkJDQ0NHRUVFSUlJWVFRRytPRUxzQkd1QTRkT3JUbE9LNjNSQ0o1QlVCYnhsZ0F4M0Z5b1FzamRacUtNWmJKY1Z5eVJxUFpJNUZJZmsxTVRMd0NnQWxkV0ZYRUhtd3VNakx5V1k3ai9zVnhYQWVoaXlHaWtLeFdxOSsvZE9uU2NkVGhnSXMyMk9IaDRlN096czZyQUx3REFQWHIxMGVYTGwzUXUzZHZoSWVIdzgvUER6S1pUT0FxU1YybVVxbnc2TkVqL1Bubm56aCsvRGd1WExpQXpNeE03ZUpkR28xbWZGSlMwbU1oYXpSRmxNR09qSXowbGtna3h3QW8zTjNkTVdiTUdMenp6anZnT0ZIK3VNUkdHR1BZc1dNSDFxMWJoOGVQSHdOQU1tT3NoMUtwZkNoMGJSV0o3aSs5VmF0V0htNXVibWNCdEd2Um9nWFdyRmtEWDE5Zm9jc2lJcEtmbjQrWW1CaGN2WG9WQUc2V2xaVjF2bkxsU3E3UWRlbVNDRjJBaFVsZFhWMDNBV2pYb1VNSGJOcTBpVUpOTE03VDB4UGZmZmNkdW5YckJnRE5aREpaUElBNmRWN25KSFFCbGhRVkZUV0Y0N2dQUWtORDhjTVBQOUE1TkxFYWlVU0NBUU1HNFBqeDQ4akp5V25jc0dGRDdzR0RCLzhWdWk0dDBUVEZvNktpZ2ppT3V5T1ZTcVdiTjI5RzgrYk5oUzZKT0lEMDlIUU1HellNWldWbEtwVksxZkx5NWN1M2hhNEpFRmRUL0o4QXBLTkdqYUpRRTVzSkNRbEJURXdNQUVpZG5KeituOUQxYUluaWlOMnhZOGRtakxFVVQwOVBIRHAwQ0hJNWpUc2h0bE5XVm9hWFhub0pPVGs1NERndUlpRWg0WXJRTllubGlEMFpBTjU4ODAwS05iRTVtVXlHaVJNbkFnQTBHczNIQXBjRFFBUkg3STRkTzhvWVk3bE9UazV1UjQ0Y2daZVhsOUFsaVVKQ1FnSnljbkxnNysrUHhvMGJ3OXZiMitTNlNVbEprRWdrYU5ldUhTUVNzUndycXFld3NCQjkrdlNCV3ExK1dsSlM0bjN0MnJWU0lldXgrLzhGdFZvOUFJQmIxNjVkS2RRV3RHWExGbno4OGNjWU4yNGM5dTdkYTNJOWxVcUZCUXNXNEoxMzNzRUxMN3lBTFZ1MjJMREt1c1BkM1IwREJnd0FnSHJPenM0amhhNUhLblFCdFNXUlNBWURRTisrZllVdXhXWjY5ZXFGd3NKQ2kyNHpJU0ZCYi9yKy9mdjg2N0N3TUpQdmk0K1A1OWZOemMxRmh3Nk9PeVMvZi8vK09IRGdBQUJFQS9oZXlGcnMvWWpOQVhnRkFIcjA2Q0Z3S2VLU25wN092ellWN0tLaUlxeGJ0NDZmam82T1JwczJiZkRmLy80WFgzMzFsZFZyckdzaUl5TzF3NWFmZzhDbnVYWWQ3TWpJeU1ZQUFoczFhZ1EvUHoraHl4R05uSndjUEhueUJBRGc0dUtDd01CQW8rdjk1ei8vUVhaMk5nREF3OE1EVTZkT3hlTEZpekZyMWl6RXhjWGgvUG56TnF1NUx2RHk4a0xMbGkwQm9MNUNvV2d0WkMzMjNoU1BCT0J3MTYwUEhqd0l4djYrWTFDM3RmTFJSeDloMEtCQkJ1OUpTMHZEcUZHaitPazFhOWFnZmZ2MmV1dHMzTGdSY1hGeDBHZzAvTHpTMGxMdHVTTnZ6NTQ5U0V0THcrYk5tL2w1czJiTmdvK1BENktqbzdGNzkyNEF3SW9WSzdCdDJ6YUg2bENMaUloQWNuSXlBUFFBOElkUWRkaDdzTnNBUUxObXpZU3V3NmJxMWF0bmNwbGNMb2VycTZ2QmZCY1hGNzFwWjJkbmcvV0tpb3FRazVPak4wK2owUmlkdDNEaFFwU1ZsUUVBZXZmdXpYK1lSRVJFSURJeUVrbEpTYmg1OHliaTQrUHg2cXV2bXYvRDJibFdyVm9CQUJoamtVTFdZZGNmcFJLSkpCd0FtalJwSW5BbGprTXVsK1AvL3UvL2NPUEdEUUNBajQ4UDVzK2ZqNktpSW1Sa1pPRHExYXRvMjdZdHYvNjMzMzZMMGxKQnIvellsUGEwaGVPNHBrTFdZZGRIYk1aWUdNZHhDQWtKRWJvVVVaZzRjU0ltVHB5STk5OS9IeGN2WGdSUTNtVHYwcVVMdW5UcEFvMUdBNVZLcGUzNUJWQisvZmJGRjErRVNxVXl1czNNekV6OC9QUFBlUFBOTjIzeU13aXRRWU1HMnBmR095WnN4SzZQMlBqZkw0OXV6YlFzN2RFWUtHOWFGaFFVOE9mZHpabzE0NXViUVBsd1NsT2gxdHF3WVlQREhMVTlQVDBCQUl5eCtrTFdZZGRIYkk3amZBSFF3QlFMeXNySzBqNGRCUDcrL3ZEMjlzYk5temY1NVEwYU5FRHYzcjJ4Wk1rU0JBWUdJamc0R0FFQkFmRDM5NGVmbng5OGZYM2g2K3NMVDA5UFRKa3lCWThlUGNMRGh3K3hmLzkrREJreVJLZ2Z5MmJjM2QyMUx6MkZyTU91ZzgwWXE4ZHhuTU9NRDc5Ky9UcmVldXV0U3RlSmpZMUZiR3hzbGRzYVAzNjh3YnlFaEFTRG96VUEzTDE3bDU4WEVCQ0E2T2hvdlBMS0sxWCszb2NPSFlxelo4OWl6Smd4Nk4yN2Q1VTFpWUgyR1FBY3h6a0xXWWRkQjV2ak9Da0FPRG1KNm5rUmdycDgrVEwvT2p3OEhBQ1FrcExDendzTEM0TlVhdDZmemZqeDQvbWJJeHlGOXRJZVkwelFQMHE3RGphQVlnQ3VwYVdsQnBkelNNMGtKU1h4cjdXOTI1Y3VYZUxuTlczYUZCa1pHZFhxRE51K2ZUdUNnNE10VjJRZHByMEV5SEdjb0owSzloN3NKd0JjaTRxS0hDTFlyVnUzeHFsVHB3em05K3ZYRHlVbEpRQ0EwYU5IR3oxS21qTkFSYVZTYVIvUUI2RDg2SzFRS1BoeDVCS0pCTzNidDBkdWJpNmVQbjFxZHQyNkExN0VUdnYvd0Jnei94ZGtCZmJlSy80QUtMLzV3QkZJSkJLNHVycnEvWHY2OUNuL3h3UUFEUnMyTkZqSDFkWFY1QUFWM1g5U3FWVHZISDc5K3ZVWU0yWU12LzJXTFZ2cWRnNFJJL0x6OHdFQUhNYzlFcklPZXo5aTN3UFEvdUhEaHc0MytreEx0K2tNQUtHaG9iWGEzdnZ2dnc5L2YzOHNXYklFR28xR3IwZmMxQjEwRmU4TUE0Q09IVHZXcWc1N3BiMmlBQ0JieURycytvaXQwV2l1QThDZE8zZUVMa1V3Ky9mdjE1dld2Y1pjVTBPSERzWGl4WXNOT3Nsb0lGRFZIang0QUFCZ2pLVUtXWWRkSDdFbEVzbWZBSERyMWkyaFN4RkVRa0lDVHB3NHdVODNhOVpNZCtSVHJZU0VoRUFxbGVvTlB2bmtrMCtRbjUrUHJsMjdXbVFmWXBTV2xxWjkrWmVRZGRoMXNBRmNCdlF2eHppS0d6ZHVZUGJzMlhwM2VRMGVQTmdpMjg3SXlNRDA2ZE5SWEZ5c04xK2xVdUh6eno5SHo1NDlMYklmTWRKZUx1UTQ3b3lRZGRoMXNGVXExUldwVk1wdTNMakJNY1ljNXJ1NWpoMDdoa1dMRnFHb3FJaWZGeElTZ21IRGh0VjYyOWV1WGNQczJiUDE3dWdhUEhnd0RoNDhpTkxTVWpnN082TkhqeDQ0ZWZJa3Y5eFJ6NmNyWW94cCt6eFlmbjcrT1NGcnNldHo3TXVYTHo5aGpKMHNLaXJTdTlZcVZtcTFHZ3NXTE1DY09YUDBRdTNtNW9hbFM1ZlcrcExmMGFOSE1YNzhlTjF2bE1UYmI3K05oUXNYWXNXS0ZYQnpjOE95WmN2UXVYUG5XdTFIclA3NjZ5OFVGQlFBUUZKS1NrcStrTFhZZGJELzV4ZWcvSTlTN0p5Y25EQjQ4R0M5SjRiNit2cmlYLy82bDBVNnpkcTNiNjkzUTgyb1VhTXdiZG8wQU1Benp6eUR2WHYzNHRsbm56VjRYNzE2OVF6K09hSUxGeTVvWHg0WHNBd0FkdDRVQndDSlJCTFBHRnQrOHVSSnpKbzFTK2h5cks1TGx5NklpNHZEakJrekVCb2Fpcmx6NTZKKy9hcHZKSEp6YzlON0VvcVBqNC9CT2dFQkFmajY2Njh4WmNvVXpKZ3hBeSs4OElMZWN1MmRTeFdkUG4zYVlKNGpOcy8zN05rREFPQTRib1BBcGRqL2M4VUJRS0ZRbkFmUWRjMmFOUTdUWTZ0U3Fjd2VzMTFkWldWbGxYNmhZVmxabWQ2VkNHT3RoVWVQL2g2ZjRlUGpJL3JISTEyN2RnMXZ2LzAyR0dQWGxFcGxPNkhyc2Zzajl2K3NBTEI5NDhhTkRoTnNhNFVhUUpYZlVpcVR5YXBzK2p2YXd5VzF6MVBuT0c2dHdLVUFFTWM1TmtwS1NuWURTRHQvL3J6QlNDeENyTzNHalJzNGRPZ1FBRHpJejgvL1Z1aDZBSkVFKzM5ZnB6S0hNWWJQUC85Yzc5b3VJZFpVNFc5dWNVcEtTa2xWNzdFRjBkeklmUC8rL1Q4Yk5tellPemMzdDdGR282RkxNc1FtdG0vZmpwOS8vaGtBbEltSmlSTUIxSWxiMlVSeHhQNGZkVmxaMlRqR1dNbUdEUnR3NU1nUm9lc2hJbmZod2dXc1hMa1NBRXBWS3RYYkFDcC8rSnNOaWVhSURRQlpXVm01Z1lHQmx4bGpJMDZlUEluUTBGQ0greklCWWh0bno1N0Z6Smt6VVZaV0JzYll1RXVYTHRXcEk0bW9nZzBBRHg0OFNBNElDTWpRYURTRC8vdmYveUkzTnhmZHVuVVQvZVVXWWh0cXRSci8rdGUvc0hUcFVwU1ZsVUdqMGN4T1NrcjZSdWk2S2hMRmRXeGpJaU1qUjNJY3Q0SGpPSGxnWUNEZWVPTU5EQnMyek9pM1pCQlNsZUxpWXV6ZXZSdmJ0Mi9YM3NGVkJtQnFZbUxpdWlyZUtnalJCaHNBRkFwRkd3RHJVUDd0aDVESlpHalVxQkgvbEJGNkNDS3BqRnF0UmxGUkViS3lzbkRuemgzZFo2TW5xdFhxQ1pjdVhWSUtXVjlsUkIzcy81RkVSVVU5RDJBeWdDRWN4MUdibkZRYlkwd0Q0Q0RIY1Y4bkppWWVSaDNwL1RiRkVZTE5pNGlJY0pOS3BhMFpZLzRhamNaRCsvaGlBa2dra3MwQW9ORm9SbFcxcnFPUVNDUnFqVVpUQU9EaDA2ZFAvMHhPVGk0UXVpWkNxa1doVURDRlFrRWplMFNDbXFXRWlCQUZteEFSb21BVElrSVViRUpFaUlKTmlBaFJzQWtSSVFvMklTSkV3U1pFaENqWWhJZ1FCWnNRRWFKZ0V5SkNGR3hDUklpQ1RZZ0lVYkFKRVNFS05pRWlSTUVtUklRbzJJU0lFQVdiRUJHaVlCTWlRaFJzUWtTSWdrMklDRG5VNDRmSjN5SWpJeWR3SExkSU84MXhYREFBTU1ZeWRGWmJxMVFxUDdOMWJhVDI2TG5hRGtxbFVwMlJ5K1hCRmVkckF3NEFqTEdEdHEyS1dBb2RzUjJZUXFHNERxQ05zV1dNc1ZTbFVobG00NUtJaGRBNXRtUGJiR29CeDNIN2JWa0lzU3dLdG1QYlkycUJXcTNlYXN0Q2lHVlJVOXpCS1JTS213Q2E2czVqakdVb2xjb1FnVW9pRmtCSGJBZkhHRFBXSEQ5ZzgwS0lSVkd3eVM5RzVtMnplUlhFb3FncFRyaW9xS2cwanVOQ0FJQXhscVZVS2hzQ29HL2V0R04weENaTSs5M1kvM01RRkdxN1I4RW1VS3ZWZkhPY01iWmR5Rm9JSVpZamlZcUtlaEFWRmZVSWdKUFF4WkRhb3lHbEJBQTBITWR0Wll3MUJLQVd1aGhTZXhSc0FnQmdqTzFtalBrSVhRZXhETHZ1RlkrS2lyckFjVndYb2VzUUE4WVlPTTZ1L3h6cW1xdUppWW50aGRxNVhYZWVVYWd0aDBKdGNlMkUzTGtvbXVJSkNRbENsMEFJcjJQSGprS1hZTjlIYkVLSWNSUnNRa1NJZ2sySUNGR3dDUkVoQ2pZaElrVEJKa1NFS05pRWlCQUZteEFSb21BVElrSVViRUpFaUlKTmlBaFJzQWtSSVFvMklTSkV3U1pFaENqWWhJZ1FCWnNRRWFKZ0U3dWhWcXY1ZitZcUt5dXpZa1YxbHlpZW9HSUx5Y25KbURwMUtrSkRRekZod2dROCsreXpndFJSVWxLQ1R6LzlGTVhGeFFDQU9YUG1JRGpZNFB2ckJiRmx5eGFjUFhzV3p6Ly9QSjUvL25uNCt2cGFiTnVscGFWNDVwbG4rT25LbnBvVEh4K1BZOGVPSVNVbEJXNXVidmp4eHg4dFZvZTlvR0NiYWQyNmRjakp5VUZPVGc2Y25KeVFtcHJLTC9QeThvS1BqdytlZWVZWmxKYVdWcmt0TnpjM25EeDVFZ0R3Mm11djRjNmRPMGJYazh2bE9IZnVuTjY4NzcvL0hrZVBIdVdubXpkdmpwaVlHSlA3c3NaamVyNzQ0Z3YwNjlmUFlQNnBVNmR3OGVKRm5EdDNEcm01dWZqbW0yOXF0UDFqeDQ3QjI5dTd4dlhsNStmanpKa3ovSFJtWmlZQ0FnSnF2RDE3UkUxeE01dy9meDdIangvbnB5ZFBub3loUTRmeS96WnQybFN0N2NubDhoclZjZVBHRFd6WXNFRnYzZzgvL0lEVHAwL1hhSHVXVkZKU2dxU2tKSDVhOStocWEzMzY5TkdicnZqaDZBam9pRjJGeDQ4ZjQ1Ly8vS2RaNjQ0Y09SSXFsUXEvL1BJTDh2UHpBUURSMGRIdzhQQkFkblkyRGg0OENBQndjWEV4K3Y3R2pSdERwVkloSXlNREFPRHU3czR2eTgvUHg1dzVjL2h6eGxhdFdpRTVPUm1NTWN5ZE94ZHIxcXhCKy9hVlArMVdMcGZEeWFsbVgvVHg5T25UU3BkZnZIaVJiNjE0ZW5xaVRaczJlc3VEZzRNaGxacitjelBWYWpGSFZhMlMyTmhZeE1iRzZzMFQrd013S2RpVktDc3J3OXk1YzVHWm1Ra0FHRGR1SEtaTW1ZSTdkKzdnOWRkZmgxcXRCc2R4Nk51M0x3QWdKaVlHang0OXdyWnQ1ZDlDSzVGSU1HZk9ITGk0dU9DMzMzN2pnNjBiV0YyN2R1M0M2ZE9uTVgzNmRBQkExNjVkQVFCRlJVV1lObTBhN3Q2OUN3QUlEdy9IZi83ekgweWRPaFcvLy80N2lvcUtNSG55WkN4WnNnVGR1M2MzK2ZPTUdUTUdVVkZSQUlCMjdkckJ6YzNON045RlZlSFJQVDNvMmJNbkpCTDl4dURhdFdzUkZCUms5TDBWejUrMTFHbzF1blF4L29ScGJUMWlEMmhOVVZPOEVtdlhyc1hGaXhjQkFBRUJBWGpublhjQUFGOS8vVFhmTS92S0s2K2diZHUyQU1yL1FCY3RXZ1NWU2dXZ1BJQXVMaTVnalBIYkFZQUdEUnFZM09mdnYvL092KzdldlR1eXNyTHc3cnZ2NHNxVkt3QUFWMWRYL1BPZi80Uk1Kc01YWDN5QjBOQlFBT1hoLytDREQ3QnExU3FVbEpRWTNmYTMzMzZMeVpNblkvTGt5Y2pMeTZ2Ujc4U1lzckl5dlZNVjdRY2RFUTRkc1N2UnNHRkQvblZtWmlaNjlPaGhzTTR2di95Q1gzNzVCZSs5OXg1T25EaUI1T1JrZmxsUVVCQTZkKzRNanVQMEx0RTBiOTdjNUQ2MVJ5Q0pSSUxpNG1LTUhEa1N1Ym01L0x6Rml4ZWpTWk1tQUFCdmIyOTg4ODAzZU8rOTkzRHYzajFvTkJyODhNTVBPSGp3SUdKalk5R3hZMGYrQStYZXZYc1lNbVFJdjU4eFk4WlU2M2ZoNWVXRmR1M2FZZVhLbFFaSDR4TW5UcUN3c0JBQUlKVkswYTFidDJwdDI1SzJiTm1DVnExYUdjeFBUazdHeUpFakJhaElHQlRzU3BocUJocmo0dUtDKy9mdjg5UDkrdlhEUng5OWhFT0hEdW10NStIaGdUZmVlTVBvTm5KemMvSG5uMzhDQVB6OS9iRjQ4V0l3OXZkWFZmdjUrZUhZc1dNNGR1eVkzdnRDUTBOeDc5NDlmam96TXhNZUhoNEF3SjlUNnk0SGdKeWNITE4vTnEzQ3drS2o1K2c3ZHV6Z1g4dGtNcU9kZzYrODhrcTE5K2ZrNUlSVHAwNEJLRzhWNkhhS2FlY1Q0eWpZbFdqVXFCRzZkKy9PWHpxSmk0dkQyMisvRFFCWXRXb1ZuSnljTUdYS0ZBQkEwNlpOOGVXWFgrTDk5OS9IZ0FFRHNHalJJc2hrTW5UczJCRjVlWG53OHZKQ1dGZ1lSb3dZZ2NEQVFLUDdPM1BtRERRYURRQmd4SWdSdUhyMUtvNGNPUUtPNDhBWXc4T0hEN0YzNzE2VDlmcjUrU0UzTnhkaFlXRm8yYktsM3JMMDlQUmEvejZNdVhYcmxsWFBjMTFkWFFIQTRES2lkajR4am9KZENZN2o5SUxkcUZFamZsbHdjTERCMGF0VHAwNTQ3YlhYTUdEQUFKU1VsQ0FqSXdNbEpTVndjWEZCaXhZdE1IdjI3RXIzcDNzVTZ0dTNMN3AxNjRhVWxCVE1uVHNYNzczM1hwWDFkdXpZRVNOR2pNRE5temNObHVrRys5VlhYOFdDQlF1cTNKNDV2djMyVzVQTEdqZHViREN2cUtnSUR4OCtySFFkYzN2dTFXcDFqWHY1eFk2Q1hRMXBhV244NjR5TURJTS9xdXpzYlB6MDAwLzQ2YWVmTUhyMGFMend3Z3U0ZXZVcUFQT09NTHJyWExwMENRTUhEc1NPSFRzZ2tVajBqb3E2UGRSNzl1d3g2RzJPaUlndzJMWnVzQzAxV09QbXpaczRjdVNJeWVXN2R1MHltSGYwNkZGODlORkhsYTVqamttVEpxR3dzTkJnRElFam5VZFhob0pkRGRwbU9BQk1temJOWUxudVFKRS8vdmlEdjB3R2xGK24vZUtMTC9ocDNUOXVyWTgvL2hpLy9mWWI3dCsvajZWTGw2SlhyMTZvVjYrZVJXclhEZmJhdFd1eGR1M2FHbTlyeDQ0ZGFOYXNHZExUMC9YNkFDenQ1czJiK09HSEgzRDc5bTI5a1g0QThOdHZ2eUU4UE54cSs3WjNGT3dxVk9jUE56NCtubjlkOGJ3ek16TlRyNVBKV0xDZG5aMHhkdXhZZlA3NTU4akx5OE9CQXdld2VQSGlTdmRwckZOcTZOQ2htRGR2bnQ0OFM1NWphd2ZZVkJ5RW9zdmNvYXltMW12VHBnMW16SmlCZmZ2Mm1YeXZWQ3BGVVZHUldmdHhOQlRzS21pdlNRUGw1OERhUzE0N2QrNkVrNU1UZndrcElTRUJseTlmcnZYK25udnVPZjcxaFFzWGFyMDlvSHpVbW91TGk4a1JiMVZScVZUOFNEb0FmQ3ZDMzk4Zm5wNmU2TmF0R3c0ZlBteVJXblg1K2ZtWlhQYVBmL3dEUFh2Mk5MZ2VmK1RJRWFNM245RGxMcUpIZXhjVkFMMC83c2VQSCt1ZFkrL2N1Wk4vdlhEaFFnd2VQQmpYcjEvSFcyKzlCYUQ4MHBrNU4wWG8vbEZtWkdSZzBLQkJCdXZvOW96MzdkdlhvTGxlOFJ6YjA5T3owblBocXB3OWUxYnZSaE5uWjJmK2RhdFdyZkRCQng4WUJMdGlwMWhPVGc0S0NncU1idC9Qejg5Z05GNVFVQkRxMTYrUEprMmFvSDM3OW1qVHBnMldMbDNLTDlmK1huUmJJbEtwRkQ0K1BrYjM0ZW5waVFFREJsVDJZNG9LQmJzSzJzRWhBUER5eXkvenI4ZVBINiszM3NLRkMvSDQ4V01jUFhvVUw3MzBVbzMyZGV2V0xTaVZTbjY2cEtRRS8vakhQL0RUVHo4aE1qS1NIOWlpRyt3UFB2Z0FRVUZCdUgzN05uNy8vWGU4L3Zyck5kcDNaU3BlYXRJOThpOVlzTUJvWjV4dXA5aXRXN2N3YnR3NGs5djM4UERBZDk5OUJ5OHZMNE5sMmcvTTB0SlN2V0JyM2JoeGczL2RvRUVEY0J4bmRCK0JnWUg0L1BQUFRkWWdOaFRzS21Sblo1dTFuck96TTI3ZXZJbXdzREFzWDc0Y2dQNkhRc1hPc3c0ZE9tRGd3SUY2MjFpNGNDR3VYNy9PVHpkczJKQi9uMGFqUWYvKy9iRmt5Uks5OXhRV0Z1TGpqei9Hc1dQSG9ORm8wS2hSSTM2TStaZ3hZL2hlK1pwS1NFalFhN1U0T1RucHRWUkNRa0lxZlg5NmVqcGlZbUw0bzdWRUl1R3YxUVBsTjZha3BxWml3b1FKV0xseVpaWGJxK2phdFd2OGEyTWp6aHdWalJXdmd2YkdpOGFORyt1Tmg0NkxpOE9XTFZ2MDF0MnhZNGZlUDkzbXI3YnpUUHZ2dDk5K005aVhkc3k1Vm5SME5MNzY2aXMrQ05weDRicmMzZDFSWEZ6TXIvUEZGMS9vOVF0WWdtNndxM09lbnB5Y2pBa1RKdURCZ3djQXlpL25WV3pwVEpnd0FVRDVVWDMwNk5IWXZYdTMyUjJXR28yR3Y2OGRBQ0lqSTgydVRlem9pRjJKMHRKUzNMcDFDMEQ1T1o5Mm1DWlEvckFFU3crT0NBc0xnNnVySzVvMWE0WTMzM3dUVXFrVUowNmNBRkFlaXBFalJ4cDlMTkQ4K2ZNeGJOZ3dGQllXNHM2ZE85aStmVHRHalJvRkx5OHZpenpGUlBmNnZlN3ZvREo3OXV6QmtpVkwrQThGdVZ5T1pjdVdHWnhuangwN0ZoY3VYRUJDUWdJS0Nnb1FHeHVMWGJ0MjRkMTMzOVVibTI4czdLZFBuOVpyVVhYcTFLbGFQNWVZVWJBcmNlblNKZjcrWisyTkY3cTBSeUtnZkpSYXhVdGMxZTA4R3o1OE9JWVBIdzRBeU1yS3dxaFJvL2hsL2ZyMWcxcXR4aSsvL0dMd3ZnWU5HbUQ2OU9uOHBiSDE2OWNqT2pvYXExYXRNdU9uTEtmdDNKSktwWkJLcFpESlpGQ3BWTmk3ZHkrMmI5L09yNmM3K3M2VXI3NzZDbkZ4Y2Z5MGk0c0xWcXhZZ2E1ZHUrcmQzZ21VTisyWExWdUc4ZVBIOHgraTE2NWR3NDRkTzlDOWUzZGtaMmRES3BVaU1URlI3MzFsWldWWXZYbzFQOTJzV2JOS0w3ODVHZ3AySlhSdnRtamR1clhlc3NtVEordWRRMXRxSUluV045OTh3OStvMGJScFUzaDZldUtGRjE0d1dFL2JRejFreUJEOC9QUFB1SDc5T2dvTEMzSHg0a1dESjRsVTV0U3BVMlk5VU9MNTU1K3ZjcDBYWG5nQm16WnRna2FqUVVCQUFGYXNXR0h3KzlQbDZlbUo5ZXZYWS9yMDZiaHk1UW84UFQzeDZhZWZBaWovc0t0NFNjdkh4d2NYTGx6UUd6b2JIUjFkWlYyT2hNNnhLL0g2NjYveno5N3EzTGt6Z1BLSEI0NGFOUXFabVpsOGI3R3JxNnZGanhZTEZpeEFURXdNM04zZHNXVEpFdjRCQ2JxQ2dvTDRhNzBTaVFTelpzMUNSRVFFNHVMaXFoVnFBRkFvRkZXdUV4NGVybmZycHltdFc3Zkd3SUVEMGJ0M2IyemF0S25TVUd0NWVYbmgyMisveGVqUm96Rm56aHcwYU5BQUVvbEU3N3ErVm84ZVBmRGNjOC9oM1hmZkJWQit1ZXpWVjErdGNoK09oSTdZbFdqV3JCbFdybHlKMWF0WDg1ZDAzbnp6VGVUazVHRHIxcTF3YzNORGFHZ28zbi8vZll2ZmJlVGs1SVN4WThkaTZOQ2g4UER3MER2SDVEZ096WnMzeC96NTgvWGUwNkZEQjRObm9wa3JORFFVdnI2K1JtL25EQWdJUVAvKy9URng0a1N6bjljMmI5NjhhcmRpWkRJWlpzeVlvVGV2UzVjdTJMZHZINlJTS1lLQ2d0Q2xTeGYranJwSmt5WWhLeXNMVVZGUmRMZFhCY1l2K3RrSmhVTEJBT3MvSHFlb3FNaHFmemdQSGp6Z3orT045WHByYVRRYVBINzhHRktwRks2dXJwVStQNnltQ2dzTCtjYzlhUzlyeWVWeWd3Y3JHS1A3Z0FoanJRdXQzTnhjL2x3YXFIcm9xVWFqUVZsWm1kNmdHRjBxbFFwT1RrNG1yMThMUWZzekpTWW1DbFlVSGJITllNMmpnZTVUV2lvamtVZ3MrcHh1WTB3OWk4MGM1bzROOS9IeHFkWWprU1VTaWNsUUE3REtCNXdZMERrMklTSkV3U1pFaENqWWhJZ1FCWnNRRWFKZ0V5SkNGR3hDUklpQ1RZZ0lVYkFKRVNFS05pRWlSTUVtUklRbzJJU0lFQVdiRUJHaVlCTWlRaFJzUWtTSWdrMklDRkd3Q1JFaFVkeWwzcTlmUDZGTElLUk9zZXRnTThadWNCelhVdmRwb1lUVUVXbFZyMkk5ZGgxc3BWTFp0bVhMbHNhL2hZMVVpN3U3KzBNQUtDd3NiQ0IwTFdJUUZCVDBXT2dhQ0lGQ29XRGFoME1TKzBlZFo0U0lFQVdiRUJHaVlCTWlRaFJzUWtTSWdrMklDRkd3Q1JFaENqWWhJa1RCSmtTRUtOaUVpQkFGbXhBUm9tQVRJa0lVYkVKRWlJSk5pQWhSc0FrUklRbzJJU0pFd1NaRWhDalloSWdRQlpzUUVhSmdFeUpDRkd4Q1JJaUNUWWdJY1VJWFFJUVJHUms1Z2VPNFJkcHBqdU9DQVlBeGxxR3oybHFsVXZtWnJXc2p0V2ZYenhVbk5hZFNxYzdJNWZMZ2l2TzFBUWNBeHRoQjIxWkZMSVdPMkE1TW9WQmNCOURHMkRMR1dLcFNxUXl6Y1VuRVF1Z2MyN0Z0TnJXQTQ3ajl0aXlFV0JZRjI3SHRNYlZBclZadnRXVWh4TEtvS2U3Z0ZBckZUUUJOZGVjeHhqS1VTbVdJUUNVUkM2QWp0b05qakJscmpoK3dlU0hFb2lqWTVCY2o4N2JadkFwaVVkUVVKMXhVVkZRYXgzRWhBTUFZeTFJcWxRMEIwRGR2MmpFNlloTW1rVWgwbStNSFFhRzJleFJzQXJWYXpUZkhHV1BiaGF5RkVHSTVrcWlvcUFkUlVWR1BBRGdKWFF5cFBScFNTZ0JBdzNIY1ZzWllRd0Jxb1lzaHRVZkJKZ0FBeHRodXhwaVAwSFVReTdEclh2R29xS2dMSE1kMUVib09NV0NNZ2VQcytzK2hycm1hbUpqWVhxaWQyM1huR1lYYWNpalVGdGRPeUoyTG9pbWVrSkFnZEFtRThEcDI3Q2gwQ2ZaOXhDYUVHRWZCSmtTRUtOaUVpQkFGbXhBUm9tQVRJa0lVYkVKRWlJSk5pQWhSc0FrUklRbzJJU0pFd1NaRWhDalloSWdRQlpzUUVhSmdFeUpDRkd4Q1JJaUNUWWdJVWJBSkVTRUtOaUVpUk1FbWdpZ3FLaEs2QkZFVHhhT1I2cUtqUjQvaTh1WEwrUERERDRVdXhlYlMwdEt3ZGV2ZjM4STdlZkprZUhoNDhOTWxKU1hvMjdjdkFnSUNFQjRlamttVEppRTBOTlRrOWxKVFV6RjA2RkIrK3R5NWM1REw1ZFlwWGlRbzJCWldVRkNBeno3N0RFZVBIZ1VBQkFZR1lzU0lFWHJybVB0TXJKMDdkNkpKa3lZRzg2M3hUQzN0YytNMEdnMXljM09yWE4vSHh3Y1NpZkVHMzhPSEQ3Rmp4dzUrZXV6WXNYckJUa3BLUW1scEtlN2V2WXQ3OSs3aDQ0OC9ybVgxcENJS3RvWFZxMWNQV1ZsWi9QVEtsU3ZSc21WTFBveU1XZlpyc1R3OVBma25qT2JsNVFFQUpCS0pYcENNeldlTUlUOC8zMkI3dWJtNUdEQmdRSlg3UFh6NE1QejgvR3BVODIrLy9jYS83dHk1czE2dHhESW8yQlltbFVxeGVQRmlEQjgrSEUrZVBJRmFyYU5OSDhZQUFDQUFTVVJCVk1iY3VYT3hkZXRXK1BuNTRmSGp4M3JyQndRRVFDYVQ4ZFBwNmVuVjJ0L1BQLzhNYjI5dkFIOGZ5VU5EUTdGcjF5NStIV1B6SHo5K2pMNTkrMWIvQjdRQTNXQ2ZQMzllcndXeWUvZnVTcHZseER3VWJDc0lDZ3JDakJrejhObG5ud0VvUDJJbUppYWlmLy8rU0V4TTFGdjNtMisrUWVQR2pmbnA2amF6WDMzMVZZTm5ndCs5ZXhkOSt2UXhXRmQzZm0xYkRzbkp5WWlKaVRGcjNaZGVlZ2tBY096WU1aU1VsT0Q2OWV1MTJqZXBHZ1hiU2w1OTlWWHMyN2NQdWJtNVdMeDRNVnEzYmcyTlJvT05HemZ5NjhqbGNnUUZCWm5jeHA5Ly9vbVFrQkQrWE5iWU9hMng1clJHbytHYjMrYk1yNHp1TTlzdGNXNi9hOWN1YURRYUFFQjRlRGpDd3NMMGx1Zms1R0RJa0NHVmJ1T1paNTR4bUVkSGVuMFViQ3RhdkhneHZMeTg0T0xpQWdENDZxdXZjT1hLRlg1NXo1NDk5WnJoQU9EazVBUzF1dng3OGViUG40LzU4K2NEQUlZT0hZcDU4K1lCcVBvTEVwWXRXNmJYSzExWHZsQkJyVllqUGo0ZVFQa3B5NUlsU3d3KzJPN2V2U3RFYWFKRHdiYWdKMCtlR0J3UmMzSnlFQlFVaEwvKytndmJ0bTNqNTBza0Vvd2JOODVnRytIaDRiaDgrYkxCL1BidHk3OEdxaVpIVFhQZUV4c2J5emVaemRHMGFWUHMyYlBINkxJclY2N3dIMElBOFAzMzM4UFB6dzlKU1VsNCtQQWhBTUREd3dOcjFxelJlMTkwZERRYU5teW9OOC9mM3g4cWxRbzVPVGw2OHdEb2RWSVNmUlJzQzRxUGo4Znk1Y3NONWlja0pLQkZpeGI0NUpOUHNIRGhRZ0RBeElrVDBhcFZLNE4xWTJOanNYejVjaVFuSjBPbFVzSEp5UWxTcVJSdDI3YTFldjNWSVpQSlVLOWVQYXhmdng1RGhneEJvMGFOK0dYMzc5L1hXOWZmM3g4QkFRRlFLcFg4dk56Y1hCdzRjRUJ2dmNqSVNJTmdIemh3d09BNmRueDhQT1J5ZVozNEtwMjZpb0p0UTRNR0RVSnFhaW9LQ3dzeFljSUVvK3VFaElSZzVjcVZKcmV4Zi8vK0t2ZXpidDA2N042OXUxcnY4Zkx5TWpyZlZIaVVTaVdXTDErT3JLd3NuRGx6Qm5GeGNYQjJkcTUwSHhSRTI2RmcyOURjdVhOeCtQQmhBTUNQUC81bzl2dDB6NUVEQWdJQVZDOGtsVFd4MTZ4Wmc2NWR1NXE5TGEzQXdFQVVGaFlDQUZKU1V2REZGMS9nMDA4L3JmUTlEUnMyUkhoNE9MNzY2aXYwNjllUG42ODdFSWZPc1MyRHhvcGIwTEJodzNEOCtIRnMyTEJCNkZLc3JtSERobnFYdStMajQzSG8wS0VxMzdkeTVVcTR1Ymxac3pRQ09tSmJsRnd1aDF3dU4vbUg2K0hoQVY5Zlg2aFVLcFNWbGFGZXZYcEcxOVB0S0pKS3EvNHZXcjU4ZWJXTzRMMTc5elo3M2NvdWR3MGJOZ3o3OXUzRDFhdFhBWlJmQldqWHp2VFhRdi8yMjIrSWo0ODN1SWIrMVZkZjhiK3ppUk1uNmkxNzhjVVhvVktwOU9aRlIwZWJYYitqb21EYjBMeDU4L0RTU3k5aDRjS0ZZSXhoNjlhdEJoOEN2Lzc2SzJiUG5zMVBWeHhuYnN6TW1UTXRYcXM1SkJJSjVzMmJoOUdqUjBPajBlREpreWRZc0dBQkprK2ViSFQ5TzNmdUdIU1lBY0RKa3lmNTF4V0RiYXpubTNyRHEwYkJ0cEdDZ2dJVUZoYml3dzgvNUMrSnpaOC9IeXRXck9BSG51VGs1R0RKa2lYOGV3SURBL0hlZSs5VnVlMlhYMzRad2NIQlp0ZXlidDI2YWxadldxdFdyZkQ2NjY5aisvYnQ4UER3d0lnUkkwemVIRUpzaC80SGJLQ3dzQkJUcGt4QmFtb3E1c3ladzg4L2Rlb1VGaTFhQkkxR2crTGlZbno0NFlkNDlPZ1JnUEtqWVd4c0xGeGRYWVVxMjJ5VEprMUMzNzU5c1gzNzlrcHZJQmsyYkJnU0VoSnc3dHc1dmZrN2QrNUVRa0tDMFlFMENRa0oyTGx6cDk2OGMrZk8xWmxCTjNVVkhiRnRZTnEwYWJoMjdScHUzNzZOa1NOSDRzcVZLL3hnbFgzNzl1SHg0OGNvS0NqUUc1VTJjK1pNUkVWRm1iWDlmZnYyV2FWdWMzbDZlbUxwMHFXQzFrRDBVYkJ0NE5LbFN3Q0F5NWN2WStUSWtaZzVjeVl5TXpQeDMvLytGd0J3NXN3WnZmWEhqaDJMNGNPSG03Mzk2bDZ5cWs1SG02MnVQUmNWRmVIbm4zOUd0MjdkOUs3QlYwWjN2Y0RBUUd1VlpwY28yRlpRc1JjWEtCOEQzcU5IRHdEbHpleXhZOGZpL1BuemVQcjBxZDU2WGw1ZTZOQ2hBelFhamRubnFxWTZxNFNTbloydE4xM3g3ck9LMXExYmg5T25UK1BKa3lkWXRXb1Z1bmZ2YnRaKzZLWVAweWpZVm5EejVrMjlhYmxjanFWTGw2SjkrL2JZdlhzMzl1N2RxemU4VWxkZVhoNW16SmdCSHg4ZjlPelpFNTA3ZDBaRVJBU0Nnb0pNQmtUSXpyUGs1R1NrcDZkRExwZERKcE1oTHk4UGE5ZXUxVnRIZXhPTVZzVjcwbld2ZjJ2SGtwUGFvV0JiZ2U3bG1IcjE2bUhzMkxGWXYzNDlybCsvenQreXFDczRPQmhPVGs1SVMwdmo1K1htNWlJK1BwNi9HMnJVcUZGbzJyUXBZbU5qRGQ1Zm0zTnMzYU85c1E0cDdVZzVBRVk3eGxKU1Vpb2RjZWJuNXdkUFQwKzllY2VQSHpkWVR5YVQ0WlZYWGpGNlN5YXBQZ3EyRmJ6MTFsczRldlFvVWxOVHNXclZLclJ2M3g2SERoMHlDTFdibXh0R2pScUZzV1BId3NuSkNidDI3Y0xHalJ0eDc5NDl2Zlc4dkx3d1ljSUUvUHJycjFhdm5lTTR1THU3ODlPNmp6OXEwNllOLzFvN2NFYWhVRlM2dlRmZWVNTmdYb3NXTFNDVlNxRlNxU0NSU1BES0s2OWc0c1NKL0hCWlVudVZuL3pVY1FxRmdnRjE1MzVqWGJkdjMwWldWaGJmcVhYaHdnWCs2Tmk0Y1dNTUhqd1lyNzMybXNIUlRLUFI0T1RKa3podzRBQk9uejZONHVKaVRKOCtIVysvL1RZS0N3c056bDh0eWRpREU4M1J0MjlmZythMXY3OC9YbnZ0Tll3ZlA5NW9YOEdQUC82SVBYdjI0Sk5QUGtHTEZpMHEzYjY5UGFWVTIrR1ltSmdvV0w0bzJEYTBjK2RPdEcvZkhpMWJ0alJyL2RMU1VseTZkQWtSRVJGVjNqa2xwS0tpSXI2eno4bkpDVEtaekt5T3YrcDBFR29mUGdHVWQwVFdaWFVoMk5RVXR5SGRvNDQ1NUhJNU9uZnViS1ZxTEtlbWcyaXFNMEt0cm9lNXJxR1JaNFNJRUFXYkVCR2lZQk1pUWhSc1FrU0lnazJJQ0ZHd0NSRWhDalloSWtUQkprU0VLTmlFaUJBRm14QVJvbUFUSWtJVWJFSkVpSUpOaUFoUnNBa1JJUW8ySVNJa2l2dXhkYis1a1JCaTU4Rm1qTjNnT0s1bGJtNnUwS1VRVWxGYTFhdFlqMTBIVzZsVXRtM1pzcVdQMEhXSWdidTcrME1BS0N3c2JDQjBMV0lRRkJUMHVPcTFDTEV5aFVMQnRNK1FJL2FQT3M4SUVTRUtOaUVpUk1FbVJJUW8ySVNJRUFXYkVCR2lZQk1pUWhSc1FrU0lnazJJQ0ZHd0NSRWhDalloSWtUQkprU0VLTmlFaUJBRm14QVJvbUFUSWtJVWJFSkVpSUpOaUFoUnNBa1JJUW8ySVNKRXdTWkVoQ2pZaElnUUJac1FFZUtFTG9BSUl5b3FLZ2hBa0hhYTQ3amZBSUF4MWxsbnRZZEtwZktPcldzanRXZlh6eFVuTmFmUmFKNXpjbkxhWG5HK051QUF3QmliRG1DVlRRc2pGa0ZOY1FlbDBXaU9BRkJWc29vYXdGWWJsVU1zaklMdG9LNWN1WkxMR0R0U3lTb1hsVXJsUTVzVlJDeUtndTNZdHBsYW9ORm85dGl5RUdKWkZHd0hWbHBhZXBneFp2QzFQb3d4eG5IY0ZpRnFJcFpCd1haZzE2NWRld0RnVk1YNUhNY2xVVys0ZmFOZ0U0UG1PR1Bzb0JDRkVNdWhZRHM0bFVwMXFPSThqVWF6V1loYWlPVlFzQjNjbFN0WGJnRkkxSm1WZk9uU3BXdEMxVU1zZzRKTkFKM21PR1BNNEFoTzdBOEZtNEF4dGsvbjlTWWhheUdFV0ZCVVZOUmZDb1VpRFhUL2dDalFXSEdpdFlVeEZnVEE0TG8yc1Q5Mi9lbXNVQ2dPQUJnb2RCMWl3UmdEeDluMW4wU2R3Umc3bzFRcW54TnEvL1oramsyaEpuVVN4M0hkaGR5L0tKcmlDUWtKUXBkQUNLOWp4NDVDbDJEM1IyeENpQkVVYkVKRWlJSk5pQWhSc0FrUklRbzJJU0pFd1NaRWhDalloSWdRQlpzUUVhSmdFeUpDRkd4Q1JJaUNUWWdJVWJBSkVTRUtOaUVpUk1FbVJJUW8ySVNJRUFXYkVCR2lZQk1pUWhSc0Vjdkp5VUZpWW1MVkt4TFJFY1dqa1lpK0hUdDJZUFBtelVoUFQ0ZEVJc0hldlhzUkVCQWdkRm5FaGlqWVZ0Q3JWeThVRmhaYWRKdlZlYTViZ3dZTmtKNmVEZ0RRYURTSWo0L0hlKys5WjlGNlNOMUd3YlpER1JrWm1EeDVzc25sR28xR2IvcUhIMzdBdm4zN1RLd05yRm16QnNIQndmeTBxWWZ4U1NRU3VMcTZJaWdvQ0IwNmRNQ3JyNzZLVnExYTZhMVQwd2Y1bWZyZ1NrcEt3cUZEaDNEcDBpV2twNmZqNmRPbmtFcWw4UFQwUkVoSUNDSWlJakI5K3ZRYTdWUE1LTmgycUt5c2pEOGltNk80dUxqUzljdkt5c3phamthalFXRmhJVzdjdUlFYk4yN2dwNTkrd3FSSmt6Qmh3Z1N6YXpGWGVubzZZbU5qOGZ2dnZ4c3NLeTB0UlhaMk5yS3pzNUdVbEVUQk5vS0NiUVVIRHg0RVkzOS9vVWFQSGozNDF4OTk5QkVHRFJwazhKNjB0RFNNR2pXS24xNnpaZzNhdDI5djNVTE5JSlBKRUJRVUJLRDhBeUlySzR2LzJSaGorT2FiYnhBUkVZRXVYYm9BQUJvM2JteXdqWHYzN3VsOWVCaGJSMWRTVWhJKytPQURGQlFVNk0xM2NYR0JuNThmVkNvVkhqNThhTkF5SVgrallGdEJ2WHIxVEM2VHkrVndkWFUxbU8vaTRxSTM3ZXpzYkhROVkycnlYSFZ6bTh5TkdqWENqaDA3K09tc3JDd3NYTGdRRnk5ZTVPZkZ4OGZ6d2Q2MWE1ZkJOdDU0NHczY3ZIbVRuemEyanRhZE8zY3diZG8wUEhueWhKL1h0V3RYVEpnd0FaR1JrWkJJeWkva2xKU1VJQ0VoQVQvOTlKTlpQNGVqb1dDVGF2SDM5OGY4K2ZNUkhSM056MHRMUzdQWTloY3RXcVFYNnBFalIrTEREejgwK09vaFoyZG5QUHZzczNqMjJXY3R0bTh4b2V2WXBOb3FYanFUU2kxemZMaHc0UUl1WDc3TVQwZEdSbUxHakJuMGZXSTFRRWRzRWJEMVY4cFU3TkJxMjdhdFJiWjc4T0JCdmVueDQ4ZnpUVzlTUGZSYkk5V1NrSkNBUllzVzhkTlNxUlN2di82NlJiYXRlN1NXeStYbzFLbVRSYmJyaU9pSWJVSFhyMS9IVzIrOVZlazZzYkd4aUkyTnJYSmI0OGVQTjVpbjdTU3IyQnNjRWhKU2pTb055V1F5azh2UzB0THcybXV2QVFEeTgvT1JtNXZMTDNOeWNzS0NCUXZRcEVtVFd1MWY2Lzc5Ky96ckJnMGFRQzZYVzJTN2pvaUNiWWVlUG4zS3Y1Ykw1WWlQajdmYXZzckt5bkRuemgyRCtiMTY5Y0s3Nzc2TE5tM2FXSFJmV3RRRXJ4MzY3ZGtoM1Y1amQzZDNRV3A0OU9nUkdqUm9ZTkZ0Nmw3ZWUvVG9FVjJucmdVNllsdFE2OWF0Y2VyVUtZUDUvZnIxUTBsSkNRQmc5T2pSbURoeG9zRTYxUm1na3BlWHg3OTJkWFhGM2J0M01XVElrQnJYWGRsMThHYk5tbUhIamgxNCtQQWhsaTFiaHFOSGp3SUFybDY5aW1uVHB1SDc3NyszV0pPNWNlUEd1SGJ0R2dDZ3FLZ0kxNjlmUjd0MjdTeXliVWREUjJ3TDBvNmwxdjMzOU9sVFB0UUEwTEJoUTROMVhGMWRUUTVRMGYybmxacWF5ci8yOHZLeStzOEZsSi96TGw2OEdPSGg0Znk4NU9Sa2ZQMzExeGJiUitmT25mV21OMjdjYUxGdE94b0t0cFVsSlNYcFRZZUdodFo2bTdkdjMrWmZoNFdGR1N3UERBeXM5SisvdjMrTjlpdVZTckZvMFNLOTY5YmJ0bTNESDMvOFVhUHRWUlFkSGExM2JuMzA2RkVhV1ZaRDFCUzNzdjM3OSt0TlY3d2JxaVowUHl5YU4yOXVzSHp2M3IyVnZyODJUZmVtVFp2aXJiZmV3b1lOR3dDVTk5QXZYcndZY1hGeHRlN3dhdFNvRVVhT0hJbE5temJ4OHo3Ly9ITmN2MzRkbzBlUFJ0T21UZm41ZVhsNU9IUG1ETFp0MjRhNHVMaGE3VmVNS05oV2xKQ1FnQk1uVHZEVHpabzFxM1dIVTNKeU1qSXpNL25wRmkxYTFHcDdOZkh1dSsvaThPSER5TWpJQUFEODhjY2YyTEZqQjRZUEgxN3JiY2ZFeENBMU5SV25UNS9tNThYSHh5TStQaDZlbnA3dzlQUkVVVkVSY25KeWFyMHZNYU9tdUpYY3VIRURzMmZQMXJ2TGEvRGd3YlhlN3FGRGgvalhycTZ1VUNnVXRkNW1kVGs3TytPamp6N1NtN2RtelJwa1oyZlhldHRTcVJRclZxekEyTEZqRFlhcTV1Zm5JejA5blVKdEJqcGlXOEd4WThld2FORWlGQlVWOGZOQ1FrSXdiTml3V20yM29LQkE3NXl6ZCsvZVJudWtiVEhFdEh2Mzd1alhyeC9mUy83a3lSTXNXN1lNUzVZc3FmVzJuWnljRUJNVGc2RkRoMkxQbmoyNGNPRUNVbE5UVVZCUUFJN2o0T2JtaG9DQUFMUnExWXB1QWpHQmdtMUJhclVhQ3hjdXhJRURCL1RtdTdtNVllblNwUVk5MzlWMTkrNWRGQmNYODlNdnZ2aGlyYlpuaXJtM2dYN3h4UmRtcmFkNzIyZDFCQVVGWWVMRWlVWXZENUxLVVZQY2dweWNuREI0OEdCNGUzdno4M3g5ZmZHdmYvM0xJcDFtYmR1MnhhZWZmZ29BaUlxS01ubTA4dmYzci9TZm41OWZyV3NoZFJzZHNTMnNTNWN1aUl1THc0d1pNeEFhR29xNWMrZWlmdjM2VmI3UHpjME5Bd1lNNEtkOWZIeU1yamRvMENCa1ptYWlXN2R1SnJkVnNjVlFVVzBIdEpDNno2NXZkRlVvRkF5bzJSTkVyRTJsVWxuc1B1V3FNTWIweG8rYisrUVZZaDNhUG83RXhFVEI4a1ZIYkN1eFZhZ0JnT000Q2pQUlErZlloSWdRQlpzUUVhSmdFeUpDRkd4Q1JJaUNUWWdJVWJBSkVTRUtOaUVpUk1FbVJJUW8ySVNJRUFXYkVCR2lZQk1pUWhSc1FrU0lnazJJQ0ZHd0NSRWhDalloSWtUQkprU0VSUEdnaGVlZWUwN29FZ2lwVSt3NjJJeXgzem1PNjZUN1dDQkM2Z0xHbUdXKzk2aUc3UHFaWndBa3paczNGK1o3WkVYRzA5TXpEd0R5OC9OdDh5MS9JcGVTa3ZJRWdGcm9Pb2lEVXlnVVRQdHdTR0wvcVBPTUVCR2lZQk1pUWhSc1FrU0lnazJJQ0ZHd0NSRWhDalloSWtUQkprU0VLTmlFaUJBRm14QVJvbUFUSWtJVWJFSkVpSUpOaUFoUnNBa1JJUW8ySVNKRXdTWkVoQ2pZaElnUUJac1FFYUpnRXlKQ0ZHeENSSWlDVFlnSVViQUpFU0Y3Zi93d3FhSEl5TWdKSE1jdDBrNXpIQmNNQUl5eERKM1YxaXFWeXM5c1hSdXBQYnYrd2dCU2N5cVY2b3hjTGcrdU9GOGJjQUJnakIyMGJWWEVVdWlJN2NBVUNzVjFBRzJNTFdPTXBTcVZ5akFibDBRc2hNNnhIZHRtVXdzNGp0dHZ5MEtJWlZHd0hkc2VVd3ZVYXZWV1d4WkNMSXVhNGc1T29WRGNCTkJVZHg1akxFT3BWSVlJVkJLeEFEcGlPempHbUxIbStBR2JGMElzaW9KTmZqRXliNXZOcXlBV1JVMXh3a1ZGUmFWeEhCY0NBSXl4TEtWUzJSQUFmZk9tSGFNak5tRVNpVVMzT1g0UUZHcTdSOEVtVUt2VmZIT2NNYlpkeUZvSUlaWWppWXFLeW9xS2lzb0I0Q1IwTWFUMmFFZ3BBUUFOeDNHYkdXTU5BYWlGTG9iVW5sMTNuaWtVaWdNQUJncGRoMWd3eHNCeGR2MG5VV2N3eHM0b2xjcm5oTnEvdlo5alU2Z3RoRUp0V1J6SGRSZHkvNkpvaWlja0pBaGRBaUc4amgwN0NsMkMzUit4Q1NGR1VMQUpFU0VLTmlFaVJNRW1SSVFvMklTSUVBV2JFQkdpWUJNaVFoUnNRa1NJZ2sySUNGR3dDUkVoQ2pZaElrVEJKa1NFS05pRWlCQUZteEFSb21BVElrSVViRUpFaUlKTmlBaFJzSW5ES1MwdEZib0VxeFBGbzVHSWZWSXFsYmgxNnhhNmRldUc0T0JnZytXWm1abElTa3BDU2tvS1VsSlNNSHYyYkFRRkJkVnFuM2w1ZWVqYnR5L2MzZDFSdjM1OU5HalFBSXNXTFVKQVFFQ3R0bHZYT0ZTdzA5TFM4TUVISDFUclBidDI3VUtmUG4yUWw1ZFg2WHE2ejEyenhqT3ZLajdYN2VqUm94YlpibkJ3TU5xMGFhTTM3K3paczRpSmliSEk5clZpWW1Jd2R1eFl2WGs3ZCs3RWdRUGwzLzgzZlBod3pKNDlXMjk1YW1vcTVzMmJ4MC83Ky90ajd0eTVWZTZMTVlhc3JDeWp5MDZkT2dYR0dBb0tDbEJRVUFDWlRBYWcvRVBFRkhzTXZVTUZ1NnlzREhmdTNMSHBQajA5UGZtbmYyby9IQ1FTQ1R3OFBQaDFqTTFuakNFL1A5L2tkai82NkNPTDFEZGt5QkI4OHNrbkZ0bFdkYWpWYXB3NWM0YWY3dFNwazhFNlhidDJSYXRXclpDY25Bd0EyTE5uRDk1Ly8zMTRlM3RYdXUzQ3drSzg5TkpMWnRWeDQ4YU5LdGUxeDRkbE9sU3doZkR6enovemY0amFJM2xvYUNoMjdkckZyMk5zL3VQSGo5RzNiMThiVjJzN2lZbUovQWVYcTZzckhqMTZWR1ZMcDZTa3BOTGZpVDBHMEZvY0t0ak5talhUKzgvUHpNemtQNjB2WHJ5SUxsMjZBREQ4QS9uMTExOE50bFZVVklRZVBYcFV1YzlYWDMzVjRIbmRkKy9lUlo4K2ZRelcxWjNQV04zNVhyekRodzhiek51eVpRdFVLaFVBNEpsbm5rR0xGaTBxM1lhcnE2dmV0TzZwUko4K2ZlRHM3R3lCU28xYnZueDV0ZFovK3ZRcEZpeFlZS1ZxYk1PaGdnMlVCMGJiOUMwb0tPRG42NTVEUDM3OG1IOWRWYk92S3NhYTB4cU54dWc1dTZuNVZhbHVjN3E2ZlFCK2ZuNEc4elp1M0FpMXV2emJnTUxDd3RDdFd6ZXp0NmRXcTNIczJERitldENnUVNnc0xFVGp4bzJyVlplNXF2dnpGaFlXV3FVT1czSzRZR3Q3UlN2cTM3OC8vMXAzZVUyYWQxVzlaOW15WmRpNmRXdXQ5aUUwM1JhRnRnUEtYR2ZPbkVGdWJpNkE4bjZGVHAwNmdlTTQzTGh4bzBhMXZQUE9PNURMNVNhWDkrN2R1MGJidFdjT0YyeHJxMG1QdURudmlZMk5OYnREeU5yVWFqVTBHZzAvWGQxbWRIeDh2TjYwOWxSbDNicDFOYXBuNU1pUmxRYmJFVGwwc0tkT25ZclZxMWRES3BYaW80OCt3dUxGaXdFQWMrZk94ZWVmZnk1d2RYVkhhbW9xaGc0ZGFuSjVWVDMwaXhjdnhzQ0I1Vit6OXVEQkE1dzhlZEtpOVZXbHVpMmlnb0lDdXovS08zU3dlL2JzaWRXclY4UER3d1BSMGRGOHNBY1BIcXdYN09vY2hmZnYzMS9sT3V2V3JjUHUzYnVyOVI0dkx5K1R5eDQ5ZW9Ta3BDVHpDaFNBazlQZlg3bTliZHMydmFPOUxtdWRrdFNGNzlLeU5ZY085c09IRHdIVXZvTk1sM1l3UTNYK21DcHJZcTlac3daZHUzYXQ5UDJuVHAzQ3FWT256TjZmclVtbDVYOW1lWGw1MkxsenA4bjEvdjN2ZjlkbysxV2RZenNpaHc3MjlldlhBWlJmUDlhOUpGWFRUaHl4S0NzcjQxL0xaREkwYnR4WTc0UGo0c1dMbURsekpqOGRIeDhQWDE5ZmZycWdvRUR2dzByYnVYYnExQ2tVRlJXWjNLKzF6ckdQSHo5ZXJlMFZGaFppMEtCQk5hcWxybkRvWU8vYnR3OEFFQjRlRG9sRUFoOGZIK1RtNW1MTW1ERW0zM1B1M0xscUh4MldMMTllclNPNDBPZDN1cGQ3bkoyZHdYR2MzblhvOVBSMC9yVmNMa2R3Y0xEZUIyTkpTWW5lOXJTL3I3Q3dNR3VWWENselRuVjBWYXpmSGpsMHNMWGpnN1VEVFdiTm1vVlZxMVloT3p1YnYwWnJDYnBITjJ1dzlIWHNSNDhlOGErTm5kdGZ2SGlSZjkyaVJRdURBVGdWNzU3UzlwbzNiOTRjRW9rRUF3WU13TUdEQncyMmE2MXo3S1ZMbDFwbHUzV1pRd2M3SmlZRzd1N3VhTldxRlFCZzRNQ0JHRGh3SU5hdlg0OXZ2dm5HckcwVUZSVVpqS3FxNk9XWFh6WjY5NUlwTlcyU1dvcnVlUG9HRFJyb0xjdk96c2FGQ3hmNGFZVkNZZkQraWtjOEZ4Y1hBT1VCYjlHaUJhWlBuMjQwMksrOTlscU42djN5eXkvUnJGbXpHcjFYckJ3NjJOcFA4azgvL2JURzI1ZzBhUkxrY2psNjllcUZJVU9HNk4zY1lhK3VYcjNLdjY0NEdpd3VMbzRmU2dyb0QrelJxbmdlN2VibXhyK09qWTJGdjcrLzBmM1c5QWFkaWg4azkrL2Z4Ny8vL1c4b0ZBcElKQks5YzJ5RlFvSGs1R1I4K2VXWHVIbnpKbng4ZkxCdTNUbzBiZHBVYnh0WldWbllzMmVQeWJ2RTZqcUhEcllsUEhyMENBOGVQSUJTcVVUUG5qMk5CbHQ3TG04UEhqNThpSnMzYi9MVExWdTI1Ri8vK2VlZjJMNTl1OTZ5OFBCd2cyM29Ec2tGOU1lSjIrTEl1bUhEQmh3K2ZCZytQajZZTldzVzVzK2Z6eS83ejMvK2d4WXRXdkFmUHJtNXVaZzBhUksrL2ZaYk5HclVDQnpIb2FTa0JDTkdqT0Ivam1lZmZSYTlldld5ZXQyVzVOREJuamh4SWdZTUdHQXcvNmVmZnRJYjhtbUtScVBoTDVsSkpCS1REd0V3NTVLVnJ1cGVkMVdwVkpYMk5sZkhnUU1IOUlhTGR1alFBVUI1RTN6T25EbDZSK3VKRXljYTNVWmFXcHJldEtlblo3WHIrUDc3NzlHK2ZYdVR5MDM5am9xS2luRGl4QWtBNWFGdDBxU0p3VHJlM3Q1WXNXSUZ4b3daZzlMU1VwU1ZsZUhXclZ2NCtlZWZBUURqeG8zRHVISGpzR0xGQ2dEbFE0QzdkZXRtMVJ0VkxNMmhnKzNyNjJ2eVA5NGM2ZW5wZkNkYllHQ2d5VEhUa3lkUHJuR041dGk3ZHkvMjd0MWI2KzJVbFpWaDI3WnQvSFNEQmczUXVuVnIzTHQzRDlPbVRVTkdSZ2EvckdmUG51amR1emRTVWxMZzYrc0xkM2QzU0tWUzNMNTlHenQyN09EWDgvVDA1SzlqMjhMKy9mdjVwbm5idG0zUnVuVnJvK3UxYk5rU00yZk94TGx6NXpCdjNqejQrZmxoN2RxMVNFbEp3YTVkdXpCMTZsU0VoSVFnUFQwZDkrN2R3NFlOR3pCcDBpU2IvUnkxNWREQi92enp6ODBhT3NweEhIOFV1M3IxS2hRS0JZcUxpL1dhcGMyYk56ZjVmbnZwUE51OWU3ZmVrMFJlZU9FRkhEOStISjk5OXBsZTh6b3dNSkR2aGYvNDQ0OXgrL1p0azl2VWJjcFh4OXk1YzZ0OVdWR2owV0RqeG8zODlMQmh3d0NVdDZhMG85MU9uRGlCTm0zYXdOblpHY09HRGNPd1ljT1FuNStQVFpzMklTVWxCUUR3NU1rVHlPVnlqQnMzRHYvODV6OEJsTi9OTm5Ma3lCcTFQb1RnME1FMlYvMzY5ZmttOTd2dnZtdDBuWGJ0Mm1IMzd0MklqWTAxV0ZhYmMyemRvNzIxN3dMcjI3Y3YxcTlmait6c2JFZ2tFZ3dhTkFqejVzM1RDN1dQancrKy92cHJma0JLKy9idEt3MzI4T0hEYTFUTC9mdjNxLzJldi83NkM5bloyUURLV3dyYThlbWhvYUY4eDF4Y1hCemk0dUlxM1k2Zm54OWVmUEZGT0RrNTRkLy8vamNhTjI2TXFWT24yazJvQVFjUGRyOSsvZmh6U0Yzbno1L1hlMnhQcjE2OThOTlBQNW5janJPek0xNSsrV1djTzNmT0tuVlc1WmxubnNISWtTUE5YdC9VODh4OGZYMnhlUEZpVEpvMENkSFIwV2pSb2dWV3IxNk5zV1BISWlzckN5RWhJVmk5ZWpWQ1EwUDU5Mmd2RlZiazZ1cUtLVk9tNFBubm42L2VEMU1MclZxMXd2NzkrN0Y5KzNZNE96dno1OFR2dmZjZUZpeFlZTmJESzJReUdSWXVYTWkvZCtQR2pVYnZSNi9ySERyWW5UdDM1cHRydW9xS2l2U0NQWDM2ZEVna0V2NCtZdTBmaUV3bVE5T21UVEY1OG1RRUJBU2dYNzkraUl5TXRFbnR1Z05Id3NMQzhPeXp6OWJvdlJXdndYZnExQWxUcDA3bHJ5a0hCQVJnK2ZMbCtQSEhIekZyMWl5OVMxY0E4T0tMTDZKcDA2WlFxOVhnT0E3T3pzN3c5dlpHU0VoSXRlL1QxbFhUempNdkx5Kzg5OTU3ZXZNR0RoeUk1czJiNDlpeFk4ak16RFQ2K09GNjllb2hPRGdZTDc3NG90N0RDKzB4MUFEQVZiMUszYVZRS0JoUS9TYXE5ajlXS3BWQ0lqRjh0SHBKU1FtZVBuMEt3TEkzaUpDL2FlOUc0emlPYnpYcDNxSFdzbVhMU2dmK1ZHZGRXOU4rNkNRbUpncVdMNGM4WWxmVkthUGJqQ1BXWWF4bFU1M1dqcTFhUnZhS3ZnbUVFQkdpWUJNaVFoUnNRa1NJZ2sySUNGR3dDUkVoQ2pZaElrVEJKa1NFS05pRWlCQUZteEFSb21BVElrSVViRUpFaUlKTmlBaFJzQWtSSVFvMklTSkV3U1pFaENqWWhJaVFLQjYwOE54enp3bGRBaUYxaWwwSG16SDJPOGR4bmJTUE1TS2tybUNNL1NIay91MzZtV2NBSk0yYk4zY1h1Z2d4OFBUMHpBT0EvUHg4dzYvWEpOV1drcEx5QklEbHZyS1ZrSnBRS0JSTSszQklZditvODR3UUVhSmdFeUpDRkd4Q1JJaUNUWWdJVWJBSkVTRUtOaUVpUk1FbVJJUW8ySVNJRUFXYkVCR2lZQk1pUWhSc1FrU0lnazJJQ0ZHd0NSRWhDalloSWtUQkprU0VLTmlFaUJBRm14QVJvbUFUSWtJVWJFSkVpSUpOaUFoUnNBa1JJWHQvL0RDcG9jakl5QWtjeHkzU1RuTWNGd3dBakxFTW5kWFdLcFhLejJ4ZEc2azl1LzdDQUZKektwWHFqRnd1RDY0NFh4dHdBR0NNSGJSdFZjUlM2SWp0d0JRS3hYVUFiWXd0WTR5bEtwWEtNQnVYUkN5RXpyRWQyMlpUQ3ppTzIyL0xRb2hsVWJBZDJ4NVRDOVJxOVZaYkZrSXNpNXJpRGs2aFVOd0UwRlIzSG1Nc3Q5c2tYUUFBRFhOSlJFRlVRNmxVaGdoVUVyRUFPbUk3T01hWXNlYjRBWnNYUWl5S2drMStNVEp2bTgycklCWkZUWEhDUlVWRnBYRWNGd0lBakxFc3BWTFpFQUI5ODZZZG95TTJZUktKUkxjNWZoQVVhcnRId1NaUXE5VjhjNXd4dGwzSVdnZ2hsaU9KaW9wNkVCVVY5UWlBazlERmtOcWpJYVVFQURRY3gyMWxqRFVFb0JhNkdGSjdGR3dDQUdDTTdXYU0rUWhkQjdFTTZoVzNzWTRkTzdveXhnWXl4bnB4SE5jZFFEQUFQd0F5SWV0aWpJSGo2c1NmZzRveGxnUGdIc2R4WndHY2VQTGt5WUhrNU9RQ29RdXpKM1hpZjlJUnRHL2Yza2NtazgwQ01CV0FwOUQxMkJQRzJCUEcyRHFOUnJQazh1WExXVUxYWXc4bzJEYlFzV1BIMXpVYXpiODVqdlBoT0E2UmtaSG8zcjA3RkFvRmdvT0Q0ZTN0RGFtVXpvb0FRS1ZTSVM4dkQvZnYzMGRpWWlMT25qMkwzMy8vSFl3eEFNZ0hNRDB4TWZGN1lhdXMreWpZMXVXa1VDaVdBNWdPQUwxNjljTDA2ZFBSdUhGamdjdXlML2Z1M2NPcVZhdHc1TWdSN2F6dkVoTVRKd0pRQ1ZoV25VYkJ0aDZwUXFINEZzQllEdzhQZlBMSkoramJ0Ni9RTmRtMTgrZlBZOEdDQmNqTnpRV0EzUnpIdlpHUWtGQW1kRjExRVYyenRKS29xS2lsSE1kTmJ0Q2dBZGF2WHcrRlFpRjBTWFl2SkNRRS9mdjN4NGtUSjFCUVVOQWFRTWo5Ky9mamhhNnJMcUlqdGhWRVJrYU9sRWdrbTcyOXZmSDk5OThqTkRSVTZKSkVKVE16RTJQR2pNSERodzhCSUNZeE1YRzEwRFhWTlJSc0M0dUtpZ3JpT080UEp5Y256NisvL2hwZHUzWVZ1aVJSdW5yMUtzYVBINCt5c3JJbktwVXE0c3FWSzdlRXJxa3VvYkhpRnNaeDNQOEQ0RGw4K0hBS3RSVzFhOWNPa3laTkFzZHhibEtwZEozUTlkUTFkTVMyb0lpSWlLNVNxZlI4WUdBZ2R1M2FCYmxjTG5SSm9sWldWb2JodzRjak5UVVZhclg2aFV1WExoMFd1cWE2Z283WUZ1VGs1UFFQQUhqMzNYY3AxRFlnazhrd2JkbzBBSC8vN2trNUNyYUZkT2pRSVp6anVCZUNnNE14ZVBCZ29jdHhHRDE3OWtUVHBrMEJvRnZIamgzcDNPZC9LTmdXNHVUa05BRUFoZ3daVWxmR1hEc0VqdVB3MWx0dkFRQTBHczBIQXBkVFoxQ3dMU0E4UEZ6T0dIdGJLcFhpdGRkZUU3b2NoOU9uVHgvSVpESndIUGRpa3laTlhJU3VweTZnWUZ1QVhDN3Z5WEdjYjFSVUZMeTl2VzIyMzhlUEg1dTFYbkZ4TWU3ZXZjdi9xNjNTMGxMK24wYWpxZlgyYXN2ZDNSMjlldlVDQUM5Zlg5OW9vZXVwQytqT0F3dGdqUFhuT0E3ZHUzZTM1VDR4ZHV4WXVMaTRZTWlRSVhqcHBaZmc2V244cHJIRXhFVEV4TVR3MHdrSkNUWGViMmxwS1o1NTVobCtlczJhTlhYaXN0N3p6eitQbzBlUGdqSDJNZ0NIZjd3VEhiRXRnT080VjREeWpoeGJPWFBtRE83ZXZZdS8vdm9MWDM3NUpaS1RrMjIyNzdxb1E0Y08ycGM5aEt5anJxQWpkaTJGaDRmN2Noelh4dGZYMTZaM2JXM2UvUGVEUlo5NzdqbDA3dHk1MXR1Y09uVXF6cDA3VjYzM1RKNDgyYXoxYXROS01FZGdZQ0FDQWdLUW1ablpKQ0lpd3QvUjc5dW1ZTmVTVENhTEFJRG16WnZiYko5WHJsekJ4WXNYQVFBU2lRUWZmUEIzWjNESGpoMnJmTCt4ZFRwMDZBQlhWMWZMRlNtQWlJZ0lIRGx5QkZLcDlEa0F1NFN1UjBqVUZLOGxqdU5hQTBCWW1PMitjWGJkdXI5SFVBNGJOZ3hoWVdFb0s2TzdGOXUwNGI4UnVPcFBONUdqSTNZdGFZTnRxMmI0MmJObmNmYnNXUUNBbjU4ZnBreVpncUtpSXJ6eHhodFFLQlJ3YzNORC9mcjE5ZDVUWEZ5TXpNeE1mdHBZcllHQmdaZzVjeWFLaTRzcjNYOVpXWm5lSmIzUFB2dE05L3hXVU1IQndRQUF4bGd6Z1VzUkhBVzdsaGhqTFRtT1E2TkdqYXkrcjZkUG4yTHAwcVg4OUljZmZnaDNkM2NzWDc0YzkrL2Z4NzU5KytEcDZZbTR1RGk0dTd2ejY1MDllMWF2VjN6WHJwcTNVa3RMUy9XbWZYMTlFUlFVVk9QdFdWSkFRSUQycGZYL00rbzRDbmJ0QlFJd09FcGF3L2J0Mi9ucjBCS0pCTnUyYmNOMzMzMkgyN2R2OCt2TW5EbFRMOVExWWM1NXVsWlZuV2U3ZCsrMjJmM29YbDVlMnBkK050bGhIVWJCcmlXTzR4b0NnSStQOVIvSjNiWnRXLzYxUnFQQmxTdFg5SmIzNk5FRGdZR0JCcVBmS2phdmpZMk8yN1JwazkxM25tbXY0M01jUjhFV3VnQVJjQU5nazFCMDZ0UUozdDdlS0NvcWdvK1BEL0x5OHZqUWVudDc0NU5QUHNIMTY5ZHg1ODZkU3JkamJMbGFiZndMUUlLRGd3MmVvS3I3L29DQUFMaTR1SmhjYmtzNmRkUVRwSUE2aElKZGUvVUEyT1EyVFlsRWdqMTc5c0RWMVJVcEtTa1lQWG8wdjJ6ZXZIbnc4N1A4Z1dybHlwVm8xdXp2dnFpS0k4OFdMbHlvTi9Lc3FLZ0lQWG9JTTBaRUp1Ty9jOEhoNzVtbFlGdUlyZTdvY25WMVJXbHBLVDc1NUJQK0VsZDBkRFQvQk5RZVBYcFlmVENJSFhENDIrc28yTFhFR0N2bU9NNjlwS1RFWnVlb1gzNzVKVzdjdUFHZy9OTFY3Tm16dGJWWS9BTm14b3dabFg2WndULys4UStEcHJoUWRLN2xsd2haUjExQXdhNjlKd0Rjbno1OWFwTmdiOW15UmU5eVZiMTY5VEI1OG1Sa1ptYkMxOWNYYTlhczRlOVBybzc0ZU9OUDhjM0l5S2owZmJyWHg0VldVbEtlWjhaWTVSZmpIUUFGdTVZNGpzc0VFSkNibTJ1VmMxeGRqeDQ5d29vVksvVG0vZm5ubi96cjBOQlFhRFFhcEtlblc3V091aW8vUDEvNzhwR1FkZFFGRk96YXV3OGdJanM3MityanhmMzgvTkN5WlV1amQzSkpKQkxkQVJxMVV2RWN2Ymk0R0hQbXpNR1pNMmRNdmljb0tBaXJWNjhXOU91TDh2THlBQUFjeDFHd2hTN0EzakhHYm5BYzk4TGR1M2ZSclZzM3ErL3ZsVmRlZ2F1cksxcTFhb1dtVFpzaUpDUUVJU0VoQ0FnSWdGUXFOWGo0d3ZIangrSGg0V0d3bmJ0MzcyTElrQ0ZWN3UvaHc0ZVlNMmNPTGwrK0RLRDhBMFQzNFFxaG9hRzRlL2N1N3QyN2gzZmVlUWRMbHk1RnAwNmRhdmxUMW96T2FVSHRueVpoNStnbWtGcGlqUDBKQUttcHFUYlozNGdSSTdCKy9Yck1uajBiUTRjT1JkZXVYVkd2WGoxY3UzWU52L3p5QzNKeWNpeTJyK1BIaitQTk45L1VDL1hDaFF2MTFwazFheFkvVWkwdkx3L3Z2LzgrdnY3NmE0T2hwN1p3Nzk0OUFBQmo3S2JOZDE3SDBCRzdsamlPU3dac0UreDc5KzdoNHNXTFNFOVBSM3A2T2pJeU1wQ1dsb2JDd2tKK25lKysrNjdXKzdsejV3NVdyRmlCMDZkUDgvTmtNaGtXTFZxRVBuMzY2SVZiSnBOaHhZb1ZtRFp0R2k1ZHVnU05Sb1B2di84ZVI0NGNRVXhNRFByMzcxL3Jlc3lsN1cvUWFEUkttKzIwanFKZzE1SkVJcm5FR0VOS1NvclY5M1h0MmpYRXhzWld1azdGUzArOWUvYzJlL3RYcjE3RjVzMmJjZXpZTWIyUmFINStmbGkyYkJraUlpS01Ib25kM2QyeGR1MWF6SjgvSDcvKytpdUE4dDcwanovK0dOOSsreTNlZlBOTkRCbzBDTTdPem1iWFVoT1hMbDBDQUVna2t0TlZyQ3A2MUJTdnBZU0VoR3pHMkYvWjJkbFc3NDJ1N0o1dmlVU0NvS0NnV2wxVDNyVnJGdzRmUHF3WDZqNTkrbURidG0ySWlJaW85TDF5dVJ4TGx5NUZURXlNM25Ydm16ZHZZdlBtelZaLzZHRldWaGJ1Mzc4UEFIZVZTdVU5cSs3TUR0QVIyekwyQVBqdzFLbFRHREZpaE5WMjBxaFJJM2g2ZWlJME5CUmhZV0VJQ3d0RGt5Wk5FQm9haXREUVVNamxjb1BPcytEZ1lLT0RWbFFxRlI0OGVLQTM3OE1QUDhTcFU2ZVFrNU9Eb0tBZ1RKOCtIZjM2OVRPN1BvN2pNSGJzV0hUcDBnV2ZmZllaa3BPVDRlVGtoUC83di8vZjN2MkV0SkdHWVFCL3ZsaGxhN05kRUN3T3ZYaHFSRkZ3U285Q1FNK2VoTzJodVZwa0tWc0VzYWN0dE9CaFlTOUtEMEl0V09OQlhIWlhCRUdrYWxnRVFlS1loQlVFcFhnUVVod3Npa2xGWnViZGc2UlVXa3RUSnZsRzgveHVjOGprT2VUbG0zeC8zaG5DOWV1bDNiNWRHSzFGcE9KSGE0Q0Y3UXVsMUFLQS9wV1ZsWklXZGsxTkRaYVdsb3I2ek9UazVEZlBpb2ZEWVF3T0RtSi9meDg5UFQyZjdyMHVTbk56TStMeE9HWm1acERMNWREVTFQUmQ5eWxHSXBFQUFDaWw1a3IrWlpkQXhlK3A5VU5qWStNUGRYVjE3NnFycTI4dUxDeDhzWkRLeFhWZGJHNXVmcnh1YVdsQktQVDVQNjdUMDlOejYrR3RyYTNmZEg4Uk9YZDZxNkdoUWZ1VzBudytqNjZ1THB5Y25PUkNvZEN0WkRLWjF4cUlyZzdUTkYrWXBpa1RFeE5DNVRVM055ZW1hVXA3ZS91ZnVuOEhRY0hKTTUrNHJ2c1NPSnVBRWhIZGNTcUdpQ0FlanhjdVIzUm1DUklXdGs5U3FaUWxJb25kM1YzTXo4L3JqbE14VmxkWEMrdlg2NVpsSlhUbkNRb1d0cjkrQTREUjBWRzJBeTREeDNFd01uSTJTSHVlOTB4em5FQ3AwaDNnS3NsbXM3dUdZZHc3UER5OEl5Syt2SjJETGpZMU5ZWFoyVm1JeU1yR3hzYWc3anhCd2hIYlo0N2pQQUtRR3g4Zi82elpJUGxuZTNzYnc4UERBUERCODd5SHV2TUVEUXZiWitsMCtxM25lWThkeDhIQXdFQ2dHaEZjRlFjSEIranY3eSs4eHZkNUtwWDZUM2Vtb09HamVBbGtzOWwxd3pCdTUvUDV1OHZMeTRoR28xclh0cThTMjdiUjE5ZFhXRXVmdGl6clY5Mlpnb2dqZG9rb3BYNEI4TS9lM2g1aXNSalcxdFowUjdyME1wa01ZckVZZG5aMkFPRE4wZEZSOFQyZ0tnUjNucFhXTmRNMFh3R0lBVUIzZHpkNmUzdGhHSWJtV0plTGJkc1lHeHZEOVBSMFlZL0EzMHFwbjVQSkpKY2VMc0RDTGdQVE5COEMrQjNBVGFVVU9qbzYwTm5aaVVna2d2cjZlb1RENGE5MkFxMGtydXZpK1BnWXRtMWphMnNMaVVRQ2k0dUxoZE5oT1JGNWFsbldIN3B6QmgwTHUwemEydHB1VlZWVkRRRzRyNVM2b1R2UEpmTUJ3RitPNHp4SnA5T1YyYW14U0N6c01vdEVJai9XMXRZK1VFcEZBYlFCcUFmd0UzalNyc0FWa1VPY2RScE5pOGkvcnV1K3ptUXk3M1VISXlJaUlpSWlJaUlpSWlJaUlpSWlJaUlpSWlJaUlpSWlJaUlpSWlJaUlpSWlJaUlpSWlJaUlpSWlJaUlpSWlJaUlpSWlJaUlpSWlJaW91L3hQd3JmaUZvcHFhUkRBQUFBQUVsRlRrU3VRbUNDIiwKCSJUaGVtZSIgOiAiIiwKCSJUeXBlIiA6ICJmbG93IiwKCSJWZXJzaW9uIiA6ICI4Igp9Cg=="/>
    </extobj>
    <extobj name="ECB019B1-382A-4266-B25C-5B523AA43C14-3">
      <extobjdata type="ECB019B1-382A-4266-B25C-5B523AA43C14" data="ewoJIkZpbGVJZCIgOiAiMjQyMTg4OTkyMTUyIiwKCSJHcm91cElkIiA6ICI3NDQzMTgwOTEiLAoJIkltYWdlIiA6ICJpVkJPUncwS0dnb0FBQUFOU1VoRVVnQUFBUFlBQUFKbENBWUFBQURwZnc4TUFBQUFDWEJJV1hNQUFBc1RBQUFMRXdFQW1wd1lBQUFnQUVsRVFWUjRuT3pkZVhnVDVmbzM4TytrU1ZxNkw5RFNEU2c3RkVvYlZrVVcyVVJGaW9MS3BpQ2dJRkFRV1pSRjRaektUMFNXVitRZ0J6bWlaVWRCS3Z2bVlkKzBUVm0xV0tDVUZtZ3BMVjBvWFpJODd4ODlHWk1tYWRNMnlUU1QrM05kWEZkbXljemQwbS9tbVdlZW1RQ0VFRUlJSVlRUVFnZ2hoQkJDQ0NHRUVFSUlJWVFRUWdnaGhCQkNDQ0dFRUVJSUlZUVFRZ2doaEJCQ0NDR0VFRUlJSVlRUVFnZ2hoQkJDQ0NHRUVFSUlJWVFRUWdnaGhCQkNDQ0dFRUVJSUlZUVFRZ2doaEJCQ0NDR0VFRUlJSVlRUVFnZ2hoQkJDQ0NHRUVFSUlJWVFRRytPRUxzQkd1QTRkT3JUbE9LNjNSQ0o1QlVCYnhsZ0F4M0Z5b1FzamRacUtNWmJKY1Z5eVJxUFpJNUZJZmsxTVRMd0NnQWxkV0ZYRUhtd3VNakx5V1k3ai9zVnhYQWVoaXlHaWtLeFdxOSsvZE9uU2NkVGhnSXMyMk9IaDRlN096czZyQUx3REFQWHIxMGVYTGwzUXUzZHZoSWVIdzgvUER6S1pUT0FxU1YybVVxbnc2TkVqL1Bubm56aCsvRGd1WExpQXpNeE03ZUpkR28xbWZGSlMwbU1oYXpSRmxNR09qSXowbGtna3h3QW8zTjNkTVdiTUdMenp6anZnT0ZIK3VNUkdHR1BZc1dNSDFxMWJoOGVQSHdOQU1tT3NoMUtwZkNoMGJSV0o3aSs5VmF0V0htNXVibWNCdEd2Um9nWFdyRmtEWDE5Zm9jc2lJcEtmbjQrWW1CaGN2WG9WQUc2V2xaVjF2bkxsU3E3UWRlbVNDRjJBaFVsZFhWMDNBV2pYb1VNSGJOcTBpVUpOTE03VDB4UGZmZmNkdW5YckJnRE5aREpaUElBNmRWN25KSFFCbGhRVkZUV0Y0N2dQUWtORDhjTVBQOUE1TkxFYWlVU0NBUU1HNFBqeDQ4akp5V25jc0dGRDdzR0RCLzhWdWk0dDBUVEZvNktpZ2ppT3V5T1ZTcVdiTjI5RzgrYk5oUzZKT0lEMDlIUU1HellNWldWbEtwVksxZkx5NWN1M2hhNEpFRmRUL0o4QXBLTkdqYUpRRTVzSkNRbEJURXdNQUVpZG5KeituOUQxYUluaWlOMnhZOGRtakxFVVQwOVBIRHAwQ0hJNWpUc2h0bE5XVm9hWFhub0pPVGs1NERndUlpRWg0WXJRTllubGlEMFpBTjU4ODAwS05iRTVtVXlHaVJNbkFnQTBHczNIQXBjRFFBUkg3STRkTzhvWVk3bE9UazV1UjQ0Y2daZVhsOUFsaVVKQ1FnSnljbkxnNysrUHhvMGJ3OXZiMitTNlNVbEprRWdrYU5ldUhTUVNzUndycXFld3NCQjkrdlNCV3ExK1dsSlM0bjN0MnJWU0lldXgrLzhGdFZvOUFJQmIxNjVkS2RRV3RHWExGbno4OGNjWU4yNGM5dTdkYTNJOWxVcUZCUXNXNEoxMzNzRUxMN3lBTFZ1MjJMREt1c1BkM1IwREJnd0FnSHJPenM0amhhNUhLblFCdFNXUlNBWURRTisrZllVdXhXWjY5ZXFGd3NKQ2kyNHpJU0ZCYi9yKy9mdjg2N0N3TUpQdmk0K1A1OWZOemMxRmh3Nk9PeVMvZi8vK09IRGdBQUJFQS9oZXlGcnMvWWpOQVhnRkFIcjA2Q0Z3S2VLU25wN092ellWN0tLaUlxeGJ0NDZmam82T1JwczJiZkRmLy80WFgzMzFsZFZyckdzaUl5TzF3NWFmZzhDbnVYWWQ3TWpJeU1ZQUFoczFhZ1EvUHoraHl4R05uSndjUEhueUJBRGc0dUtDd01CQW8rdjk1ei8vUVhaMk5nREF3OE1EVTZkT3hlTEZpekZyMWl6RXhjWGgvUG56TnF1NUx2RHk4a0xMbGkwQm9MNUNvV2d0WkMzMjNoU1BCT0J3MTYwUEhqd0l4djYrWTFDM3RmTFJSeDloMEtCQkJ1OUpTMHZEcUZHaitPazFhOWFnZmZ2MmV1dHMzTGdSY1hGeDBHZzAvTHpTMGxMdHVTTnZ6NTQ5U0V0THcrYk5tL2w1czJiTmdvK1BENktqbzdGNzkyNEF3SW9WSzdCdDJ6YUg2bENMaUloQWNuSXlBUFFBOElkUWRkaDdzTnNBUUxObXpZU3V3NmJxMWF0bmNwbGNMb2VycTZ2QmZCY1hGNzFwWjJkbmcvV0tpb3FRazVPak4wK2owUmlkdDNEaFFwU1ZsUUVBZXZmdXpYK1lSRVJFSURJeUVrbEpTYmg1OHliaTQrUHg2cXV2bXYvRDJibFdyVm9CQUJoamtVTFdZZGNmcFJLSkpCd0FtalJwSW5BbGprTXVsK1AvL3UvL2NPUEdEUUNBajQ4UDVzK2ZqNktpSW1Sa1pPRHExYXRvMjdZdHYvNjMzMzZMMGxKQnIvellsUGEwaGVPNHBrTFdZZGRIYk1aWUdNZHhDQWtKRWJvVVVaZzRjU0ltVHB5STk5OS9IeGN2WGdSUTNtVHYwcVVMdW5UcEFvMUdBNVZLcGUzNUJWQisvZmJGRjErRVNxVXl1czNNekV6OC9QUFBlUFBOTjIzeU13aXRRWU1HMnBmR095WnN4SzZQMlBqZkw0OXV6YlFzN2RFWUtHOWFGaFFVOE9mZHpabzE0NXViUVBsd1NsT2gxdHF3WVlQREhMVTlQVDBCQUl5eCtrTFdZZGRIYkk3amZBSFF3QlFMeXNySzBqNGRCUDcrL3ZEMjlzYk5temY1NVEwYU5FRHYzcjJ4Wk1rU0JBWUdJamc0R0FFQkFmRDM5NGVmbng5OGZYM2g2K3NMVDA5UFRKa3lCWThlUGNMRGh3K3hmLzkrREJreVJLZ2Z5MmJjM2QyMUx6MkZyTU91ZzgwWXE4ZHhuTU9NRDc5Ky9UcmVldXV0U3RlSmpZMUZiR3hzbGRzYVAzNjh3YnlFaEFTRG96VUEzTDE3bDU4WEVCQ0E2T2hvdlBMS0sxWCszb2NPSFlxelo4OWl6Smd4Nk4yN2Q1VTFpWUgyR1FBY3h6a0xXWWRkQjV2ak9Da0FPRG1KNm5rUmdycDgrVEwvT2p3OEhBQ1FrcExDendzTEM0TlVhdDZmemZqeDQvbWJJeHlGOXRJZVkwelFQMHE3RGphQVlnQ3VwYVdsQnBkelNNMGtKU1h4cjdXOTI1Y3VYZUxuTlczYUZCa1pHZFhxRE51K2ZUdUNnNE10VjJRZHByMEV5SEdjb0owSzloN3NKd0JjaTRxS0hDTFlyVnUzeHFsVHB3em05K3ZYRHlVbEpRQ0EwYU5IR3oxS21qTkFSYVZTYVIvUUI2RDg2SzFRS1BoeDVCS0pCTzNidDBkdWJpNmVQbjFxZHQyNkExN0VUdnYvd0Jnei94ZGtCZmJlSy80QUtMLzV3QkZJSkJLNHVycnEvWHY2OUNuL3h3UUFEUnMyTkZqSDFkWFY1QUFWM1g5U3FWVHZISDc5K3ZVWU0yWU12LzJXTFZ2cWRnNFJJL0x6OHdFQUhNYzlFcklPZXo5aTN3UFEvdUhEaHc0MytreEx0K2tNQUtHaG9iWGEzdnZ2dnc5L2YzOHNXYklFR28xR3IwZmMxQjEwRmU4TUE0Q09IVHZXcWc1N3BiMmlBQ0JieURycytvaXQwV2l1QThDZE8zZUVMa1V3Ky9mdjE1dld2Y1pjVTBPSERzWGl4WXNOT3Nsb0lGRFZIang0QUFCZ2pLVUtXWWRkSDdFbEVzbWZBSERyMWkyaFN4RkVRa0lDVHB3NHdVODNhOVpNZCtSVHJZU0VoRUFxbGVvTlB2bmtrMCtRbjUrUHJsMjdXbVFmWXBTV2xxWjkrWmVRZGRoMXNBRmNCdlF2eHppS0d6ZHVZUGJzMlhwM2VRMGVQTmdpMjg3SXlNRDA2ZE5SWEZ5c04xK2xVdUh6eno5SHo1NDlMYklmTWRKZUx1UTQ3b3lRZGRoMXNGVXExUldwVk1wdTNMakJNY1ljNXJ1NWpoMDdoa1dMRnFHb3FJaWZGeElTZ21IRGh0VjYyOWV1WGNQczJiUDE3dWdhUEhnd0RoNDhpTkxTVWpnN082TkhqeDQ0ZWZJa3Y5eFJ6NmNyWW94cCt6eFlmbjcrT1NGcnNldHo3TXVYTHo5aGpKMHNLaXJTdTlZcVZtcTFHZ3NXTE1DY09YUDBRdTNtNW9hbFM1ZlcrcExmMGFOSE1YNzhlTjF2bE1UYmI3K05oUXNYWXNXS0ZYQnpjOE95WmN2UXVYUG5XdTFIclA3NjZ5OFVGQlFBUUZKS1NrcStrTFhZZGJELzV4ZWcvSTlTN0p5Y25EQjQ4R0M5SjRiNit2cmlYLy82bDBVNnpkcTNiNjkzUTgyb1VhTXdiZG8wQU1Benp6eUR2WHYzNHRsbm56VjRYNzE2OVF6K09hSUxGeTVvWHg0WHNBd0FkdDRVQndDSlJCTFBHRnQrOHVSSnpKbzFTK2h5cks1TGx5NklpNHZEakJrekVCb2Fpcmx6NTZKKy9hcHZKSEp6YzlON0VvcVBqNC9CT2dFQkFmajY2Njh4WmNvVXpKZ3hBeSs4OElMZWN1MmRTeFdkUG4zYVlKNGpOcy8zN05rREFPQTRib1BBcGRqL2M4VUJRS0ZRbkFmUWRjMmFOUTdUWTZ0U3Fjd2VzMTFkWldWbGxYNmhZVmxabWQ2VkNHT3RoVWVQL2g2ZjRlUGpJL3JISTEyN2RnMXZ2LzAyR0dQWGxFcGxPNkhyc2Zzajl2K3NBTEI5NDhhTkRoTnNhNFVhUUpYZlVpcVR5YXBzK2p2YXd5VzF6MVBuT0c2dHdLVUFFTWM1TmtwS1NuWURTRHQvL3J6QlNDeENyTzNHalJzNGRPZ1FBRHpJejgvL1Z1aDZBSkVFKzM5ZnB6S0hNWWJQUC85Yzc5b3VJZFpVNFc5dWNVcEtTa2xWNzdFRjBkeklmUC8rL1Q4Yk5tellPemMzdDdGR282RkxNc1FtdG0vZmpwOS8vaGtBbEltSmlSTUIxSWxiMlVSeHhQNGZkVmxaMlRqR1dNbUdEUnR3NU1nUm9lc2hJbmZod2dXc1hMa1NBRXBWS3RYYkFDcC8rSnNOaWVhSURRQlpXVm01Z1lHQmx4bGpJMDZlUEluUTBGQ0greklCWWh0bno1N0Z6Smt6VVZaV0JzYll1RXVYTHRXcEk0bW9nZzBBRHg0OFNBNElDTWpRYURTRC8vdmYveUkzTnhmZHVuVVQvZVVXWWh0cXRSci8rdGUvc0hUcFVwU1ZsVUdqMGN4T1NrcjZSdWk2S2hMRmRXeGpJaU1qUjNJY3Q0SGpPSGxnWUNEZWVPTU5EQnMyek9pM1pCQlNsZUxpWXV6ZXZSdmJ0Mi9YM3NGVkJtQnFZbUxpdWlyZUtnalJCaHNBRkFwRkd3RHJVUDd0aDVESlpHalVxQkgvbEJGNkNDS3BqRnF0UmxGUkViS3lzbkRuemgzZFo2TW5xdFhxQ1pjdVhWSUtXVjlsUkIzcy81RkVSVVU5RDJBeWdDRWN4MUdibkZRYlkwd0Q0Q0RIY1Y4bkppWWVSaDNwL1RiRkVZTE5pNGlJY0pOS3BhMFpZLzRhamNaRCsvaGlBa2dra3MwQW9ORm9SbFcxcnFPUVNDUnFqVVpUQU9EaDA2ZFAvMHhPVGk0UXVpWkNxa1doVURDRlFrRWplMFNDbXFXRWlCQUZteEFSb21BVElrSVViRUpFaUlKTmlBaFJzQWtSSVFvMklTSkV3U1pFaENqWWhJZ1FCWnNRRWFKZ0V5SkNGR3hDUklpQ1RZZ0lVYkFKRVNFS05pRWlSTUVtUklRbzJJU0lFQVdiRUJHaVlCTWlRaFJzUWtTSWdrMklDRG5VNDRmSjN5SWpJeWR3SExkSU84MXhYREFBTU1ZeWRGWmJxMVFxUDdOMWJhVDI2TG5hRGtxbFVwMlJ5K1hCRmVkckF3NEFqTEdEdHEyS1dBb2RzUjJZUXFHNERxQ05zV1dNc1ZTbFVobG00NUtJaGRBNXRtUGJiR29CeDNIN2JWa0lzU3dLdG1QYlkycUJXcTNlYXN0Q2lHVlJVOXpCS1JTS213Q2E2czVqakdVb2xjb1FnVW9pRmtCSGJBZkhHRFBXSEQ5ZzgwS0lSVkd3eVM5RzVtMnplUlhFb3FncFRyaW9xS2cwanVOQ0FJQXhscVZVS2hzQ29HL2V0R04weENaTSs5M1kvM01RRkdxN1I4RW1VS3ZWZkhPY01iWmR5Rm9JSVpZamlZcUtlaEFWRmZVSWdKUFF4WkRhb3lHbEJBQTBITWR0Wll3MUJLQVd1aGhTZXhSc0FnQmdqTzFtalBrSVhRZXhETHZ1RlkrS2lyckFjVndYb2VzUUE4WVlPTTZ1L3h6cW1xdUppWW50aGRxNVhYZWVVYWd0aDBKdGNlMkUzTGtvbXVJSkNRbENsMEFJcjJQSGprS1hZTjlIYkVLSWNSUnNRa1NJZ2sySUNGR3dDUkVoQ2pZaElrVEJKa1NFS05pRWlCQUZteEFSb21BVElrSVViRUpFaUlKTmlBaFJzQWtSSVFvMklTSkV3U1pFaENqWWhJZ1FCWnNRRWFKZ0U3dWhWcXY1ZitZcUt5dXpZa1YxbHlpZW9HSUx5Y25KbURwMUtrSkRRekZod2dROCsreXpndFJSVWxLQ1R6LzlGTVhGeFFDQU9YUG1JRGpZNFB2ckJiRmx5eGFjUFhzV3p6Ly9QSjUvL25uNCt2cGFiTnVscGFWNDVwbG4rT25LbnBvVEh4K1BZOGVPSVNVbEJXNXVidmp4eHg4dFZvZTlvR0NiYWQyNmRjakp5VUZPVGc2Y25KeVFtcHJLTC9QeThvS1BqdytlZWVZWmxKYVdWcmt0TnpjM25EeDVFZ0R3Mm11djRjNmRPMGJYazh2bE9IZnVuTjY4NzcvL0hrZVBIdVdubXpkdmpwaVlHSlA3c3NaamVyNzQ0Z3YwNjlmUFlQNnBVNmR3OGVKRm5EdDNEcm01dWZqbW0yOXF0UDFqeDQ3QjI5dTd4dlhsNStmanpKa3ovSFJtWmlZQ0FnSnF2RDE3UkUxeE01dy9meDdIangvbnB5ZFBub3loUTRmeS96WnQybFN0N2NubDhoclZjZVBHRFd6WXNFRnYzZzgvL0lEVHAwL1hhSHVXVkZKU2dxU2tKSDVhOStocWEzMzY5TkdicnZqaDZBam9pRjJGeDQ4ZjQ1Ly8vS2RaNjQ0Y09SSXFsUXEvL1BJTDh2UHpBUURSMGRIdzhQQkFkblkyRGg0OENBQndjWEV4K3Y3R2pSdERwVkloSXlNREFPRHU3czR2eTgvUHg1dzVjL2h6eGxhdFdpRTVPUm1NTWN5ZE94ZHIxcXhCKy9hVlArMVdMcGZEeWFsbVgvVHg5T25UU3BkZnZIaVJiNjE0ZW5xaVRaczJlc3VEZzRNaGxacitjelBWYWpGSFZhMlMyTmhZeE1iRzZzMFQrd013S2RpVktDc3J3OXk1YzVHWm1Ra0FHRGR1SEtaTW1ZSTdkKzdnOWRkZmgxcXRCc2R4Nk51M0x3QWdKaVlHang0OXdyWnQ1ZDlDSzVGSU1HZk9ITGk0dU9DMzMzN2pnNjBiV0YyN2R1M0M2ZE9uTVgzNmRBQkExNjVkQVFCRlJVV1lObTBhN3Q2OUN3QUlEdy9IZi83ekgweWRPaFcvLy80N2lvcUtNSG55WkN4WnNnVGR1M2MzK2ZPTUdUTUdVVkZSQUlCMjdkckJ6YzNON045RlZlSFJQVDNvMmJNbkpCTDl4dURhdFdzUkZCUms5TDBWejUrMTFHbzF1blF4L29ScGJUMWlEMmhOVVZPOEVtdlhyc1hGaXhjQkFBRUJBWGpublhjQUFGOS8vVFhmTS92S0s2K2diZHUyQU1yL1FCY3RXZ1NWU2dXZ1BJQXVMaTVnalBIYkFZQUdEUnFZM09mdnYvL092KzdldlR1eXNyTHc3cnZ2NHNxVkt3QUFWMWRYL1BPZi80Uk1Kc01YWDN5QjBOQlFBT1hoLytDREQ3QnExU3FVbEpRWTNmYTMzMzZMeVpNblkvTGt5Y2pMeTZ2Ujc4U1lzckl5dlZNVjdRY2RFUTRkc1N2UnNHRkQvblZtWmlaNjlPaGhzTTR2di95Q1gzNzVCZSs5OXg1T25EaUI1T1JrZmxsUVVCQTZkKzRNanVQMEx0RTBiOTdjNUQ2MVJ5Q0pSSUxpNG1LTUhEa1N1Ym01L0x6Rml4ZWpTWk1tQUFCdmIyOTg4ODAzZU8rOTkzRHYzajFvTkJyODhNTVBPSGp3SUdKalk5R3hZMGYrQStYZXZYc1lNbVFJdjU4eFk4WlU2M2ZoNWVXRmR1M2FZZVhLbFFaSDR4TW5UcUN3c0JBQUlKVkswYTFidDJwdDI1SzJiTm1DVnExYUdjeFBUazdHeUpFakJhaElHQlRzU3BocUJocmo0dUtDKy9mdjg5UDkrdlhEUng5OWhFT0hEdW10NStIaGdUZmVlTVBvTm5KemMvSG5uMzhDQVB6OS9iRjQ4V0l3OXZkWFZmdjUrZUhZc1dNNGR1eVkzdnRDUTBOeDc5NDlmam96TXhNZUhoNEF3SjlUNnk0SGdKeWNITE4vTnEzQ3drS2o1K2c3ZHV6Z1g4dGtNcU9kZzYrODhrcTE5K2ZrNUlSVHAwNEJLRzhWNkhhS2FlY1Q0eWpZbFdqVXFCRzZkKy9PWHpxSmk0dkQyMisvRFFCWXRXb1ZuSnljTUdYS0ZBQkEwNlpOOGVXWFgrTDk5OS9IZ0FFRHNHalJJc2hrTW5UczJCRjVlWG53OHZKQ1dGZ1lSb3dZZ2NEQVFLUDdPM1BtRERRYURRQmd4SWdSdUhyMUtvNGNPUUtPNDhBWXc4T0hEN0YzNzE2VDlmcjUrU0UzTnhkaFlXRm8yYktsM3JMMDlQUmEvejZNdVhYcmxsWFBjMTFkWFFIQTRES2lkajR4am9KZENZN2o5SUxkcUZFamZsbHdjTERCMGF0VHAwNTQ3YlhYTUdEQUFKU1VsQ0FqSXdNbEpTVndjWEZCaXhZdE1IdjI3RXIzcDNzVTZ0dTNMN3AxNjRhVWxCVE1uVHNYNzczM1hwWDFkdXpZRVNOR2pNRE5temNObHVrRys5VlhYOFdDQlF1cTNKNDV2djMyVzVQTEdqZHViREN2cUtnSUR4OCtySFFkYzN2dTFXcDFqWHY1eFk2Q1hRMXBhV244NjR5TURJTS9xdXpzYlB6MDAwLzQ2YWVmTUhyMGFMend3Z3U0ZXZVcUFQT09NTHJyWExwMENRTUhEc1NPSFRzZ2tVajBqb3E2UGRSNzl1d3g2RzJPaUlndzJMWnVzQzAxV09QbXpaczRjdVNJeWVXN2R1MHltSGYwNkZGODlORkhsYTVqamttVEpxR3dzTkJnRElFam5VZFhob0pkRGRwbU9BQk1temJOWUxudVFKRS8vdmlEdjB3R2xGK24vZUtMTC9ocDNUOXVyWTgvL2hpLy9mWWI3dCsvajZWTGw2SlhyMTZvVjYrZVJXclhEZmJhdFd1eGR1M2FHbTlyeDQ0ZGFOYXNHZExUMC9YNkFDenQ1czJiK09HSEgzRDc5bTI5a1g0QThOdHZ2eUU4UE54cSs3WjNGT3dxVk9jUE56NCtubjlkOGJ3ek16TlRyNVBKV0xDZG5aMHhkdXhZZlA3NTU4akx5OE9CQXdld2VQSGlTdmRwckZOcTZOQ2htRGR2bnQ0OFM1NWphd2ZZVkJ5RW9zdmNvYXltMW12VHBnMW16SmlCZmZ2Mm1YeXZWQ3BGVVZHUldmdHhOQlRzS21pdlNRUGw1OERhUzE0N2QrNkVrNU1UZndrcElTRUJseTlmcnZYK25udnVPZjcxaFFzWGFyMDlvSHpVbW91TGk4a1JiMVZScVZUOFNEb0FmQ3ZDMzk4Zm5wNmU2TmF0R3c0ZlBteVJXblg1K2ZtWlhQYVBmL3dEUFh2Mk5MZ2VmK1RJRWFNM245RGxMcUpIZXhjVkFMMC83c2VQSCt1ZFkrL2N1Wk4vdlhEaFFnd2VQQmpYcjEvSFcyKzlCYUQ4MHBrNU4wWG8vbEZtWkdSZzBLQkJCdXZvOW96MzdkdlhvTGxlOFJ6YjA5T3owblBocXB3OWUxYnZSaE5uWjJmK2RhdFdyZkRCQng4WUJMdGlwMWhPVGc0S0NncU1idC9Qejg5Z05GNVFVQkRxMTYrUEprMmFvSDM3OW1qVHBnMldMbDNLTDlmK1huUmJJbEtwRkQ0K1BrYjM0ZW5waVFFREJsVDJZNG9LQmJzSzJzRWhBUER5eXkvenI4ZVBINiszM3NLRkMvSDQ4V01jUFhvVUw3MzBVbzMyZGV2V0xTaVZTbjY2cEtRRS8vakhQL0RUVHo4aE1qS1NIOWlpRyt3UFB2Z0FRVUZCdUgzN05uNy8vWGU4L3Zyck5kcDNaU3BlYXRJOThpOVlzTUJvWjV4dXA5aXRXN2N3YnR3NGs5djM4UERBZDk5OUJ5OHZMNE5sMmcvTTB0SlN2V0JyM2JoeGczL2RvRUVEY0J4bmRCK0JnWUg0L1BQUFRkWWdOaFRzS21Sblo1dTFuck96TTI3ZXZJbXdzREFzWDc0Y2dQNkhRc1hPc3c0ZE9tRGd3SUY2MjFpNGNDR3VYNy9PVHpkczJKQi9uMGFqUWYvKy9iRmt5Uks5OXhRV0Z1TGpqei9Hc1dQSG9ORm8wS2hSSTM2TStaZ3hZL2hlK1pwS1NFalFhN1U0T1RucHRWUkNRa0lxZlg5NmVqcGlZbUw0bzdWRUl1R3YxUVBsTjZha3BxWml3b1FKV0xseVpaWGJxK2phdFd2OGEyTWp6aHdWalJXdmd2YkdpOGFORyt1Tmg0NkxpOE9XTFZ2MDF0MnhZNGZlUDkzbXI3YnpUUHZ2dDk5K005aVhkc3k1Vm5SME5MNzY2aXMrQ05weDRicmMzZDFSWEZ6TXIvUEZGMS9vOVF0WWdtNndxM09lbnB5Y2pBa1RKdURCZ3djQXlpL25WV3pwVEpnd0FVRDVVWDMwNk5IWXZYdTMyUjJXR28yR3Y2OGRBQ0lqSTgydVRlem9pRjJKMHRKUzNMcDFDMEQ1T1o5Mm1DWlEvckFFU3crT0NBc0xnNnVySzVvMWE0WTMzM3dUVXFrVUowNmNBRkFlaXBFalJ4cDlMTkQ4K2ZNeGJOZ3dGQllXNHM2ZE85aStmVHRHalJvRkx5OHZpenpGUlBmNnZlN3ZvREo3OXV6QmtpVkwrQThGdVZ5T1pjdVdHWnhuangwN0ZoY3VYRUJDUWdJS0Nnb1FHeHVMWGJ0MjRkMTMzOVVibTI4czdLZFBuOVpyVVhYcTFLbGFQNWVZVWJBcmNlblNKZjcrWisyTkY3cTBSeUtnZkpSYXhVdGMxZTA4R3o1OE9JWVBIdzRBeU1yS3dxaFJvL2hsL2ZyMWcxcXR4aSsvL0dMd3ZnWU5HbUQ2OU9uOHBiSDE2OWNqT2pvYXExYXRNdU9uTEtmdDNKSktwWkJLcFpESlpGQ3BWTmk3ZHkrMmI5L09yNmM3K3M2VXI3NzZDbkZ4Y2Z5MGk0c0xWcXhZZ2E1ZHUrcmQzZ21VTisyWExWdUc4ZVBIOHgraTE2NWR3NDRkTzlDOWUzZGtaMmRES3BVaU1URlI3MzFsWldWWXZYbzFQOTJzV2JOS0w3ODVHZ3AySlhSdnRtamR1clhlc3NtVEordWRRMXRxSUluV045OTh3OStvMGJScFUzaDZldUtGRjE0d1dFL2JRejFreUJEOC9QUFB1SDc5T2dvTEMzSHg0a1dESjRsVTV0U3BVMlk5VU9MNTU1K3ZjcDBYWG5nQm16WnRna2FqUVVCQUFGYXNXR0h3KzlQbDZlbUo5ZXZYWS9yMDZiaHk1UW84UFQzeDZhZWZBaWovc0t0NFNjdkh4d2NYTGx6UUd6b2JIUjFkWlYyT2hNNnhLL0g2NjYveno5N3EzTGt6Z1BLSEI0NGFOUXFabVpsOGI3R3JxNnZGanhZTEZpeEFURXdNM04zZHNXVEpFdjRCQ2JxQ2dvTDRhNzBTaVFTelpzMUNSRVFFNHVMaXFoVnFBRkFvRkZXdUV4NGVybmZycHltdFc3Zkd3SUVEMGJ0M2IyemF0S25TVUd0NWVYbmgyMisveGVqUm96Rm56aHcwYU5BQUVvbEU3N3ErVm84ZVBmRGNjOC9oM1hmZkJWQit1ZXpWVjErdGNoK09oSTdZbFdqV3JCbFdybHlKMWF0WDg1ZDAzbnp6VGVUazVHRHIxcTF3YzNORGFHZ28zbi8vZll2ZmJlVGs1SVN4WThkaTZOQ2g4UER3MER2SDVEZ096WnMzeC96NTgvWGUwNkZEQjRObm9wa3JORFFVdnI2K1JtL25EQWdJUVAvKy9URng0a1N6bjljMmI5NjhhcmRpWkRJWlpzeVlvVGV2UzVjdTJMZHZINlJTS1lLQ2d0Q2xTeGYranJwSmt5WWhLeXNMVVZGUmRMZFhCY1l2K3RrSmhVTEJBT3MvSHFlb3FNaHFmemdQSGp6Z3orT045WHByYVRRYVBINzhHRktwRks2dXJwVStQNnltQ2dzTCtjYzlhUzlyeWVWeWd3Y3JHS1A3Z0FoanJRdXQzTnhjL2x3YXFIcm9xVWFqUVZsWm1kNmdHRjBxbFFwT1RrNG1yMThMUWZzekpTWW1DbFlVSGJITllNMmpnZTVUV2lvamtVZ3MrcHh1WTB3OWk4MGM1bzROOS9IeHFkWWprU1VTaWNsUUE3REtCNXdZMERrMklTSkV3U1pFaENqWWhJZ1FCWnNRRWFKZ0V5SkNGR3hDUklpQ1RZZ0lVYkFKRVNFS05pRWlSTUVtUklRbzJJU0lFQVdiRUJHaVlCTWlRaFJzUWtTSWdrMklDRkd3Q1JFaFVkeWwzcTlmUDZGTElLUk9zZXRnTThadWNCelhVdmRwb1lUVUVXbFZyMkk5ZGgxc3BWTFp0bVhMbHNhL2hZMVVpN3U3KzBNQUtDd3NiQ0IwTFdJUUZCVDBXT2dhQ0lGQ29XRGFoME1TKzBlZFo0U0lFQVdiRUJHaVlCTWlRaFJzUWtTSWdrMklDRkd3Q1JFaENqWWhJa1RCSmtTRUtOaUVpQkFGbXhBUm9tQVRJa0lVYkVKRWlJSk5pQWhSc0FrUklRbzJJU0pFd1NaRWhDalloSWdRQlpzUUVhSmdFeUpDRkd4Q1JJaUNUWWdJY1VJWFFJUVJHUms1Z2VPNFJkcHBqdU9DQVlBeGxxR3oybHFsVXZtWnJXc2p0V2ZYenhVbk5hZFNxYzdJNWZMZ2l2TzFBUWNBeHRoQjIxWkZMSVdPMkE1TW9WQmNCOURHMkRMR1dLcFNxUXl6Y1VuRVF1Z2MyN0Z0TnJXQTQ3ajl0aXlFV0JZRjI3SHRNYlZBclZadnRXVWh4TEtvS2U3Z0ZBckZUUUJOZGVjeHhqS1VTbVdJUUNVUkM2QWp0b05qakJscmpoK3dlU0hFb2lqWTVCY2o4N2JadkFwaVVkUVVKMXhVVkZRYXgzRWhBTUFZeTFJcWxRMEIwRGR2MmpFNlloTW1rVWgwbStNSFFhRzJleFJzQXJWYXpUZkhHV1BiaGF5RkVHSTVrcWlvcUFkUlVWR1BBRGdKWFF5cFBScFNTZ0JBdzNIY1ZzWllRd0Jxb1lzaHRVZkJKZ0FBeHRodXhwaVAwSFVReTdEclh2R29xS2dMSE1kMUVib09NV0NNZ2VQcytzK2hycm1hbUpqWVhxaWQyM1huR1lYYWNpalVGdGRPeUoyTG9pbWVrSkFnZEFtRThEcDI3Q2gwQ2ZaOXhDYUVHRWZCSmtTRUtOaUVpQkFGbXhBUm9tQVRJa0lVYkVKRWlJSk5pQWhSc0FrUklRbzJJU0pFd1NaRWhDalloSWdRQlpzUUVhSmdFeUpDRkd4Q1JJaUNUWWdJVWJBSkVTRUtOaUVpUk1FbWdpZ3FLaEs2QkZFVHhhT1I2cUtqUjQvaTh1WEwrUERERDRVdXhlYlMwdEt3ZGV2ZjM4STdlZkprZUhoNDhOTWxKU1hvMjdjdkFnSUNFQjRlamttVEppRTBOTlRrOWxKVFV6RjA2RkIrK3R5NWM1REw1ZFlwWGlRbzJCWldVRkNBeno3N0RFZVBIZ1VBQkFZR1lzU0lFWHJybVB0TXJKMDdkNkpKa3lZRzg2M3hUQzN0YytNMEdnMXljM09yWE4vSHh3Y1NpZkVHMzhPSEQ3Rmp4dzUrZXV6WXNYckJUa3BLUW1scEtlN2V2WXQ3OSs3aDQ0OC9ybVgxcENJS3RvWFZxMWNQV1ZsWi9QVEtsU3ZSc21WTFBveU1XZlpyc1R3OVBma25qT2JsNVFFQUpCS0pYcENNeldlTUlUOC8zMkI3dWJtNUdEQmdRSlg3UFh6NE1QejgvR3BVODIrLy9jYS83dHk1czE2dHhESW8yQlltbFVxeGVQRmlEQjgrSEUrZVBJRmFyYU5OSDhZQUFDQUFTVVJCVk1iY3VYT3hkZXRXK1BuNTRmSGp4M3JyQndRRVFDYVQ4ZFBwNmVuVjJ0L1BQLzhNYjI5dkFIOGZ5VU5EUTdGcjF5NStIV1B6SHo5K2pMNTkrMWIvQjdRQTNXQ2ZQMzllcndXeWUvZnVTcHZseER3VWJDc0lDZ3JDakJrejhObG5ud0VvUDJJbUppYWlmLy8rU0V4TTFGdjNtMisrUWVQR2pmbnA2amF6WDMzMVZZTm5ndCs5ZXhkOSt2UXhXRmQzZm0xYkRzbkp5WWlKaVRGcjNaZGVlZ2tBY096WU1aU1VsT0Q2OWV1MTJqZXBHZ1hiU2w1OTlWWHMyN2NQdWJtNVdMeDRNVnEzYmcyTlJvT05HemZ5NjhqbGNnUUZCWm5jeHA5Ly9vbVFrQkQrWE5iWU9hMng1clJHbytHYjMrYk1yNHp1TTlzdGNXNi9hOWN1YURRYUFFQjRlRGpDd3NMMGx1Zms1R0RJa0NHVmJ1T1paNTR4bUVkSGVuMFViQ3RhdkhneHZMeTg0T0xpQWdENDZxdXZjT1hLRlg1NXo1NDk5WnJoQU9EazVBUzF1dng3OGViUG40LzU4K2NEQUlZT0hZcDU4K1lCcVBvTEVwWXRXNmJYSzExWHZsQkJyVllqUGo0ZVFQa3B5NUlsU3d3KzJPN2V2U3RFYWFKRHdiYWdKMCtlR0J3UmMzSnlFQlFVaEwvKytndmJ0bTNqNTBza0Vvd2JOODVnRytIaDRiaDgrYkxCL1BidHk3OEdxaVpIVFhQZUV4c2J5emVaemRHMGFWUHMyYlBINkxJclY2N3dIMElBOFAzMzM4UFB6dzlKU1VsNCtQQWhBTUREd3dOcjFxelJlMTkwZERRYU5teW9OOC9mM3g4cWxRbzVPVGw2OHdEb2RWSVNmUlJzQzRxUGo4Znk1Y3NONWlja0pLQkZpeGI0NUpOUHNIRGhRZ0RBeElrVDBhcFZLNE4xWTJOanNYejVjaVFuSjBPbFVzSEp5UWxTcVJSdDI3YTFldjNWSVpQSlVLOWVQYXhmdng1RGhneEJvMGFOK0dYMzc5L1hXOWZmM3g4QkFRRlFLcFg4dk56Y1hCdzRjRUJ2dmNqSVNJTmdIemh3d09BNmRueDhQT1J5ZVozNEtwMjZpb0p0UTRNR0RVSnFhaW9LQ3dzeFljSUVvK3VFaElSZzVjcVZKcmV4Zi8vK0t2ZXpidDA2N042OXUxcnY4Zkx5TWpyZlZIaVVTaVdXTDErT3JLd3NuRGx6Qm5GeGNYQjJkcTUwSHhSRTI2RmcyOURjdVhOeCtQQmhBTUNQUC81bzl2dDB6NUVEQWdJQVZDOGtsVFd4MTZ4Wmc2NWR1NXE5TGEzQXdFQVVGaFlDQUZKU1V2REZGMS9nMDA4L3JmUTlEUnMyUkhoNE9MNzY2aXYwNjllUG42ODdFSWZPc1MyRHhvcGIwTEJodzNEOCtIRnMyTEJCNkZLc3JtSERobnFYdStMajQzSG8wS0VxMzdkeTVVcTR1Ymxac3pRQ09tSmJsRnd1aDF3dU4vbUg2K0hoQVY5Zlg2aFVLcFNWbGFGZXZYcEcxOVB0S0pKS3EvNHZXcjU4ZWJXTzRMMTc5elo3M2NvdWR3MGJOZ3o3OXUzRDFhdFhBWlJmQldqWHp2VFhRdi8yMjIrSWo0ODN1SWIrMVZkZjhiK3ppUk1uNmkxNzhjVVhvVktwOU9aRlIwZWJYYitqb21EYjBMeDU4L0RTU3k5aDRjS0ZZSXhoNjlhdEJoOEN2Lzc2SzJiUG5zMVBWeHhuYnN6TW1UTXRYcXM1SkJJSjVzMmJoOUdqUjBPajBlREpreWRZc0dBQkprK2ViSFQ5TzNmdUdIU1lBY0RKa3lmNTF4V0RiYXpubTNyRHEwYkJ0cEdDZ2dJVUZoYml3dzgvNUMrSnpaOC9IeXRXck9BSG51VGs1R0RKa2lYOGV3SURBL0hlZSs5VnVlMlhYMzRad2NIQlp0ZXlidDI2YWxadldxdFdyZkQ2NjY5aisvYnQ4UER3d0lnUkkwemVIRUpzaC80SGJLQ3dzQkJUcGt4QmFtb3E1c3ladzg4L2Rlb1VGaTFhQkkxR2crTGlZbno0NFlkNDlPZ1JnUEtqWVd4c0xGeGRYWVVxMjJ5VEprMUMzNzU5c1gzNzlrcHZJQmsyYkJnU0VoSnc3dHc1dmZrN2QrNUVRa0tDMFlFMENRa0oyTGx6cDk2OGMrZk8xWmxCTjNVVkhiRnRZTnEwYWJoMjdScHUzNzZOa1NOSDRzcVZLL3hnbFgzNzl1SHg0OGNvS0NqUUc1VTJjK1pNUkVWRm1iWDlmZnYyV2FWdWMzbDZlbUxwMHFXQzFrRDBVYkJ0NE5LbFN3Q0F5NWN2WStUSWtaZzVjeVl5TXpQeDMvLytGd0J3NXN3WnZmWEhqaDJMNGNPSG03Mzk2bDZ5cWs1SG02MnVQUmNWRmVIbm4zOUd0MjdkOUs3QlYwWjN2Y0RBUUd1VlpwY28yRlpRc1JjWEtCOEQzcU5IRHdEbHpleXhZOGZpL1BuemVQcjBxZDU2WGw1ZTZOQ2hBelFhamRubnFxWTZxNFNTbloydE4xM3g3ck9LMXExYmg5T25UK1BKa3lkWXRXb1Z1bmZ2YnRaKzZLWVAweWpZVm5EejVrMjlhYmxjanFWTGw2SjkrL2JZdlhzMzl1N2RxemU4VWxkZVhoNW16SmdCSHg4ZjlPelpFNTA3ZDBaRVJBU0Nnb0pNQmtUSXpyUGs1R1NrcDZkRExwZERKcE1oTHk4UGE5ZXUxVnRIZXhPTVZzVjcwbld2ZjJ2SGtwUGFvV0JiZ2U3bG1IcjE2bUhzMkxGWXYzNDlybCsvenQreXFDczRPQmhPVGs1SVMwdmo1K1htNWlJK1BwNi9HMnJVcUZGbzJyUXBZbU5qRGQ1Zm0zTnMzYU85c1E0cDdVZzVBRVk3eGxKU1Vpb2RjZWJuNXdkUFQwKzllY2VQSHpkWVR5YVQ0WlZYWGpGNlN5YXBQZ3EyRmJ6MTFsczRldlFvVWxOVHNXclZLclJ2M3g2SERoMHlDTFdibXh0R2pScUZzV1BId3NuSkNidDI3Y0xHalJ0eDc5NDl2Zlc4dkx3d1ljSUUvUHJycjFhdm5lTTR1THU3ODlPNmp6OXEwNllOLzFvN2NFYWhVRlM2dlRmZWVNTmdYb3NXTFNDVlNxRlNxU0NSU1BES0s2OWc0c1NKL0hCWlVudVZuL3pVY1FxRmdnRjE1MzVqWGJkdjMwWldWaGJmcVhYaHdnWCs2Tmk0Y1dNTUhqd1lyNzMybXNIUlRLUFI0T1RKa3podzRBQk9uejZONHVKaVRKOCtIVysvL1RZS0N3c056bDh0eWRpREU4M1J0MjlmZythMXY3OC9YbnZ0Tll3ZlA5NW9YOEdQUC82SVBYdjI0Sk5QUGtHTEZpMHEzYjY5UGFWVTIrR1ltSmdvV0w0bzJEYTBjK2RPdEcvZkhpMWJ0alJyL2RMU1VseTZkQWtSRVJGVjNqa2xwS0tpSXI2eno4bkpDVEtaekt5T3YrcDBFR29mUGdHVWQwVFdaWFVoMk5RVXR5SGRvNDQ1NUhJNU9uZnViS1ZxTEtlbWcyaXFNMEt0cm9lNXJxR1JaNFNJRUFXYkVCR2lZQk1pUWhSc1FrU0lnazJJQ0ZHd0NSRWhDalloSWtUQkprU0VLTmlFaUJBRm14QVJvbUFUSWtJVWJFSkVpSUpOaUFoUnNBa1JJUW8ySVNJa2l2dXhkYis1a1JCaTU4Rm1qTjNnT0s1bGJtNnUwS1VRVWxGYTFhdFlqMTBIVzZsVXRtM1pzcVdQMEhXSWdidTcrME1BS0N3c2JDQjBMV0lRRkJUMHVPcTFDTEV5aFVMQnRNK1FJL2FQT3M4SUVTRUtOaUVpUk1FbVJJUW8ySVNJRUFXYkVCR2lZQk1pUWhSc1FrU0lnazJJQ0ZHd0NSRWhDalloSWtUQkprU0VLTmlFaUJBRm14QVJvbUFUSWtJVWJFSkVpSUpOaUFoUnNBa1JJUW8ySVNKRXdTWkVoQ2pZaElnUUJac1FFZUtFTG9BSUl5b3FLZ2hBa0hhYTQ3amZBSUF4MWxsbnRZZEtwZktPcldzanRXZlh6eFVuTmFmUmFKNXpjbkxhWG5HK051QUF3QmliRG1DVlRRc2pGa0ZOY1FlbDBXaU9BRkJWc29vYXdGWWJsVU1zaklMdG9LNWN1WkxMR0R0U3lTb1hsVXJsUTVzVlJDeUtndTNZdHBsYW9ORm85dGl5RUdKWkZHd0hWbHBhZXBneFp2QzFQb3d4eG5IY0ZpRnFJcFpCd1haZzE2NWRld0RnVk1YNUhNY2xVVys0ZmFOZ0U0UG1PR1Bzb0JDRkVNdWhZRHM0bFVwMXFPSThqVWF6V1loYWlPVlFzQjNjbFN0WGJnRkkxSm1WZk9uU3BXdEMxVU1zZzRKTkFKM21PR1BNNEFoTzdBOEZtNEF4dGsvbjlTWWhheUdFV0ZCVVZOUmZDb1VpRFhUL2dDalFXSEdpdFlVeEZnVEE0TG8yc1Q5Mi9lbXNVQ2dPQUJnb2RCMWl3UmdEeDluMW4wU2R3Umc3bzFRcW54TnEvL1oramsyaEpuVVN4M0hkaGR5L0tKcmlDUWtKUXBkQUNLOWp4NDVDbDJEM1IyeENpQkVVYkVKRWlJSk5pQWhSc0FrUklRbzJJU0pFd1NaRWhDalloSWdRQlpzUUVhSmdFeUpDRkd4Q1JJaUNUWWdJVWJBSkVTRUtOaUVpUk1FbVJJUW8ySVNJRUFXYkVCR2lZQk1pUWhSc0Vjdkp5VUZpWW1MVkt4TFJFY1dqa1lpK0hUdDJZUFBtelVoUFQ0ZEVJc0hldlhzUkVCQWdkRm5FaGlqWVZ0Q3JWeThVRmhaYWRKdlZlYTViZ3dZTmtKNmVEZ0RRYURTSWo0L0hlKys5WjlGNlNOMUd3YlpER1JrWm1EeDVzc25sR28xR2IvcUhIMzdBdm4zN1RLd05yRm16QnNIQndmeTBxWWZ4U1NRU3VMcTZJaWdvQ0IwNmRNQ3JyNzZLVnExYTZhMVQwd2Y1bWZyZ1NrcEt3cUZEaDNEcDBpV2twNmZqNmRPbmtFcWw4UFQwUkVoSUNDSWlJakI5K3ZRYTdWUE1LTmgycUt5c2pEOGltNk80dUxqUzljdkt5c3phamthalFXRmhJVzdjdUlFYk4yN2dwNTkrd3FSSmt6Qmh3Z1N6YXpGWGVubzZZbU5qOGZ2dnZ4c3NLeTB0UlhaMk5yS3pzNUdVbEVUQk5vS0NiUVVIRHg0RVkzOS9vVWFQSGozNDF4OTk5QkVHRFJwazhKNjB0RFNNR2pXS24xNnpaZzNhdDI5djNVTE5JSlBKRUJRVUJLRDhBeUlySzR2LzJSaGorT2FiYnhBUkVZRXVYYm9BQUJvM2JteXdqWHYzN3VsOWVCaGJSMWRTVWhJKytPQURGQlFVNk0xM2NYR0JuNThmVkNvVkhqNThhTkF5SVgrallGdEJ2WHIxVEM2VHkrVndkWFUxbU8vaTRxSTM3ZXpzYkhROVkycnlYSFZ6bTh5TkdqWENqaDA3K09tc3JDd3NYTGdRRnk5ZTVPZkZ4OGZ6d2Q2MWE1ZkJOdDU0NHczY3ZIbVRuemEyanRhZE8zY3diZG8wUEhueWhKL1h0V3RYVEpnd0FaR1JrWkJJeWkva2xKU1VJQ0VoQVQvOTlKTlpQNGVqb1dDVGF2SDM5OGY4K2ZNUkhSM056MHRMUzdQWTloY3RXcVFYNnBFalIrTEREejgwK09vaFoyZG5QUHZzczNqMjJXY3R0bTh4b2V2WXBOb3FYanFUU2kxemZMaHc0UUl1WDc3TVQwZEdSbUxHakJuMGZXSTFRRWRzRWJEMVY4cFU3TkJxMjdhdFJiWjc4T0JCdmVueDQ4ZnpUVzlTUGZSYkk5V1NrSkNBUllzVzhkTlNxUlN2di82NlJiYXRlN1NXeStYbzFLbVRSYmJyaU9pSWJVSFhyMS9IVzIrOVZlazZzYkd4aUkyTnJYSmI0OGVQTjVpbjdTU3IyQnNjRWhKU2pTb055V1F5azh2UzB0THcybXV2QVFEeTgvT1JtNXZMTDNOeWNzS0NCUXZRcEVtVFd1MWY2Lzc5Ky96ckJnMGFRQzZYVzJTN2pvaUNiWWVlUG4zS3Y1Ykw1WWlQajdmYXZzckt5bkRuemgyRCtiMTY5Y0s3Nzc2TE5tM2FXSFJmV3RRRXJ4MzY3ZGtoM1Y1amQzZDNRV3A0OU9nUkdqUm9ZTkZ0Nmw3ZWUvVG9FVjJucmdVNllsdFE2OWF0Y2VyVUtZUDUvZnIxUTBsSkNRQmc5T2pSbURoeG9zRTYxUm1na3BlWHg3OTJkWFhGM2J0M01XVElrQnJYWGRsMThHYk5tbUhIamgxNCtQQWhsaTFiaHFOSGp3SUFybDY5aW1uVHB1SDc3NyszV0pPNWNlUEd1SGJ0R2dDZ3FLZ0kxNjlmUjd0MjdTeXliVWREUjJ3TDBvNmwxdjMzOU9sVFB0UUEwTEJoUTROMVhGMWRUUTVRMGYybmxacWF5ci8yOHZLeStzOEZsSi96TGw2OEdPSGg0Znk4NU9Sa2ZQMzExeGJiUitmT25mV21OMjdjYUxGdE94b0t0cFVsSlNYcFRZZUdodFo2bTdkdjMrWmZoNFdGR1N3UERBeXM5SisvdjMrTjlpdVZTckZvMFNLOTY5YmJ0bTNESDMvOFVhUHRWUlFkSGExM2JuMzA2RkVhV1ZaRDFCUzNzdjM3OSt0TlY3d2JxaVowUHl5YU4yOXVzSHp2M3IyVnZyODJUZmVtVFp2aXJiZmV3b1lOR3dDVTk5QXZYcndZY1hGeHRlN3dhdFNvRVVhT0hJbE5temJ4OHo3Ly9ITmN2MzRkbzBlUFJ0T21UZm41ZVhsNU9IUG1ETFp0MjRhNHVMaGE3VmVNS05oV2xKQ1FnQk1uVHZEVHpabzFxM1dIVTNKeU1qSXpNL25wRmkxYTFHcDdOZkh1dSsvaThPSER5TWpJQUFEODhjY2YyTEZqQjRZUEgxN3JiY2ZFeENBMU5SV25UNS9tNThYSHh5TStQaDZlbnA3dzlQUkVVVkVSY25KeWFyMHZNYU9tdUpYY3VIRURzMmZQMXJ2TGEvRGd3YlhlN3FGRGgvalhycTZ1VUNnVXRkNW1kVGs3TytPamp6N1NtN2RtelJwa1oyZlhldHRTcVJRclZxekEyTEZqRFlhcTV1Zm5JejA5blVKdEJqcGlXOEd4WThld2FORWlGQlVWOGZOQ1FrSXdiTml3V20yM29LQkE3NXl6ZCsvZVJudWtiVEhFdEh2Mzd1alhyeC9mUy83a3lSTXNXN1lNUzVZc3FmVzJuWnljRUJNVGc2RkRoMkxQbmoyNGNPRUNVbE5UVVZCUUFJN2o0T2JtaG9DQUFMUnExWXB1QWpHQmdtMUJhclVhQ3hjdXhJRURCL1RtdTdtNVllblNwUVk5MzlWMTkrNWRGQmNYODlNdnZ2aGlyYlpuaXJtM2dYN3h4UmRtcmFkNzIyZDFCQVVGWWVMRWlVWXZENUxLVVZQY2dweWNuREI0OEdCNGUzdno4M3g5ZmZHdmYvM0xJcDFtYmR1MnhhZWZmZ29BaUlxS01ubTA4dmYzci9TZm41OWZyV3NoZFJzZHNTMnNTNWN1aUl1THc0d1pNeEFhR29xNWMrZWlmdjM2VmI3UHpjME5Bd1lNNEtkOWZIeU1yamRvMENCa1ptYWlXN2R1SnJkVnNjVlFVVzBIdEpDNno2NXZkRlVvRkF5bzJSTkVyRTJsVWxuc1B1V3FNTWIweG8rYisrUVZZaDNhUG83RXhFVEI4a1ZIYkN1eFZhZ0JnT000Q2pQUlErZlloSWdRQlpzUUVhSmdFeUpDRkd4Q1JJaUNUWWdJVWJBSkVTRUtOaUVpUk1FbVJJUW8ySVNJRUFXYkVCR2lZQk1pUWhSc1FrU0lnazJJQ0ZHd0NSRWhDalloSWtUQkprU0VSUEdnaGVlZWUwN29FZ2lwVSt3NjJJeXgzem1PNjZUN1dDQkM2Z0xHbUdXKzk2aUc3UHFaWndBa3paczNGK1o3WkVYRzA5TXpEd0R5OC9OdDh5MS9JcGVTa3ZJRWdGcm9Pb2lEVXlnVVRQdHdTR0wvcVBPTUVCR2lZQk1pUWhSc1FrU0lnazJJQ0ZHd0NSRWhDalloSWtUQkprU0VLTmlFaUJBRm14QVJvbUFUSWtJVWJFSkVpSUpOaUFoUnNBa1JJUW8ySVNKRXdTWkVoQ2pZaElnUUJac1FFYUpnRXlKQ0ZHeENSSWlDVFlnSVViQUpFU0Y3Zi93d3FhSEl5TWdKSE1jdDBrNXpIQmNNQUl5eERKM1YxaXFWeXM5c1hSdXBQYnYrd2dCU2N5cVY2b3hjTGcrdU9GOGJjQUJnakIyMGJWWEVVdWlJN2NBVUNzVjFBRzJNTFdPTXBTcVZ5akFibDBRc2hNNnhIZHRtVXdzNGp0dHZ5MEtJWlZHd0hkc2VVd3ZVYXZWV1d4WkNMSXVhNGc1T29WRGNCTkJVZHg1akxFT3BWSVlJVkJLeEFEcGlPempHbUxIbStBR2JGMElzaW9KTmZqRXliNXZOcXlBV1JVMXh3a1ZGUmFWeEhCY0NBSXl4TEtWUzJSQUFmZk9tSGFNak5tRVNpVVMzT1g0UUZHcTdSOEVtVUt2VmZIT2NNYlpkeUZvSUlaWWppWXFLeW9xS2lzb0I0Q1IwTWFUMmFFZ3BBUUFOeDNHYkdXTU5BYWlGTG9iVW5sMTNuaWtVaWdNQUJncGRoMWd3eHNCeGR2MG5VV2N3eHM0b2xjcm5oTnEvdlo5alU2Z3RoRUp0V1J6SGRSZHkvNkpvaWlja0pBaGRBaUc4amgwN0NsMkMzUit4Q1NGR1VMQUpFU0VLTmlFaVJNRW1SSVFvMklTSUVBV2JFQkdpWUJNaVFoUnNRa1NJZ2sySUNGR3dDUkVoQ2pZaElrVEJKa1NFS05pRWlCQUZteEFSb21BVElrSVViRUpFaUlKTmlBaFJzSW5ES1MwdEZib0VxeFBGbzVHSWZWSXFsYmgxNnhhNmRldUc0T0JnZytXWm1abElTa3BDU2tvS1VsSlNNSHYyYkFRRkJkVnFuM2w1ZWVqYnR5L2MzZDFSdjM1OU5HalFBSXNXTFVKQVFFQ3R0bHZYT0ZTdzA5TFM4TUVISDFUclBidDI3VUtmUG4yUWw1ZFg2WHE2ejEyenhqT3ZLajdYN2VqUm94YlpibkJ3TU5xMGFhTTM3K3paczRpSmliSEk5clZpWW1Jd2R1eFl2WGs3ZCs3RWdRUGwzLzgzZlBod3pKNDlXMjk1YW1vcTVzMmJ4MC83Ky90ajd0eTVWZTZMTVlhc3JDeWp5MDZkT2dYR0dBb0tDbEJRVUFDWlRBYWcvRVBFRkhzTXZVTUZ1NnlzREhmdTNMSHBQajA5UGZtbmYyby9IQ1FTQ1R3OFBQaDFqTTFuakNFL1A5L2tkai82NkNPTDFEZGt5QkI4OHNrbkZ0bFdkYWpWYXB3NWM0YWY3dFNwazhFNlhidDJSYXRXclpDY25Bd0EyTE5uRDk1Ly8zMTRlM3RYdXUzQ3drSzg5TkpMWnRWeDQ4YU5LdGUxeDRkbE9sU3doZkR6enovemY0amFJM2xvYUNoMjdkckZyMk5zL3VQSGo5RzNiMThiVjJzN2lZbUovQWVYcTZzckhqMTZWR1ZMcDZTa3BOTGZpVDBHMEZvY0t0ak5talhUKzgvUHpNemtQNjB2WHJ5SUxsMjZBREQ4QS9uMTExOE50bFZVVklRZVBYcFV1YzlYWDMzVjRIbmRkKy9lUlo4K2ZRelcxWjNQV04zNVhyekRodzhiek51eVpRdFVLaFVBNEpsbm5rR0xGaTBxM1lhcnE2dmV0TzZwUko4K2ZlRHM3R3lCU28xYnZueDV0ZFovK3ZRcEZpeFlZS1ZxYk1PaGdnMlVCMGJiOUMwb0tPRG42NTVEUDM3OG1IOWRWYk92S3NhYTB4cU54dWc1dTZuNVZhbHVjN3E2ZlFCK2ZuNEc4elp1M0FpMXV2emJnTUxDd3RDdFd6ZXp0NmRXcTNIczJERitldENnUVNnc0xFVGp4bzJyVlplNXF2dnpGaFlXV3FVT1czSzRZR3Q3UlN2cTM3OC8vMXAzZVUyYWQxVzlaOW15WmRpNmRXdXQ5aUUwM1JhRnRnUEtYR2ZPbkVGdWJpNkE4bjZGVHAwNmdlTTQzTGh4bzBhMXZQUE9PNURMNVNhWDkrN2R1MGJidFdjT0YyeHJxMG1QdURudmlZMk5OYnREeU5yVWFqVTBHZzAvWGQxbWRIeDh2TjYwOWxSbDNicDFOYXBuNU1pUmxRYmJFVGwwc0tkT25ZclZxMWRES3BYaW80OCt3dUxGaXdFQWMrZk94ZWVmZnk1d2RYVkhhbW9xaGc0ZGFuSjVWVDMwaXhjdnhzQ0I1Vit6OXVEQkE1dzhlZEtpOVZXbHVpMmlnb0lDdXovS08zU3dlL2JzaWRXclY4UER3d1BSMGRGOHNBY1BIcXdYN09vY2hmZnYzMS9sT3V2V3JjUHUzYnVyOVI0dkx5K1R5eDQ5ZW9Ta3BDVHpDaFNBazlQZlg3bTliZHMydmFPOUxtdWRrdFNGNzlLeU5ZY085c09IRHdIVXZvTk1sM1l3UTNYK21DcHJZcTlac3daZHUzYXQ5UDJuVHAzQ3FWT256TjZmclVtbDVYOW1lWGw1MkxsenA4bjEvdjN2ZjlkbysxV2RZenNpaHc3MjlldlhBWlJmUDlhOUpGWFRUaHl4S0NzcjQxL0xaREkwYnR4WTc0UGo0c1dMbURsekpqOGRIeDhQWDE5ZmZycWdvRUR2dzByYnVYYnExQ2tVRlJXWjNLKzF6ckdQSHo5ZXJlMFZGaFppMEtCQk5hcWxybkRvWU8vYnR3OEFFQjRlRG9sRUFoOGZIK1RtNW1MTW1ERW0zM1B1M0xscUh4MldMMTllclNPNDBPZDN1cGQ3bkoyZHdYR2MzblhvOVBSMC9yVmNMa2R3Y0xEZUIyTkpTWW5lOXJTL3I3Q3dNR3VWWENselRuVjBWYXpmSGpsMHNMWGpnN1VEVFdiTm1vVlZxMVloT3p1YnYwWnJDYnBITjJ1dzlIWHNSNDhlOGErTm5kdGZ2SGlSZjkyaVJRdURBVGdWNzU3UzlwbzNiOTRjRW9rRUF3WU13TUdEQncyMmE2MXo3S1ZMbDFwbHUzV1pRd2M3SmlZRzd1N3VhTldxRlFCZzRNQ0JHRGh3SU5hdlg0OXZ2dm5HckcwVUZSVVpqS3FxNk9XWFh6WjY5NUlwTlcyU1dvcnVlUG9HRFJyb0xjdk96c2FGQ3hmNGFZVkNZZkQraWtjOEZ4Y1hBT1VCYjlHaUJhWlBuMjQwMksrOTlscU42djN5eXkvUnJGbXpHcjFYckJ3NjJOcFA4azgvL2JURzI1ZzBhUkxrY2psNjllcUZJVU9HNk4zY1lhK3VYcjNLdjY0NEdpd3VMbzRmU2dyb0QrelJxbmdlN2VibXhyK09qWTJGdjcrLzBmM1c5QWFkaWg4azkrL2Z4Ny8vL1c4b0ZBcElKQks5YzJ5RlFvSGs1R1I4K2VXWHVIbnpKbng4ZkxCdTNUbzBiZHBVYnh0WldWbllzMmVQeWJ2RTZqcUhEcllsUEhyMENBOGVQSUJTcVVUUG5qMk5CbHQ3TG04UEhqNThpSnMzYi9MVExWdTI1Ri8vK2VlZjJMNTl1OTZ5OFBCd2cyM29Ec2tGOU1lSjIrTEl1bUhEQmh3K2ZCZytQajZZTldzVzVzK2Z6eS83ejMvK2d4WXRXdkFmUHJtNXVaZzBhUksrL2ZaYk5HclVDQnpIb2FTa0JDTkdqT0Ivam1lZmZSYTlldld5ZXQyVzVOREJuamh4SWdZTUdHQXcvNmVmZnRJYjhtbUtScVBoTDVsSkpCS1REd0V3NTVLVnJ1cGVkMVdwVkpYMk5sZkhnUU1IOUlhTGR1alFBVUI1RTN6T25EbDZSK3VKRXljYTNVWmFXcHJldEtlblo3WHIrUDc3NzlHK2ZYdVR5MDM5am9xS2luRGl4QWtBNWFGdDBxU0p3VHJlM3Q1WXNXSUZ4b3daZzlMU1VwU1ZsZUhXclZ2NCtlZWZBUURqeG8zRHVISGpzR0xGQ2dEbFE0QzdkZXRtMVJ0VkxNMmhnKzNyNjJ2eVA5NGM2ZW5wZkNkYllHQ2d5VEhUa3lkUHJuR041dGk3ZHkvMjd0MWI2KzJVbFpWaDI3WnQvSFNEQmczUXVuVnIzTHQzRDlPbVRVTkdSZ2EvckdmUG51amR1emRTVWxMZzYrc0xkM2QzU0tWUzNMNTlHenQyN09EWDgvVDA1SzlqMjhMKy9mdjVwbm5idG0zUnVuVnJvK3UxYk5rU00yZk94TGx6NXpCdjNqejQrZmxoN2RxMVNFbEp3YTVkdXpCMTZsU0VoSVFnUFQwZDkrN2R3NFlOR3pCcDBpU2IvUnkxNWREQi92enp6ODBhT3NweEhIOFV1M3IxS2hRS0JZcUxpL1dhcGMyYk56ZjVmbnZwUE51OWU3ZmVrMFJlZU9FRkhEOStISjk5OXBsZTh6b3dNSkR2aGYvNDQ0OXgrL1p0azl2VWJjcFh4OXk1YzZ0OVdWR2owV0RqeG8zODlMQmh3d0NVdDZhMG85MU9uRGlCTm0zYXdOblpHY09HRGNPd1ljT1FuNStQVFpzMklTVWxCUUR3NU1rVHlPVnlqQnMzRHYvODV6OEJsTi9OTm5Ma3lCcTFQb1RnME1FMlYvMzY5ZmttOTd2dnZtdDBuWGJ0Mm1IMzd0MklqWTAxV0ZhYmMyemRvNzIxN3dMcjI3Y3YxcTlmait6c2JFZ2tFZ3dhTkFqejVzM1RDN1dQancrKy92cHJma0JLKy9idEt3MzI4T0hEYTFUTC9mdjNxLzJldi83NkM5bloyUURLV3dyYThlbWhvYUY4eDF4Y1hCemk0dUlxM1k2Zm54OWVmUEZGT0RrNTRkLy8vamNhTjI2TXFWT24yazJvQVFjUGRyOSsvZmh6U0Yzbno1L1hlMnhQcjE2OThOTlBQNW5janJPek0xNSsrV1djTzNmT0tuVlc1WmxubnNISWtTUE5YdC9VODh4OGZYMnhlUEZpVEpvMENkSFIwV2pSb2dWV3IxNk5zV1BISWlzckN5RWhJVmk5ZWpWQ1EwUDU5Mmd2RlZiazZ1cUtLVk9tNFBubm42L2VEMU1MclZxMXd2NzkrN0Y5KzNZNE96dno1OFR2dmZjZUZpeFlZTmJESzJReUdSWXVYTWkvZCtQR2pVYnZSNi9ySERyWW5UdDM1cHRydW9xS2l2U0NQWDM2ZEVna0V2NCtZdTBmaUV3bVE5T21UVEY1OG1RRUJBU2dYNzkraUl5TXRFbnR1Z05Id3NMQzhPeXp6OWJvdlJXdndYZnExQWxUcDA3bHJ5a0hCQVJnK2ZMbCtQSEhIekZyMWl5OVMxY0E4T0tMTDZKcDA2WlFxOVhnT0E3T3pzN3c5dlpHU0VoSXRlL1QxbFhUempNdkx5Kzg5OTU3ZXZNR0RoeUk1czJiNDlpeFk4ak16RFQ2K09GNjllb2hPRGdZTDc3NG90N0RDKzB4MUFEQVZiMUszYVZRS0JoUS9TYXE5ajlXS3BWQ0lqRjh0SHBKU1FtZVBuMEt3TEkzaUpDL2FlOUc0emlPYnpYcDNxSFdzbVhMU2dmK1ZHZGRXOU4rNkNRbUpncVdMNGM4WWxmVkthUGJqQ1BXWWF4bFU1M1dqcTFhUnZhS3ZnbUVFQkdpWUJNaVFoUnNRa1NJZ2sySUNGR3dDUkVoQ2pZaElrVEJKa1NFS05pRWlCQUZteEFSb21BVElrSVViRUpFaUlKTmlBaFJzQWtSSVFvMklTSkV3U1pFaENqWWhJaVFLQjYwOE54enp3bGRBaUYxaWwwSG16SDJPOGR4bmJTUE1TS2tybUNNL1NIay91MzZtV2NBSk0yYk4zY1h1Z2d4OFBUMHpBT0EvUHg4dzYvWEpOV1drcEx5QklEbHZyS1ZrSnBRS0JSTSszQklZditvODR3UUVhSmdFeUpDRkd4Q1JJaUNUWWdJVWJBSkVTRUtOaUVpUk1FbVJJUW8ySVNJRUFXYkVCR2lZQk1pUWhSc1FrU0lnazJJQ0ZHd0NSRWhDalloSWtUQkprU0VLTmlFaUJBRm14QVJvbUFUSWtJVWJFSkVpSUpOaUFoUnNBa1JJWHQvL0RDcG9jakl5QWtjeHkzU1RuTWNGd3dBakxFTW5kWFdLcFhLejJ4ZEc2azl1LzdDQUZKektwWHFqRnd1RDY0NFh4dHdBR0NNSGJSdFZjUlM2SWp0d0JRS3hYVUFiWXd0WTR5bEtwWEtNQnVYUkN5RXpyRWQyMlpUQ3ppTzIyL0xRb2hsVWJBZDJ4NVRDOVJxOVZaYkZrSXNpNXJpRGs2aFVOd0UwRlIzSG1Nc3Q5c2tYUUFBRFhOSlJFRlVRNmxVaGdoVUVyRUFPbUk3T01hWXNlYjRBWnNYUWl5S2drMStNVEp2bTgycklCWkZUWEhDUlVWRnBYRWNGd0lBakxFc3BWTFpFQUI5ODZZZG95TTJZUktKUkxjNWZoQVVhcnRId1NaUXE5VjhjNXd4dGwzSVdnZ2hsaU9KaW9wNkVCVVY5UWlBazlERmtOcWpJYVVFQURRY3gyMWxqRFVFb0JhNkdGSjdGR3dDQUdDTTdXYU0rUWhkQjdFTTZoVzNzWTRkTzdveXhnWXl4bnB4SE5jZFFEQUFQd0F5SWV0aWpJSGo2c1NmZzRveGxnUGdIc2R4WndHY2VQTGt5WUhrNU9RQ29RdXpKM1hpZjlJUnRHL2Yza2NtazgwQ01CV0FwOUQxMkJQRzJCUEcyRHFOUnJQazh1WExXVUxYWXc4bzJEYlFzV1BIMXpVYXpiODVqdlBoT0E2UmtaSG8zcjA3RkFvRmdvT0Q0ZTN0RGFtVXpvb0FRS1ZTSVM4dkQvZnYzMGRpWWlMT25qMkwzMy8vSFl3eEFNZ0hNRDB4TWZGN1lhdXMreWpZMXVXa1VDaVdBNWdPQUwxNjljTDA2ZFBSdUhGamdjdXlML2Z1M2NPcVZhdHc1TWdSN2F6dkVoTVRKd0pRQ1ZoV25VYkJ0aDZwUXFINEZzQllEdzhQZlBMSkoramJ0Ni9RTmRtMTgrZlBZOEdDQmNqTnpRV0EzUnpIdlpHUWtGQW1kRjExRVYyenRKS29xS2lsSE1kTmJ0Q2dBZGF2WHcrRlFpRjBTWFl2SkNRRS9mdjN4NGtUSjFCUVVOQWFRTWo5Ky9mamhhNnJMcUlqdGhWRVJrYU9sRWdrbTcyOXZmSDk5OThqTkRSVTZKSkVKVE16RTJQR2pNSERodzhCSUNZeE1YRzEwRFhWTlJSc0M0dUtpZ3JpT080UEp5Y256NisvL2hwZHUzWVZ1aVJSdW5yMUtzYVBINCt5c3JJbktwVXE0c3FWSzdlRXJxa3VvYkhpRnNaeDNQOEQ0RGw4K0hBS3RSVzFhOWNPa3laTkFzZHhibEtwZEozUTlkUTFkTVMyb0lpSWlLNVNxZlI4WUdBZ2R1M2FCYmxjTG5SSm9sWldWb2JodzRjak5UVVZhclg2aFV1WExoMFd1cWE2Z283WUZ1VGs1UFFQQUhqMzNYY3AxRFlnazhrd2JkbzBBSC8vN2trNUNyYUZkT2pRSVp6anVCZUNnNE14ZVBCZ29jdHhHRDE3OWtUVHBrMEJvRnZIamgzcDNPZC9LTmdXNHVUa05BRUFoZ3daVWxmR1hEc0VqdVB3MWx0dkFRQTBHczBIQXBkVFoxQ3dMU0E4UEZ6T0dIdGJLcFhpdGRkZUU3b2NoOU9uVHgvSVpESndIUGRpa3laTlhJU3VweTZnWUZ1QVhDN3Z5WEdjYjFSVUZMeTl2VzIyMzhlUEg1dTFYbkZ4TWU3ZXZjdi9xNjNTMGxMK24wYWpxZlgyYXN2ZDNSMjlldlVDQUM5Zlg5OW9vZXVwQytqT0F3dGdqUFhuT0E3ZHUzZTM1VDR4ZHV4WXVMaTRZTWlRSVhqcHBaZmc2V244cHJIRXhFVEV4TVR3MHdrSkNUWGViMmxwS1o1NTVobCtlczJhTlhYaXN0N3p6eitQbzBlUGdqSDJNZ0NIZjd3VEhiRXRnT080VjREeWpoeGJPWFBtRE83ZXZZdS8vdm9MWDM3NUpaS1RrMjIyNzdxb1E0Y08ycGM5aEt5anJxQWpkaTJGaDRmN2Noelh4dGZYMTZaM2JXM2UvUGVEUlo5NzdqbDA3dHk1MXR1Y09uVXF6cDA3VjYzM1RKNDgyYXoxYXROS01FZGdZQ0FDQWdLUW1ablpKQ0lpd3QvUjc5dW1ZTmVTVENhTEFJRG16WnZiYko5WHJsekJ4WXNYQVFBU2lRUWZmUEIzWjNESGpoMnJmTCt4ZFRwMDZBQlhWMWZMRlNtQWlJZ0lIRGx5QkZLcDlEa0F1NFN1UjBqVUZLOGxqdU5hQTBCWW1PMitjWGJkdXI5SFVBNGJOZ3hoWVdFb0s2TzdGOXUwNGI4UnVPcFBONUdqSTNZdGFZTnRxMmI0MmJObmNmYnNXUUNBbjU4ZnBreVpncUtpSXJ6eHhodFFLQlJ3YzNORC9mcjE5ZDVUWEZ5TXpNeE1mdHBZcllHQmdaZzVjeWFLaTRzcjNYOVpXWm5lSmIzUFB2dE05L3hXVU1IQndRQUF4bGd6Z1VzUkhBVzdsaGhqTFRtT1E2TkdqYXkrcjZkUG4yTHAwcVg4OUljZmZnaDNkM2NzWDc0YzkrL2Z4NzU5KytEcDZZbTR1RGk0dTd2ejY1MDllMWF2VjN6WHJwcTNVa3RMUy9XbWZYMTlFUlFVVk9QdFdWSkFRSUQycGZYL00rbzRDbmJ0QlFJd09FcGF3L2J0Mi9ucjBCS0pCTnUyYmNOMzMzMkgyN2R2OCt2TW5EbFRMOVExWWM1NXVsWlZuV2U3ZCsrMjJmM29YbDVlMnBkK050bGhIVWJCcmlXTzR4b0NnSStQOVIvSjNiWnRXLzYxUnFQQmxTdFg5SmIzNk5FRGdZR0JCcVBmS2phdmpZMk8yN1JwazkxM25tbXY0M01jUjhFV3VnQVJjQU5nazFCMDZ0UUozdDdlS0NvcWdvK1BEL0x5OHZqUWVudDc0NU5QUHNIMTY5ZHg1ODZkU3JkamJMbGFiZndMUUlLRGd3MmVvS3I3L29DQUFMaTR1SmhjYmtzNmRkUVRwSUE2aElKZGUvVUEyT1EyVFlsRWdqMTc5c0RWMVJVcEtTa1lQWG8wdjJ6ZXZIbnc4N1A4Z1dybHlwVm8xdXp2dnFpS0k4OFdMbHlvTi9Lc3FLZ0lQWG9JTTBaRUp1Ty9jOEhoNzVtbFlGdUlyZTdvY25WMVJXbHBLVDc1NUJQK0VsZDBkRFQvQk5RZVBYcFlmVENJSFhENDIrc28yTFhFR0N2bU9NNjlwS1RFWnVlb1gzNzVKVzdjdUFHZy9OTFY3Tm16dGJWWS9BTm14b3dabFg2WndULys4UStEcHJoUWRLN2xsd2haUjExQXdhNjlKd0Rjbno1OWFwTmdiOW15UmU5eVZiMTY5VEI1OG1Sa1ptYkMxOWNYYTlhczRlOVBybzc0ZU9OUDhjM0l5S2owZmJyWHg0VldVbEtlWjhaWTVSZmpIUUFGdTVZNGpzc0VFSkNibTJ1VmMxeGRqeDQ5d29vVksvVG0vZm5ubi96cjBOQlFhRFFhcEtlblc3V091aW8vUDEvNzhwR1FkZFFGRk96YXV3OGdJanM3MityanhmMzgvTkN5WlV1amQzSkpKQkxkQVJxMVV2RWN2Ymk0R0hQbXpNR1pNMmRNdmljb0tBaXJWNjhXOU91TDh2THlBQUFjeDFHd2hTN0EzakhHYm5BYzk4TGR1M2ZSclZzM3ErL3ZsVmRlZ2F1cksxcTFhb1dtVFpzaUpDUUVJU0VoQ0FnSWdGUXFOWGo0d3ZIangrSGg0V0d3bmJ0MzcyTElrQ0ZWN3UvaHc0ZVlNMmNPTGwrK0RLRDhBMFQzNFFxaG9hRzRlL2N1N3QyN2gzZmVlUWRMbHk1RnAwNmRhdmxUMW96T2FVSHRueVpoNStnbWtGcGlqUDBKQUttcHFUYlozNGdSSTdCKy9Yck1uajBiUTRjT1JkZXVYVkd2WGoxY3UzWU52L3p5QzNKeWNpeTJyK1BIaitQTk45L1VDL1hDaFF2MTFwazFheFkvVWkwdkx3L3Z2LzgrdnY3NmE0T2hwN1p3Nzk0OUFBQmo3S2JOZDE3SDBCRzdsamlPU3dac0UreDc5KzdoNHNXTFNFOVBSM3A2T2pJeU1wQ1dsb2JDd2tKK25lKysrNjdXKzdsejV3NVdyRmlCMDZkUDgvTmtNaGtXTFZxRVBuMzY2SVZiSnBOaHhZb1ZtRFp0R2k1ZHVnU05Sb1B2di84ZVI0NGNRVXhNRFByMzcxL3Jlc3lsN1cvUWFEUkttKzIwanFKZzE1SkVJcm5FR0VOS1NvclY5M1h0MmpYRXhzWld1azdGUzArOWUvYzJlL3RYcjE3RjVzMmJjZXpZTWIyUmFINStmbGkyYkJraUlpS01Ib25kM2QyeGR1MWF6SjgvSDcvKytpdUE4dDcwanovK0dOOSsreTNlZlBOTkRCbzBDTTdPem1iWFVoT1hMbDBDQUVna2t0TlZyQ3A2MUJTdnBZU0VoR3pHMkYvWjJkbFc3NDJ1N0o1dmlVU0NvS0NnV2wxVDNyVnJGdzRmUHF3WDZqNTkrbURidG0ySWlJaW85TDF5dVJ4TGx5NUZURXlNM25Ydm16ZHZZdlBtelZaLzZHRldWaGJ1Mzc4UEFIZVZTdVU5cSs3TUR0QVIyekwyQVBqdzFLbFRHREZpaE5WMjBxaFJJM2g2ZWlJME5CUmhZV0VJQ3d0RGt5Wk5FQm9haXREUVVNamxjb1BPcytEZ1lLT0RWbFFxRlI0OGVLQTM3OE1QUDhTcFU2ZVFrNU9Eb0tBZ1RKOCtIZjM2OVRPN1BvN2pNSGJzV0hUcDBnV2ZmZllaa3BPVDRlVGtoUC83di8vZjN2MkV0SkdHWVFCL3ZsaGxhN05kRUN3T3ZYaHFSRkZ3U285Q1FNK2VoTzJodVZwa0tWc0VzYWN0dE9CaFlTOUtEMEl0V09OQlhIWlhCRUdrYWxnRVFlS1loQlVFcFhnUVVod3Npa2xGWnViZGc2UlVXa3RUSnZsRzgveHVjOGprT2VUbG0zeC8zaG5DOWV1bDNiNWRHSzFGcE9KSGE0Q0Y3UXVsMUFLQS9wV1ZsWklXZGsxTkRaYVdsb3I2ek9UazVEZlBpb2ZEWVF3T0RtSi9meDg5UFQyZjdyMHVTbk56TStMeE9HWm1acERMNWREVTFQUmQ5eWxHSXBFQUFDaWw1a3IrWlpkQXhlK3A5VU5qWStNUGRYVjE3NnFycTI4dUxDeDhzWkRLeFhWZGJHNXVmcnh1YVdsQktQVDVQNjdUMDlOejYrR3RyYTNmZEg4Uk9YZDZxNkdoUWZ1VzBudytqNjZ1THB5Y25PUkNvZEN0WkRLWjF4cUlyZzdUTkYrWXBpa1RFeE5DNVRVM055ZW1hVXA3ZS91ZnVuOEhRY0hKTTUrNHJ2c1NPSnVBRWhIZGNTcUdpQ0FlanhjdVIzUm1DUklXdGs5U3FaUWxJb25kM1YzTXo4L3JqbE14VmxkWEMrdlg2NVpsSlhUbkNRb1d0cjkrQTREUjBWRzJBeTREeDNFd01uSTJTSHVlOTB4em5FQ3AwaDNnS3NsbXM3dUdZZHc3UER5OEl5Syt2SjJETGpZMU5ZWFoyVm1JeU1yR3hzYWc3anhCd2hIYlo0N2pQQUtRR3g4Zi82elpJUGxuZTNzYnc4UERBUERCODd5SHV2TUVEUXZiWitsMCtxM25lWThkeDhIQXdFQ2dHaEZjRlFjSEIranY3eSs4eHZkNUtwWDZUM2Vtb09HamVBbGtzOWwxd3pCdTUvUDV1OHZMeTRoR28xclh0cThTMjdiUjE5ZFhXRXVmdGl6clY5Mlpnb2dqZG9rb3BYNEI4TS9lM2g1aXNSalcxdFowUjdyME1wa01ZckVZZG5aMkFPRE4wZEZSOFQyZ0tnUjNucFhXTmRNMFh3R0lBVUIzZHpkNmUzdGhHSWJtV0plTGJkc1lHeHZEOVBSMFlZL0EzMHFwbjVQSkpKY2VMc0RDTGdQVE5COEMrQjNBVGFVVU9qbzYwTm5aaVVna2d2cjZlb1RENGE5MkFxMGtydXZpK1BnWXRtMWphMnNMaVVRQ2k0dUxoZE5oT1JGNWFsbldIN3B6QmgwTHUwemEydHB1VlZWVkRRRzRyNVM2b1R2UEpmTUJ3RitPNHp4SnA5T1YyYW14U0N6c01vdEVJai9XMXRZK1VFcEZBYlFCcUFmd0UzalNyc0FWa1VPY2RScE5pOGkvcnV1K3ptUXk3M1VISXlJaUlpSWlJaUlpSWlJaUlpSWlJaUlpSWlJaUlpSWlJaUlpSWlJaUlpSWlJaUlpSWlJaUlpSWlJaUlpSWlJaUlpSWlJaUlpSWlJaW91L3hQd3JmaUZvcHFhUkRBQUFBQUVsRlRrU3VRbUNDIiwKCSJUaGVtZSIgOiAiIiwKCSJUeXBlIiA6ICJmbG93IiwKCSJWZXJzaW9uIiA6ICI4Igp9Cg=="/>
    </extobj>
    <extobj name="ECB019B1-382A-4266-B25C-5B523AA43C14-4">
      <extobjdata type="ECB019B1-382A-4266-B25C-5B523AA43C14" data="ewoJIkZpbGVJZCIgOiAiMjQyMTg4OTkyMTUyIiwKCSJHcm91cElkIiA6ICI3NDQzMTgwOTEiLAoJIkltYWdlIiA6ICJpVkJPUncwS0dnb0FBQUFOU1VoRVVnQUFBUFlBQUFKbENBWUFBQURwZnc4TUFBQUFDWEJJV1hNQUFBc1RBQUFMRXdFQW1wd1lBQUFnQUVsRVFWUjRuT3pkZVhnVDVmbzM4TytrU1ZxNkw5RFNEU2c3RkVvYlZrVVcyVVJGaW9MS3BpQ2dJRkFRV1pSRjRaektUMFNXVitRZ0J6bWlaVWRCS3Z2bVlkKzBUVm0xV0tDVUZtZ3BMVjBvWFpJODd4ODlHWk1tYWRNMnlUU1QrM05kWEZkbXljemQwbS9tbVdlZW1RQ0VFRUlJSVlRUVFnZ2hoQkJDQ0NHRUVFSUlJWVFRUWdnaGhCQkNDQ0dFRUVJSUlZUVFRZ2doaEJCQ0NDR0VFRUlJSVlRUVFnZ2hoQkJDQ0NHRUVFSUlJWVFRUWdnaGhCQkNDQ0dFRUVJSUlZUVFRZ2doaEJCQ0NDR0VFRUlJSVlRUVFnZ2hoQkJDQ0NHRUVFSUlJWVFRRytPRUxzQkd1QTRkT3JUbE9LNjNSQ0o1QlVCYnhsZ0F4M0Z5b1FzamRacUtNWmJKY1Z5eVJxUFpJNUZJZmsxTVRMd0NnQWxkV0ZYRUhtd3VNakx5V1k3ai9zVnhYQWVoaXlHaWtLeFdxOSsvZE9uU2NkVGhnSXMyMk9IaDRlN096czZyQUx3REFQWHIxMGVYTGwzUXUzZHZoSWVIdzgvUER6S1pUT0FxU1YybVVxbnc2TkVqL1Bubm56aCsvRGd1WExpQXpNeE03ZUpkR28xbWZGSlMwbU1oYXpSRmxNR09qSXowbGtna3h3QW8zTjNkTVdiTUdMenp6anZnT0ZIK3VNUkdHR1BZc1dNSDFxMWJoOGVQSHdOQU1tT3NoMUtwZkNoMGJSV0o3aSs5VmF0V0htNXVibWNCdEd2Um9nWFdyRmtEWDE5Zm9jc2lJcEtmbjQrWW1CaGN2WG9WQUc2V2xaVjF2bkxsU3E3UWRlbVNDRjJBaFVsZFhWMDNBV2pYb1VNSGJOcTBpVUpOTE03VDB4UGZmZmNkdW5YckJnRE5aREpaUElBNmRWN25KSFFCbGhRVkZUV0Y0N2dQUWtORDhjTVBQOUE1TkxFYWlVU0NBUU1HNFBqeDQ4akp5V25jc0dGRDdzR0RCLzhWdWk0dDBUVEZvNktpZ2ppT3V5T1ZTcVdiTjI5RzgrYk5oUzZKT0lEMDlIUU1HellNWldWbEtwVksxZkx5NWN1M2hhNEpFRmRUL0o4QXBLTkdqYUpRRTVzSkNRbEJURXdNQUVpZG5KeituOUQxYUluaWlOMnhZOGRtakxFVVQwOVBIRHAwQ0hJNWpUc2h0bE5XVm9hWFhub0pPVGs1NERndUlpRWg0WXJRTllubGlEMFpBTjU4ODAwS05iRTVtVXlHaVJNbkFnQTBHczNIQXBjRFFBUkg3STRkTzhvWVk3bE9UazV1UjQ0Y2daZVhsOUFsaVVKQ1FnSnljbkxnNysrUHhvMGJ3OXZiMitTNlNVbEprRWdrYU5ldUhTUVNzUndycXFld3NCQjkrdlNCV3ExK1dsSlM0bjN0MnJWU0lldXgrLzhGdFZvOUFJQmIxNjVkS2RRV3RHWExGbno4OGNjWU4yNGM5dTdkYTNJOWxVcUZCUXNXNEoxMzNzRUxMN3lBTFZ1MjJMREt1c1BkM1IwREJnd0FnSHJPenM0amhhNUhLblFCdFNXUlNBWURRTisrZllVdXhXWjY5ZXFGd3NKQ2kyNHpJU0ZCYi9yKy9mdjg2N0N3TUpQdmk0K1A1OWZOemMxRmh3Nk9PeVMvZi8vK09IRGdBQUJFQS9oZXlGcnMvWWpOQVhnRkFIcjA2Q0Z3S2VLU25wN092ellWN0tLaUlxeGJ0NDZmam82T1JwczJiZkRmLy80WFgzMzFsZFZyckdzaUl5TzF3NWFmZzhDbnVYWWQ3TWpJeU1ZQUFoczFhZ1EvUHoraHl4R05uSndjUEhueUJBRGc0dUtDd01CQW8rdjk1ei8vUVhaMk5nREF3OE1EVTZkT3hlTEZpekZyMWl6RXhjWGgvUG56TnF1NUx2RHk4a0xMbGkwQm9MNUNvV2d0WkMzMjNoU1BCT0J3MTYwUEhqd0l4djYrWTFDM3RmTFJSeDloMEtCQkJ1OUpTMHZEcUZHaitPazFhOWFnZmZ2MmV1dHMzTGdSY1hGeDBHZzAvTHpTMGxMdHVTTnZ6NTQ5U0V0THcrYk5tL2w1czJiTmdvK1BENktqbzdGNzkyNEF3SW9WSzdCdDJ6YUg2bENMaUloQWNuSXlBUFFBOElkUWRkaDdzTnNBUUxObXpZU3V3NmJxMWF0bmNwbGNMb2VycTZ2QmZCY1hGNzFwWjJkbmcvV0tpb3FRazVPak4wK2owUmlkdDNEaFFwU1ZsUUVBZXZmdXpYK1lSRVJFSURJeUVrbEpTYmg1OHliaTQrUHg2cXV2bXYvRDJibFdyVm9CQUJoamtVTFdZZGNmcFJLSkpCd0FtalJwSW5BbGprTXVsK1AvL3UvL2NPUEdEUUNBajQ4UDVzK2ZqNktpSW1Sa1pPRHExYXRvMjdZdHYvNjMzMzZMMGxKQnIvellsUGEwaGVPNHBrTFdZZGRIYk1aWUdNZHhDQWtKRWJvVVVaZzRjU0ltVHB5STk5OS9IeGN2WGdSUTNtVHYwcVVMdW5UcEFvMUdBNVZLcGUzNUJWQisvZmJGRjErRVNxVXl1czNNekV6OC9QUFBlUFBOTjIzeU13aXRRWU1HMnBmR095WnN4SzZQMlBqZkw0OXV6YlFzN2RFWUtHOWFGaFFVOE9mZHpabzE0NXViUVBsd1NsT2gxdHF3WVlQREhMVTlQVDBCQUl5eCtrTFdZZGRIYkk3amZBSFF3QlFMeXNySzBqNGRCUDcrL3ZEMjlzYk5temY1NVEwYU5FRHYzcjJ4Wk1rU0JBWUdJamc0R0FFQkFmRDM5NGVmbng5OGZYM2g2K3NMVDA5UFRKa3lCWThlUGNMRGh3K3hmLzkrREJreVJLZ2Z5MmJjM2QyMUx6MkZyTU91ZzgwWXE4ZHhuTU9NRDc5Ky9UcmVldXV0U3RlSmpZMUZiR3hzbGRzYVAzNjh3YnlFaEFTRG96VUEzTDE3bDU4WEVCQ0E2T2hvdlBMS0sxWCszb2NPSFlxelo4OWl6Smd4Nk4yN2Q1VTFpWUgyR1FBY3h6a0xXWWRkQjV2ak9Da0FPRG1KNm5rUmdycDgrVEwvT2p3OEhBQ1FrcExDendzTEM0TlVhdDZmemZqeDQvbWJJeHlGOXRJZVkwelFQMHE3RGphQVlnQ3VwYVdsQnBkelNNMGtKU1h4cjdXOTI1Y3VYZUxuTlczYUZCa1pHZFhxRE51K2ZUdUNnNE10VjJRZHByMEV5SEdjb0owSzloN3NKd0JjaTRxS0hDTFlyVnUzeHFsVHB3em05K3ZYRHlVbEpRQ0EwYU5IR3oxS21qTkFSYVZTYVIvUUI2RDg2SzFRS1BoeDVCS0pCTzNidDBkdWJpNmVQbjFxZHQyNkExN0VUdnYvd0Jnei94ZGtCZmJlSy80QUtMLzV3QkZJSkJLNHVycnEvWHY2OUNuL3h3UUFEUnMyTkZqSDFkWFY1QUFWM1g5U3FWVHZISDc5K3ZVWU0yWU12LzJXTFZ2cWRnNFJJL0x6OHdFQUhNYzlFcklPZXo5aTN3UFEvdUhEaHc0MytreEx0K2tNQUtHaG9iWGEzdnZ2dnc5L2YzOHNXYklFR28xR3IwZmMxQjEwRmU4TUE0Q09IVHZXcWc1N3BiMmlBQ0JieURycytvaXQwV2l1QThDZE8zZUVMa1V3Ky9mdjE1dld2Y1pjVTBPSERzWGl4WXNOT3Nsb0lGRFZIang0QUFCZ2pLVUtXWWRkSDdFbEVzbWZBSERyMWkyaFN4RkVRa0lDVHB3NHdVODNhOVpNZCtSVHJZU0VoRUFxbGVvTlB2bmtrMCtRbjUrUHJsMjdXbVFmWXBTV2xxWjkrWmVRZGRoMXNBRmNCdlF2eHppS0d6ZHVZUGJzMlhwM2VRMGVQTmdpMjg3SXlNRDA2ZE5SWEZ5c04xK2xVdUh6eno5SHo1NDlMYklmTWRKZUx1UTQ3b3lRZGRoMXNGVXExUldwVk1wdTNMakJNY1ljNXJ1NWpoMDdoa1dMRnFHb3FJaWZGeElTZ21IRGh0VjYyOWV1WGNQczJiUDE3dWdhUEhnd0RoNDhpTkxTVWpnN082TkhqeDQ0ZWZJa3Y5eFJ6NmNyWW94cCt6eFlmbjcrT1NGcnNldHo3TXVYTHo5aGpKMHNLaXJTdTlZcVZtcTFHZ3NXTE1DY09YUDBRdTNtNW9hbFM1ZlcrcExmMGFOSE1YNzhlTjF2bE1UYmI3K05oUXNYWXNXS0ZYQnpjOE95WmN2UXVYUG5XdTFIclA3NjZ5OFVGQlFBUUZKS1NrcStrTFhZZGJELzV4ZWcvSTlTN0p5Y25EQjQ4R0M5SjRiNit2cmlYLy82bDBVNnpkcTNiNjkzUTgyb1VhTXdiZG8wQU1Benp6eUR2WHYzNHRsbm56VjRYNzE2OVF6K09hSUxGeTVvWHg0WHNBd0FkdDRVQndDSlJCTFBHRnQrOHVSSnpKbzFTK2h5cks1TGx5NklpNHZEakJrekVCb2Fpcmx6NTZKKy9hcHZKSEp6YzlON0VvcVBqNC9CT2dFQkFmajY2Njh4WmNvVXpKZ3hBeSs4OElMZWN1MmRTeFdkUG4zYVlKNGpOcy8zN05rREFPQTRib1BBcGRqL2M4VUJRS0ZRbkFmUWRjMmFOUTdUWTZ0U3Fjd2VzMTFkWldWbGxYNmhZVmxabWQ2VkNHT3RoVWVQL2g2ZjRlUGpJL3JISTEyN2RnMXZ2LzAyR0dQWGxFcGxPNkhyc2Zzajl2K3NBTEI5NDhhTkRoTnNhNFVhUUpYZlVpcVR5YXBzK2p2YXd5VzF6MVBuT0c2dHdLVUFFTWM1TmtwS1NuWURTRHQvL3J6QlNDeENyTzNHalJzNGRPZ1FBRHpJejgvL1Z1aDZBSkVFKzM5ZnB6S0hNWWJQUC85Yzc5b3VJZFpVNFc5dWNVcEtTa2xWNzdFRjBkeklmUC8rL1Q4Yk5tellPemMzdDdGR282RkxNc1FtdG0vZmpwOS8vaGtBbEltSmlSTUIxSWxiMlVSeHhQNGZkVmxaMlRqR1dNbUdEUnR3NU1nUm9lc2hJbmZod2dXc1hMa1NBRXBWS3RYYkFDcC8rSnNOaWVhSURRQlpXVm01Z1lHQmx4bGpJMDZlUEluUTBGQ0greklCWWh0bno1N0Z6Smt6VVZaV0JzYll1RXVYTHRXcEk0bW9nZzBBRHg0OFNBNElDTWpRYURTRC8vdmYveUkzTnhmZHVuVVQvZVVXWWh0cXRSci8rdGUvc0hUcFVwU1ZsVUdqMGN4T1NrcjZSdWk2S2hMRmRXeGpJaU1qUjNJY3Q0SGpPSGxnWUNEZWVPTU5EQnMyek9pM1pCQlNsZUxpWXV6ZXZSdmJ0Mi9YM3NGVkJtQnFZbUxpdWlyZUtnalJCaHNBRkFwRkd3RHJVUDd0aDVESlpHalVxQkgvbEJGNkNDS3BqRnF0UmxGUkViS3lzbkRuemgzZFo2TW5xdFhxQ1pjdVhWSUtXVjlsUkIzcy81RkVSVVU5RDJBeWdDRWN4MUdibkZRYlkwd0Q0Q0RIY1Y4bkppWWVSaDNwL1RiRkVZTE5pNGlJY0pOS3BhMFpZLzRhamNaRCsvaGlBa2dra3MwQW9ORm9SbFcxcnFPUVNDUnFqVVpUQU9EaDA2ZFAvMHhPVGk0UXVpWkNxa1doVURDRlFrRWplMFNDbXFXRWlCQUZteEFSb21BVElrSVViRUpFaUlKTmlBaFJzQWtSSVFvMklTSkV3U1pFaENqWWhJZ1FCWnNRRWFKZ0V5SkNGR3hDUklpQ1RZZ0lVYkFKRVNFS05pRWlSTUVtUklRbzJJU0lFQVdiRUJHaVlCTWlRaFJzUWtTSWdrMklDRG5VNDRmSjN5SWpJeWR3SExkSU84MXhYREFBTU1ZeWRGWmJxMVFxUDdOMWJhVDI2TG5hRGtxbFVwMlJ5K1hCRmVkckF3NEFqTEdEdHEyS1dBb2RzUjJZUXFHNERxQ05zV1dNc1ZTbFVobG00NUtJaGRBNXRtUGJiR29CeDNIN2JWa0lzU3dLdG1QYlkycUJXcTNlYXN0Q2lHVlJVOXpCS1JTS213Q2E2czVqakdVb2xjb1FnVW9pRmtCSGJBZkhHRFBXSEQ5ZzgwS0lSVkd3eVM5RzVtMnplUlhFb3FncFRyaW9xS2cwanVOQ0FJQXhscVZVS2hzQ29HL2V0R04weENaTSs5M1kvM01RRkdxN1I4RW1VS3ZWZkhPY01iWmR5Rm9JSVpZamlZcUtlaEFWRmZVSWdKUFF4WkRhb3lHbEJBQTBITWR0Wll3MUJLQVd1aGhTZXhSc0FnQmdqTzFtalBrSVhRZXhETHZ1RlkrS2lyckFjVndYb2VzUUE4WVlPTTZ1L3h6cW1xdUppWW50aGRxNVhYZWVVYWd0aDBKdGNlMkUzTGtvbXVJSkNRbENsMEFJcjJQSGprS1hZTjlIYkVLSWNSUnNRa1NJZ2sySUNGR3dDUkVoQ2pZaElrVEJKa1NFS05pRWlCQUZteEFSb21BVElrSVViRUpFaUlKTmlBaFJzQWtSSVFvMklTSkV3U1pFaENqWWhJZ1FCWnNRRWFKZ0U3dWhWcXY1ZitZcUt5dXpZa1YxbHlpZW9HSUx5Y25KbURwMUtrSkRRekZod2dROCsreXpndFJSVWxLQ1R6LzlGTVhGeFFDQU9YUG1JRGpZNFB2ckJiRmx5eGFjUFhzV3p6Ly9QSjUvL25uNCt2cGFiTnVscGFWNDVwbG4rT25LbnBvVEh4K1BZOGVPSVNVbEJXNXVidmp4eHg4dFZvZTlvR0NiYWQyNmRjakp5VUZPVGc2Y25KeVFtcHJLTC9QeThvS1BqdytlZWVZWmxKYVdWcmt0TnpjM25EeDVFZ0R3Mm11djRjNmRPMGJYazh2bE9IZnVuTjY4NzcvL0hrZVBIdVdubXpkdmpwaVlHSlA3c3NaamVyNzQ0Z3YwNjlmUFlQNnBVNmR3OGVKRm5EdDNEcm01dWZqbW0yOXF0UDFqeDQ3QjI5dTd4dlhsNStmanpKa3ovSFJtWmlZQ0FnSnF2RDE3UkUxeE01dy9meDdIangvbnB5ZFBub3loUTRmeS96WnQybFN0N2NubDhoclZjZVBHRFd6WXNFRnYzZzgvL0lEVHAwL1hhSHVXVkZKU2dxU2tKSDVhOStocWEzMzY5TkdicnZqaDZBam9pRjJGeDQ4ZjQ1Ly8vS2RaNjQ0Y09SSXFsUXEvL1BJTDh2UHpBUURSMGRIdzhQQkFkblkyRGg0OENBQndjWEV4K3Y3R2pSdERwVkloSXlNREFPRHU3czR2eTgvUHg1dzVjL2h6eGxhdFdpRTVPUm1NTWN5ZE94ZHIxcXhCKy9hVlArMVdMcGZEeWFsbVgvVHg5T25UU3BkZnZIaVJiNjE0ZW5xaVRaczJlc3VEZzRNaGxacitjelBWYWpGSFZhMlMyTmhZeE1iRzZzMFQrd013S2RpVktDc3J3OXk1YzVHWm1Ra0FHRGR1SEtaTW1ZSTdkKzdnOWRkZmgxcXRCc2R4Nk51M0x3QWdKaVlHang0OXdyWnQ1ZDlDSzVGSU1HZk9ITGk0dU9DMzMzN2pnNjBiV0YyN2R1M0M2ZE9uTVgzNmRBQkExNjVkQVFCRlJVV1lObTBhN3Q2OUN3QUlEdy9IZi83ekgweWRPaFcvLy80N2lvcUtNSG55WkN4WnNnVGR1M2MzK2ZPTUdUTUdVVkZSQUlCMjdkckJ6YzNON045RlZlSFJQVDNvMmJNbkpCTDl4dURhdFdzUkZCUms5TDBWejUrMTFHbzF1blF4L29ScGJUMWlEMmhOVVZPOEVtdlhyc1hGaXhjQkFBRUJBWGpublhjQUFGOS8vVFhmTS92S0s2K2diZHUyQU1yL1FCY3RXZ1NWU2dXZ1BJQXVMaTVnalBIYkFZQUdEUnFZM09mdnYvL092KzdldlR1eXNyTHc3cnZ2NHNxVkt3QUFWMWRYL1BPZi80Uk1Kc01YWDN5QjBOQlFBT1hoLytDREQ3QnExU3FVbEpRWTNmYTMzMzZMeVpNblkvTGt5Y2pMeTZ2Ujc4U1lzckl5dlZNVjdRY2RFUTRkc1N2UnNHRkQvblZtWmlaNjlPaGhzTTR2di95Q1gzNzVCZSs5OXg1T25EaUI1T1JrZmxsUVVCQTZkKzRNanVQMEx0RTBiOTdjNUQ2MVJ5Q0pSSUxpNG1LTUhEa1N1Ym01L0x6Rml4ZWpTWk1tQUFCdmIyOTg4ODAzZU8rOTkzRHYzajFvTkJyODhNTVBPSGp3SUdKalk5R3hZMGYrQStYZXZYc1lNbVFJdjU4eFk4WlU2M2ZoNWVXRmR1M2FZZVhLbFFaSDR4TW5UcUN3c0JBQUlKVkswYTFidDJwdDI1SzJiTm1DVnExYUdjeFBUazdHeUpFakJhaElHQlRzU3BocUJocmo0dUtDKy9mdjg5UDkrdlhEUng5OWhFT0hEdW10NStIaGdUZmVlTVBvTm5KemMvSG5uMzhDQVB6OS9iRjQ4V0l3OXZkWFZmdjUrZUhZc1dNNGR1eVkzdnRDUTBOeDc5NDlmam96TXhNZUhoNEF3SjlUNnk0SGdKeWNITE4vTnEzQ3drS2o1K2c3ZHV6Z1g4dGtNcU9kZzYrODhrcTE5K2ZrNUlSVHAwNEJLRzhWNkhhS2FlY1Q0eWpZbFdqVXFCRzZkKy9PWHpxSmk0dkQyMisvRFFCWXRXb1ZuSnljTUdYS0ZBQkEwNlpOOGVXWFgrTDk5OS9IZ0FFRHNHalJJc2hrTW5UczJCRjVlWG53OHZKQ1dGZ1lSb3dZZ2NEQVFLUDdPM1BtRERRYURRQmd4SWdSdUhyMUtvNGNPUUtPNDhBWXc4T0hEN0YzNzE2VDlmcjUrU0UzTnhkaFlXRm8yYktsM3JMMDlQUmEvejZNdVhYcmxsWFBjMTFkWFFIQTRES2lkajR4am9KZENZN2o5SUxkcUZFamZsbHdjTERCMGF0VHAwNTQ3YlhYTUdEQUFKU1VsQ0FqSXdNbEpTVndjWEZCaXhZdE1IdjI3RXIzcDNzVTZ0dTNMN3AxNjRhVWxCVE1uVHNYNzczM1hwWDFkdXpZRVNOR2pNRE5temNObHVrRys5VlhYOFdDQlF1cTNKNDV2djMyVzVQTEdqZHViREN2cUtnSUR4OCtySFFkYzN2dTFXcDFqWHY1eFk2Q1hRMXBhV244NjR5TURJTS9xdXpzYlB6MDAwLzQ2YWVmTUhyMGFMend3Z3U0ZXZVcUFQT09NTHJyWExwMENRTUhEc1NPSFRzZ2tVajBqb3E2UGRSNzl1d3g2RzJPaUlndzJMWnVzQzAxV09QbXpaczRjdVNJeWVXN2R1MHltSGYwNkZGODlORkhsYTVqamttVEpxR3dzTkJnRElFam5VZFhob0pkRGRwbU9BQk1temJOWUxudVFKRS8vdmlEdjB3R2xGK24vZUtMTC9ocDNUOXVyWTgvL2hpLy9mWWI3dCsvajZWTGw2SlhyMTZvVjYrZVJXclhEZmJhdFd1eGR1M2FHbTlyeDQ0ZGFOYXNHZExUMC9YNkFDenQ1czJiK09HSEgzRDc5bTI5a1g0QThOdHZ2eUU4UE54cSs3WjNGT3dxVk9jUE56NCtubjlkOGJ3ek16TlRyNVBKV0xDZG5aMHhkdXhZZlA3NTU4akx5OE9CQXdld2VQSGlTdmRwckZOcTZOQ2htRGR2bnQ0OFM1NWphd2ZZVkJ5RW9zdmNvYXltMW12VHBnMW16SmlCZmZ2Mm1YeXZWQ3BGVVZHUldmdHhOQlRzS21pdlNRUGw1OERhUzE0N2QrNkVrNU1UZndrcElTRUJseTlmcnZYK25udnVPZjcxaFFzWGFyMDlvSHpVbW91TGk4a1JiMVZScVZUOFNEb0FmQ3ZDMzk4Zm5wNmU2TmF0R3c0ZlBteVJXblg1K2ZtWlhQYVBmL3dEUFh2Mk5MZ2VmK1RJRWFNM245RGxMcUpIZXhjVkFMMC83c2VQSCt1ZFkrL2N1Wk4vdlhEaFFnd2VQQmpYcjEvSFcyKzlCYUQ4MHBrNU4wWG8vbEZtWkdSZzBLQkJCdXZvOW96MzdkdlhvTGxlOFJ6YjA5T3owblBocXB3OWUxYnZSaE5uWjJmK2RhdFdyZkRCQng4WUJMdGlwMWhPVGc0S0NncU1idC9Qejg5Z05GNVFVQkRxMTYrUEprMmFvSDM3OW1qVHBnMldMbDNLTDlmK1huUmJJbEtwRkQ0K1BrYjM0ZW5waVFFREJsVDJZNG9LQmJzSzJzRWhBUER5eXkvenI4ZVBINiszM3NLRkMvSDQ4V01jUFhvVUw3MzBVbzMyZGV2V0xTaVZTbjY2cEtRRS8vakhQL0RUVHo4aE1qS1NIOWlpRyt3UFB2Z0FRVUZCdUgzN05uNy8vWGU4L3Zyck5kcDNaU3BlYXRJOThpOVlzTUJvWjV4dXA5aXRXN2N3YnR3NGs5djM4UERBZDk5OUJ5OHZMNE5sMmcvTTB0SlN2V0JyM2JoeGczL2RvRUVEY0J4bmRCK0JnWUg0L1BQUFRkWWdOaFRzS21Sblo1dTFuck96TTI3ZXZJbXdzREFzWDc0Y2dQNkhRc1hPc3c0ZE9tRGd3SUY2MjFpNGNDR3VYNy9PVHpkczJKQi9uMGFqUWYvKy9iRmt5Uks5OXhRV0Z1TGpqei9Hc1dQSG9ORm8wS2hSSTM2TStaZ3hZL2hlK1pwS1NFalFhN1U0T1RucHRWUkNRa0lxZlg5NmVqcGlZbUw0bzdWRUl1R3YxUVBsTjZha3BxWml3b1FKV0xseVpaWGJxK2phdFd2OGEyTWp6aHdWalJXdmd2YkdpOGFORyt1Tmg0NkxpOE9XTFZ2MDF0MnhZNGZlUDkzbXI3YnpUUHZ2dDk5K005aVhkc3k1Vm5SME5MNzY2aXMrQ05weDRicmMzZDFSWEZ6TXIvUEZGMS9vOVF0WWdtNndxM09lbnB5Y2pBa1RKdURCZ3djQXlpL25WV3pwVEpnd0FVRDVVWDMwNk5IWXZYdTMyUjJXR28yR3Y2OGRBQ0lqSTgydVRlem9pRjJKMHRKUzNMcDFDMEQ1T1o5Mm1DWlEvckFFU3crT0NBc0xnNnVySzVvMWE0WTMzM3dUVXFrVUowNmNBRkFlaXBFalJ4cDlMTkQ4K2ZNeGJOZ3dGQllXNHM2ZE85aStmVHRHalJvRkx5OHZpenpGUlBmNnZlN3ZvREo3OXV6QmtpVkwrQThGdVZ5T1pjdVdHWnhuangwN0ZoY3VYRUJDUWdJS0Nnb1FHeHVMWGJ0MjRkMTMzOVVibTI4czdLZFBuOVpyVVhYcTFLbGFQNWVZVWJBcmNlblNKZjcrWisyTkY3cTBSeUtnZkpSYXhVdGMxZTA4R3o1OE9JWVBIdzRBeU1yS3dxaFJvL2hsL2ZyMWcxcXR4aSsvL0dMd3ZnWU5HbUQ2OU9uOHBiSDE2OWNqT2pvYXExYXRNdU9uTEtmdDNKSktwWkJLcFpESlpGQ3BWTmk3ZHkrMmI5L09yNmM3K3M2VXI3NzZDbkZ4Y2Z5MGk0c0xWcXhZZ2E1ZHUrcmQzZ21VTisyWExWdUc4ZVBIOHgraTE2NWR3NDRkTzlDOWUzZGtaMmRES3BVaU1URlI3MzFsWldWWXZYbzFQOTJzV2JOS0w3ODVHZ3AySlhSdnRtamR1clhlc3NtVEordWRRMXRxSUluV045OTh3OStvMGJScFUzaDZldUtGRjE0d1dFL2JRejFreUJEOC9QUFB1SDc5T2dvTEMzSHg0a1dESjRsVTV0U3BVMlk5VU9MNTU1K3ZjcDBYWG5nQm16WnRna2FqUVVCQUFGYXNXR0h3KzlQbDZlbUo5ZXZYWS9yMDZiaHk1UW84UFQzeDZhZWZBaWovc0t0NFNjdkh4d2NYTGx6UUd6b2JIUjFkWlYyT2hNNnhLL0g2NjYveno5N3EzTGt6Z1BLSEI0NGFOUXFabVpsOGI3R3JxNnZGanhZTEZpeEFURXdNM04zZHNXVEpFdjRCQ2JxQ2dvTDRhNzBTaVFTelpzMUNSRVFFNHVMaXFoVnFBRkFvRkZXdUV4NGVybmZycHltdFc3Zkd3SUVEMGJ0M2IyemF0S25TVUd0NWVYbmgyMisveGVqUm96Rm56aHcwYU5BQUVvbEU3N3ErVm84ZVBmRGNjOC9oM1hmZkJWQit1ZXpWVjErdGNoK09oSTdZbFdqV3JCbFdybHlKMWF0WDg1ZDAzbnp6VGVUazVHRHIxcTF3YzNORGFHZ28zbi8vZll2ZmJlVGs1SVN4WThkaTZOQ2g4UER3MER2SDVEZ096WnMzeC96NTgvWGUwNkZEQjRObm9wa3JORFFVdnI2K1JtL25EQWdJUVAvKy9URng0a1N6bjljMmI5NjhhcmRpWkRJWlpzeVlvVGV2UzVjdTJMZHZINlJTS1lLQ2d0Q2xTeGYranJwSmt5WWhLeXNMVVZGUmRMZFhCY1l2K3RrSmhVTEJBT3MvSHFlb3FNaHFmemdQSGp6Z3orT045WHByYVRRYVBINzhHRktwRks2dXJwVStQNnltQ2dzTCtjYzlhUzlyeWVWeWd3Y3JHS1A3Z0FoanJRdXQzTnhjL2x3YXFIcm9xVWFqUVZsWm1kNmdHRjBxbFFwT1RrNG1yMThMUWZzekpTWW1DbFlVSGJITllNMmpnZTVUV2lvamtVZ3MrcHh1WTB3OWk4MGM1bzROOS9IeHFkWWprU1VTaWNsUUE3REtCNXdZMERrMklTSkV3U1pFaENqWWhJZ1FCWnNRRWFKZ0V5SkNGR3hDUklpQ1RZZ0lVYkFKRVNFS05pRWlSTUVtUklRbzJJU0lFQVdiRUJHaVlCTWlRaFJzUWtTSWdrMklDRkd3Q1JFaFVkeWwzcTlmUDZGTElLUk9zZXRnTThadWNCelhVdmRwb1lUVUVXbFZyMkk5ZGgxc3BWTFp0bVhMbHNhL2hZMVVpN3U3KzBNQUtDd3NiQ0IwTFdJUUZCVDBXT2dhQ0lGQ29XRGFoME1TKzBlZFo0U0lFQVdiRUJHaVlCTWlRaFJzUWtTSWdrMklDRkd3Q1JFaENqWWhJa1RCSmtTRUtOaUVpQkFGbXhBUm9tQVRJa0lVYkVKRWlJSk5pQWhSc0FrUklRbzJJU0pFd1NaRWhDalloSWdRQlpzUUVhSmdFeUpDRkd4Q1JJaUNUWWdJY1VJWFFJUVJHUms1Z2VPNFJkcHBqdU9DQVlBeGxxR3oybHFsVXZtWnJXc2p0V2ZYenhVbk5hZFNxYzdJNWZMZ2l2TzFBUWNBeHRoQjIxWkZMSVdPMkE1TW9WQmNCOURHMkRMR1dLcFNxUXl6Y1VuRVF1Z2MyN0Z0TnJXQTQ3ajl0aXlFV0JZRjI3SHRNYlZBclZadnRXVWh4TEtvS2U3Z0ZBckZUUUJOZGVjeHhqS1VTbVdJUUNVUkM2QWp0b05qakJscmpoK3dlU0hFb2lqWTVCY2o4N2JadkFwaVVkUVVKMXhVVkZRYXgzRWhBTUFZeTFJcWxRMEIwRGR2MmpFNlloTW1rVWgwbStNSFFhRzJleFJzQXJWYXpUZkhHV1BiaGF5RkVHSTVrcWlvcUFkUlVWR1BBRGdKWFF5cFBScFNTZ0JBdzNIY1ZzWllRd0Jxb1lzaHRVZkJKZ0FBeHRodXhwaVAwSFVReTdEclh2R29xS2dMSE1kMUVib09NV0NNZ2VQcytzK2hycm1hbUpqWVhxaWQyM1huR1lYYWNpalVGdGRPeUoyTG9pbWVrSkFnZEFtRThEcDI3Q2gwQ2ZaOXhDYUVHRWZCSmtTRUtOaUVpQkFGbXhBUm9tQVRJa0lVYkVKRWlJSk5pQWhSc0FrUklRbzJJU0pFd1NaRWhDalloSWdRQlpzUUVhSmdFeUpDRkd4Q1JJaUNUWWdJVWJBSkVTRUtOaUVpUk1FbWdpZ3FLaEs2QkZFVHhhT1I2cUtqUjQvaTh1WEwrUERERDRVdXhlYlMwdEt3ZGV2ZjM4STdlZkprZUhoNDhOTWxKU1hvMjdjdkFnSUNFQjRlamttVEppRTBOTlRrOWxKVFV6RjA2RkIrK3R5NWM1REw1ZFlwWGlRbzJCWldVRkNBeno3N0RFZVBIZ1VBQkFZR1lzU0lFWHJybVB0TXJKMDdkNkpKa3lZRzg2M3hUQzN0YytNMEdnMXljM09yWE4vSHh3Y1NpZkVHMzhPSEQ3Rmp4dzUrZXV6WXNYckJUa3BLUW1scEtlN2V2WXQ3OSs3aDQ0OC9ybVgxcENJS3RvWFZxMWNQV1ZsWi9QVEtsU3ZSc21WTFBveU1XZlpyc1R3OVBma25qT2JsNVFFQUpCS0pYcENNeldlTUlUOC8zMkI3dWJtNUdEQmdRSlg3UFh6NE1QejgvR3BVODIrLy9jYS83dHk1czE2dHhESW8yQlltbFVxeGVQRmlEQjgrSEUrZVBJRmFyYU5OSDhZQUFDQUFTVVJCVk1iY3VYT3hkZXRXK1BuNTRmSGp4M3JyQndRRVFDYVQ4ZFBwNmVuVjJ0L1BQLzhNYjI5dkFIOGZ5VU5EUTdGcjF5NStIV1B6SHo5K2pMNTkrMWIvQjdRQTNXQ2ZQMzllcndXeWUvZnVTcHZseER3VWJDc0lDZ3JDakJrejhObG5ud0VvUDJJbUppYWlmLy8rU0V4TTFGdjNtMisrUWVQR2pmbnA2amF6WDMzMVZZTm5ndCs5ZXhkOSt2UXhXRmQzZm0xYkRzbkp5WWlKaVRGcjNaZGVlZ2tBY096WU1aU1VsT0Q2OWV1MTJqZXBHZ1hiU2w1OTlWWHMyN2NQdWJtNVdMeDRNVnEzYmcyTlJvT05HemZ5NjhqbGNnUUZCWm5jeHA5Ly9vbVFrQkQrWE5iWU9hMng1clJHbytHYjMrYk1yNHp1TTlzdGNXNi9hOWN1YURRYUFFQjRlRGpDd3NMMGx1Zms1R0RJa0NHVmJ1T1paNTR4bUVkSGVuMFViQ3RhdkhneHZMeTg0T0xpQWdENDZxdXZjT1hLRlg1NXo1NDk5WnJoQU9EazVBUzF1dng3OGViUG40LzU4K2NEQUlZT0hZcDU4K1lCcVBvTEVwWXRXNmJYSzExWHZsQkJyVllqUGo0ZVFQa3B5NUlsU3d3KzJPN2V2U3RFYWFKRHdiYWdKMCtlR0J3UmMzSnlFQlFVaEwvKytndmJ0bTNqNTBza0Vvd2JOODVnRytIaDRiaDgrYkxCL1BidHk3OEdxaVpIVFhQZUV4c2J5emVaemRHMGFWUHMyYlBINkxJclY2N3dIMElBOFAzMzM4UFB6dzlKU1VsNCtQQWhBTUREd3dOcjFxelJlMTkwZERRYU5teW9OOC9mM3g4cWxRbzVPVGw2OHdEb2RWSVNmUlJzQzRxUGo4Znk1Y3NONWlja0pLQkZpeGI0NUpOUHNIRGhRZ0RBeElrVDBhcFZLNE4xWTJOanNYejVjaVFuSjBPbFVzSEp5UWxTcVJSdDI3YTFldjNWSVpQSlVLOWVQYXhmdng1RGhneEJvMGFOK0dYMzc5L1hXOWZmM3g4QkFRRlFLcFg4dk56Y1hCdzRjRUJ2dmNqSVNJTmdIemh3d09BNmRueDhQT1J5ZVozNEtwMjZpb0p0UTRNR0RVSnFhaW9LQ3dzeFljSUVvK3VFaElSZzVjcVZKcmV4Zi8vK0t2ZXpidDA2N042OXUxcnY4Zkx5TWpyZlZIaVVTaVdXTDErT3JLd3NuRGx6Qm5GeGNYQjJkcTUwSHhSRTI2RmcyOURjdVhOeCtQQmhBTUNQUC81bzl2dDB6NUVEQWdJQVZDOGtsVFd4MTZ4Wmc2NWR1NXE5TGEzQXdFQVVGaFlDQUZKU1V2REZGMS9nMDA4L3JmUTlEUnMyUkhoNE9MNzY2aXYwNjllUG42ODdFSWZPc1MyRHhvcGIwTEJodzNEOCtIRnMyTEJCNkZLc3JtSERobnFYdStMajQzSG8wS0VxMzdkeTVVcTR1Ymxac3pRQ09tSmJsRnd1aDF3dU4vbUg2K0hoQVY5Zlg2aFVLcFNWbGFGZXZYcEcxOVB0S0pKS3EvNHZXcjU4ZWJXTzRMMTc5elo3M2NvdWR3MGJOZ3o3OXUzRDFhdFhBWlJmQldqWHp2VFhRdi8yMjIrSWo0ODN1SWIrMVZkZjhiK3ppUk1uNmkxNzhjVVhvVktwOU9aRlIwZWJYYitqb21EYjBMeDU4L0RTU3k5aDRjS0ZZSXhoNjlhdEJoOEN2Lzc2SzJiUG5zMVBWeHhuYnN6TW1UTXRYcXM1SkJJSjVzMmJoOUdqUjBPajBlREpreWRZc0dBQkprK2ViSFQ5TzNmdUdIU1lBY0RKa3lmNTF4V0RiYXpubTNyRHEwYkJ0cEdDZ2dJVUZoYml3dzgvNUMrSnpaOC9IeXRXck9BSG51VGs1R0RKa2lYOGV3SURBL0hlZSs5VnVlMlhYMzRad2NIQlp0ZXlidDI2YWxadldxdFdyZkQ2NjY5aisvYnQ4UER3d0lnUkkwemVIRUpzaC80SGJLQ3dzQkJUcGt4QmFtb3E1c3ladzg4L2Rlb1VGaTFhQkkxR2crTGlZbno0NFlkNDlPZ1JnUEtqWVd4c0xGeGRYWVVxMjJ5VEprMUMzNzU5c1gzNzlrcHZJQmsyYkJnU0VoSnc3dHc1dmZrN2QrNUVRa0tDMFlFMENRa0oyTGx6cDk2OGMrZk8xWmxCTjNVVkhiRnRZTnEwYWJoMjdScHUzNzZOa1NOSDRzcVZLL3hnbFgzNzl1SHg0OGNvS0NqUUc1VTJjK1pNUkVWRm1iWDlmZnYyV2FWdWMzbDZlbUxwMHFXQzFrRDBVYkJ0NE5LbFN3Q0F5NWN2WStUSWtaZzVjeVl5TXpQeDMvLytGd0J3NXN3WnZmWEhqaDJMNGNPSG03Mzk2bDZ5cWs1SG02MnVQUmNWRmVIbm4zOUd0MjdkOUs3QlYwWjN2Y0RBUUd1VlpwY28yRlpRc1JjWEtCOEQzcU5IRHdEbHpleXhZOGZpL1BuemVQcjBxZDU2WGw1ZTZOQ2hBelFhamRubnFxWTZxNFNTbloydE4xM3g3ck9LMXExYmg5T25UK1BKa3lkWXRXb1Z1bmZ2YnRaKzZLWVAweWpZVm5EejVrMjlhYmxjanFWTGw2SjkrL2JZdlhzMzl1N2RxemU4VWxkZVhoNW16SmdCSHg4ZjlPelpFNTA3ZDBaRVJBU0Nnb0pNQmtUSXpyUGs1R1NrcDZkRExwZERKcE1oTHk4UGE5ZXUxVnRIZXhPTVZzVjcwbld2ZjJ2SGtwUGFvV0JiZ2U3bG1IcjE2bUhzMkxGWXYzNDlybCsvenQreXFDczRPQmhPVGs1SVMwdmo1K1htNWlJK1BwNi9HMnJVcUZGbzJyUXBZbU5qRGQ1Zm0zTnMzYU85c1E0cDdVZzVBRVk3eGxKU1Vpb2RjZWJuNXdkUFQwKzllY2VQSHpkWVR5YVQ0WlZYWGpGNlN5YXBQZ3EyRmJ6MTFsczRldlFvVWxOVHNXclZLclJ2M3g2SERoMHlDTFdibXh0R2pScUZzV1BId3NuSkNidDI3Y0xHalJ0eDc5NDl2Zlc4dkx3d1ljSUUvUHJycjFhdm5lTTR1THU3ODlPNmp6OXEwNllOLzFvN2NFYWhVRlM2dlRmZWVNTmdYb3NXTFNDVlNxRlNxU0NSU1BES0s2OWc0c1NKL0hCWlVudVZuL3pVY1FxRmdnRjE1MzVqWGJkdjMwWldWaGJmcVhYaHdnWCs2Tmk0Y1dNTUhqd1lyNzMybXNIUlRLUFI0T1RKa3podzRBQk9uejZONHVKaVRKOCtIVysvL1RZS0N3c056bDh0eWRpREU4M1J0MjlmZythMXY3OC9YbnZ0Tll3ZlA5NW9YOEdQUC82SVBYdjI0Sk5QUGtHTEZpMHEzYjY5UGFWVTIrR1ltSmdvV0w0bzJEYTBjK2RPdEcvZkhpMWJ0alJyL2RMU1VseTZkQWtSRVJGVjNqa2xwS0tpSXI2eno4bkpDVEtaekt5T3YrcDBFR29mUGdHVWQwVFdaWFVoMk5RVXR5SGRvNDQ1NUhJNU9uZnViS1ZxTEtlbWcyaXFNMEt0cm9lNXJxR1JaNFNJRUFXYkVCR2lZQk1pUWhSc1FrU0lnazJJQ0ZHd0NSRWhDalloSWtUQkprU0VLTmlFaUJBRm14QVJvbUFUSWtJVWJFSkVpSUpOaUFoUnNBa1JJUW8ySVNJa2l2dXhkYis1a1JCaTU4Rm1qTjNnT0s1bGJtNnUwS1VRVWxGYTFhdFlqMTBIVzZsVXRtM1pzcVdQMEhXSWdidTcrME1BS0N3c2JDQjBMV0lRRkJUMHVPcTFDTEV5aFVMQnRNK1FJL2FQT3M4SUVTRUtOaUVpUk1FbVJJUW8ySVNJRUFXYkVCR2lZQk1pUWhSc1FrU0lnazJJQ0ZHd0NSRWhDalloSWtUQkprU0VLTmlFaUJBRm14QVJvbUFUSWtJVWJFSkVpSUpOaUFoUnNBa1JJUW8ySVNKRXdTWkVoQ2pZaElnUUJac1FFZUtFTG9BSUl5b3FLZ2hBa0hhYTQ3amZBSUF4MWxsbnRZZEtwZktPcldzanRXZlh6eFVuTmFmUmFKNXpjbkxhWG5HK051QUF3QmliRG1DVlRRc2pGa0ZOY1FlbDBXaU9BRkJWc29vYXdGWWJsVU1zaklMdG9LNWN1WkxMR0R0U3lTb1hsVXJsUTVzVlJDeUtndTNZdHBsYW9ORm85dGl5RUdKWkZHd0hWbHBhZXBneFp2QzFQb3d4eG5IY0ZpRnFJcFpCd1haZzE2NWRld0RnVk1YNUhNY2xVVys0ZmFOZ0U0UG1PR1Bzb0JDRkVNdWhZRHM0bFVwMXFPSThqVWF6V1loYWlPVlFzQjNjbFN0WGJnRkkxSm1WZk9uU3BXdEMxVU1zZzRKTkFKM21PR1BNNEFoTzdBOEZtNEF4dGsvbjlTWWhheUdFV0ZCVVZOUmZDb1VpRFhUL2dDalFXSEdpdFlVeEZnVEE0TG8yc1Q5Mi9lbXNVQ2dPQUJnb2RCMWl3UmdEeDluMW4wU2R3Umc3bzFRcW54TnEvL1oramsyaEpuVVN4M0hkaGR5L0tKcmlDUWtKUXBkQUNLOWp4NDVDbDJEM1IyeENpQkVVYkVKRWlJSk5pQWhSc0FrUklRbzJJU0pFd1NaRWhDalloSWdRQlpzUUVhSmdFeUpDRkd4Q1JJaUNUWWdJVWJBSkVTRUtOaUVpUk1FbVJJUW8ySVNJRUFXYkVCR2lZQk1pUWhSc0Vjdkp5VUZpWW1MVkt4TFJFY1dqa1lpK0hUdDJZUFBtelVoUFQ0ZEVJc0hldlhzUkVCQWdkRm5FaGlqWVZ0Q3JWeThVRmhaYWRKdlZlYTViZ3dZTmtKNmVEZ0RRYURTSWo0L0hlKys5WjlGNlNOMUd3YlpER1JrWm1EeDVzc25sR28xR2IvcUhIMzdBdm4zN1RLd05yRm16QnNIQndmeTBxWWZ4U1NRU3VMcTZJaWdvQ0IwNmRNQ3JyNzZLVnExYTZhMVQwd2Y1bWZyZ1NrcEt3cUZEaDNEcDBpV2twNmZqNmRPbmtFcWw4UFQwUkVoSUNDSWlJakI5K3ZRYTdWUE1LTmgycUt5c2pEOGltNk80dUxqUzljdkt5c3phamthalFXRmhJVzdjdUlFYk4yN2dwNTkrd3FSSmt6Qmh3Z1N6YXpGWGVubzZZbU5qOGZ2dnZ4c3NLeTB0UlhaMk5yS3pzNUdVbEVUQk5vS0NiUVVIRHg0RVkzOS9vVWFQSGozNDF4OTk5QkVHRFJwazhKNjB0RFNNR2pXS24xNnpaZzNhdDI5djNVTE5JSlBKRUJRVUJLRDhBeUlySzR2LzJSaGorT2FiYnhBUkVZRXVYYm9BQUJvM2JteXdqWHYzN3VsOWVCaGJSMWRTVWhJKytPQURGQlFVNk0xM2NYR0JuNThmVkNvVkhqNThhTkF5SVgrallGdEJ2WHIxVEM2VHkrVndkWFUxbU8vaTRxSTM3ZXpzYkhROVkycnlYSFZ6bTh5TkdqWENqaDA3K09tc3JDd3NYTGdRRnk5ZTVPZkZ4OGZ6d2Q2MWE1ZkJOdDU0NHczY3ZIbVRuemEyanRhZE8zY3diZG8wUEhueWhKL1h0V3RYVEpnd0FaR1JrWkJJeWkva2xKU1VJQ0VoQVQvOTlKTlpQNGVqb1dDVGF2SDM5OGY4K2ZNUkhSM056MHRMUzdQWTloY3RXcVFYNnBFalIrTEREejgwK09vaFoyZG5QUHZzczNqMjJXY3R0bTh4b2V2WXBOb3FYanFUU2kxemZMaHc0UUl1WDc3TVQwZEdSbUxHakJuMGZXSTFRRWRzRWJEMVY4cFU3TkJxMjdhdFJiWjc4T0JCdmVueDQ4ZnpUVzlTUGZSYkk5V1NrSkNBUllzVzhkTlNxUlN2di82NlJiYXRlN1NXeStYbzFLbVRSYmJyaU9pSWJVSFhyMS9IVzIrOVZlazZzYkd4aUkyTnJYSmI0OGVQTjVpbjdTU3IyQnNjRWhKU2pTb055V1F5azh2UzB0THcybXV2QVFEeTgvT1JtNXZMTDNOeWNzS0NCUXZRcEVtVFd1MWY2Lzc5Ky96ckJnMGFRQzZYVzJTN2pvaUNiWWVlUG4zS3Y1Ykw1WWlQajdmYXZzckt5bkRuemgyRCtiMTY5Y0s3Nzc2TE5tM2FXSFJmV3RRRXJ4MzY3ZGtoM1Y1amQzZDNRV3A0OU9nUkdqUm9ZTkZ0Nmw3ZWUvVG9FVjJucmdVNllsdFE2OWF0Y2VyVUtZUDUvZnIxUTBsSkNRQmc5T2pSbURoeG9zRTYxUm1na3BlWHg3OTJkWFhGM2J0M01XVElrQnJYWGRsMThHYk5tbUhIamgxNCtQQWhsaTFiaHFOSGp3SUFybDY5aW1uVHB1SDc3NyszV0pPNWNlUEd1SGJ0R2dDZ3FLZ0kxNjlmUjd0MjdTeXliVWREUjJ3TDBvNmwxdjMzOU9sVFB0UUEwTEJoUTROMVhGMWRUUTVRMGYybmxacWF5ci8yOHZLeStzOEZsSi96TGw2OEdPSGg0Znk4NU9Sa2ZQMzExeGJiUitmT25mV21OMjdjYUxGdE94b0t0cFVsSlNYcFRZZUdodFo2bTdkdjMrWmZoNFdGR1N3UERBeXM5SisvdjMrTjlpdVZTckZvMFNLOTY5YmJ0bTNESDMvOFVhUHRWUlFkSGExM2JuMzA2RkVhV1ZaRDFCUzNzdjM3OSt0TlY3d2JxaVowUHl5YU4yOXVzSHp2M3IyVnZyODJUZmVtVFp2aXJiZmV3b1lOR3dDVTk5QXZYcndZY1hGeHRlN3dhdFNvRVVhT0hJbE5temJ4OHo3Ly9ITmN2MzRkbzBlUFJ0T21UZm41ZVhsNU9IUG1ETFp0MjRhNHVMaGE3VmVNS05oV2xKQ1FnQk1uVHZEVHpabzFxM1dIVTNKeU1qSXpNL25wRmkxYTFHcDdOZkh1dSsvaThPSER5TWpJQUFEODhjY2YyTEZqQjRZUEgxN3JiY2ZFeENBMU5SV25UNS9tNThYSHh5TStQaDZlbnA3dzlQUkVVVkVSY25KeWFyMHZNYU9tdUpYY3VIRURzMmZQMXJ2TGEvRGd3YlhlN3FGRGgvalhycTZ1VUNnVXRkNW1kVGs3TytPamp6N1NtN2RtelJwa1oyZlhldHRTcVJRclZxekEyTEZqRFlhcTV1Zm5JejA5blVKdEJqcGlXOEd4WThld2FORWlGQlVWOGZOQ1FrSXdiTml3V20yM29LQkE3NXl6ZCsvZVJudWtiVEhFdEh2Mzd1alhyeC9mUy83a3lSTXNXN1lNUzVZc3FmVzJuWnljRUJNVGc2RkRoMkxQbmoyNGNPRUNVbE5UVVZCUUFJN2o0T2JtaG9DQUFMUnExWXB1QWpHQmdtMUJhclVhQ3hjdXhJRURCL1RtdTdtNVllblNwUVk5MzlWMTkrNWRGQmNYODlNdnZ2aGlyYlpuaXJtM2dYN3h4UmRtcmFkNzIyZDFCQVVGWWVMRWlVWXZENUxLVVZQY2dweWNuREI0OEdCNGUzdno4M3g5ZmZHdmYvM0xJcDFtYmR1MnhhZWZmZ29BaUlxS01ubTA4dmYzci9TZm41OWZyV3NoZFJzZHNTMnNTNWN1aUl1THc0d1pNeEFhR29xNWMrZWlmdjM2VmI3UHpjME5Bd1lNNEtkOWZIeU1yamRvMENCa1ptYWlXN2R1SnJkVnNjVlFVVzBIdEpDNno2NXZkRlVvRkF5bzJSTkVyRTJsVWxuc1B1V3FNTWIweG8rYisrUVZZaDNhUG83RXhFVEI4a1ZIYkN1eFZhZ0JnT000Q2pQUlErZlloSWdRQlpzUUVhSmdFeUpDRkd4Q1JJaUNUWWdJVWJBSkVTRUtOaUVpUk1FbVJJUW8ySVNJRUFXYkVCR2lZQk1pUWhSc1FrU0lnazJJQ0ZHd0NSRWhDalloSWtUQkprU0VSUEdnaGVlZWUwN29FZ2lwVSt3NjJJeXgzem1PNjZUN1dDQkM2Z0xHbUdXKzk2aUc3UHFaWndBa3paczNGK1o3WkVYRzA5TXpEd0R5OC9OdDh5MS9JcGVTa3ZJRWdGcm9Pb2lEVXlnVVRQdHdTR0wvcVBPTUVCR2lZQk1pUWhSc1FrU0lnazJJQ0ZHd0NSRWhDalloSWtUQkprU0VLTmlFaUJBRm14QVJvbUFUSWtJVWJFSkVpSUpOaUFoUnNBa1JJUW8ySVNKRXdTWkVoQ2pZaElnUUJac1FFYUpnRXlKQ0ZHeENSSWlDVFlnSVViQUpFU0Y3Zi93d3FhSEl5TWdKSE1jdDBrNXpIQmNNQUl5eERKM1YxaXFWeXM5c1hSdXBQYnYrd2dCU2N5cVY2b3hjTGcrdU9GOGJjQUJnakIyMGJWWEVVdWlJN2NBVUNzVjFBRzJNTFdPTXBTcVZ5akFibDBRc2hNNnhIZHRtVXdzNGp0dHZ5MEtJWlZHd0hkc2VVd3ZVYXZWV1d4WkNMSXVhNGc1T29WRGNCTkJVZHg1akxFT3BWSVlJVkJLeEFEcGlPempHbUxIbStBR2JGMElzaW9KTmZqRXliNXZOcXlBV1JVMXh3a1ZGUmFWeEhCY0NBSXl4TEtWUzJSQUFmZk9tSGFNak5tRVNpVVMzT1g0UUZHcTdSOEVtVUt2VmZIT2NNYlpkeUZvSUlaWWppWXFLeW9xS2lzb0I0Q1IwTWFUMmFFZ3BBUUFOeDNHYkdXTU5BYWlGTG9iVW5sMTNuaWtVaWdNQUJncGRoMWd3eHNCeGR2MG5VV2N3eHM0b2xjcm5oTnEvdlo5alU2Z3RoRUp0V1J6SGRSZHkvNkpvaWlja0pBaGRBaUc4amgwN0NsMkMzUit4Q1NGR1VMQUpFU0VLTmlFaVJNRW1SSVFvMklTSUVBV2JFQkdpWUJNaVFoUnNRa1NJZ2sySUNGR3dDUkVoQ2pZaElrVEJKa1NFS05pRWlCQUZteEFSb21BVElrSVViRUpFaUlKTmlBaFJzSW5ES1MwdEZib0VxeFBGbzVHSWZWSXFsYmgxNnhhNmRldUc0T0JnZytXWm1abElTa3BDU2tvS1VsSlNNSHYyYkFRRkJkVnFuM2w1ZWVqYnR5L2MzZDFSdjM1OU5HalFBSXNXTFVKQVFFQ3R0bHZYT0ZTdzA5TFM4TUVISDFUclBidDI3VUtmUG4yUWw1ZFg2WHE2ejEyenhqT3ZLajdYN2VqUm94YlpibkJ3TU5xMGFhTTM3K3paczRpSmliSEk5clZpWW1Jd2R1eFl2WGs3ZCs3RWdRUGwzLzgzZlBod3pKNDlXMjk1YW1vcTVzMmJ4MC83Ky90ajd0eTVWZTZMTVlhc3JDeWp5MDZkT2dYR0dBb0tDbEJRVUFDWlRBYWcvRVBFRkhzTXZVTUZ1NnlzREhmdTNMSHBQajA5UGZtbmYyby9IQ1FTQ1R3OFBQaDFqTTFuakNFL1A5L2tkai82NkNPTDFEZGt5QkI4OHNrbkZ0bFdkYWpWYXB3NWM0YWY3dFNwazhFNlhidDJSYXRXclpDY25Bd0EyTE5uRDk1Ly8zMTRlM3RYdXUzQ3drSzg5TkpMWnRWeDQ4YU5LdGUxeDRkbE9sU3doZkR6enovemY0amFJM2xvYUNoMjdkckZyMk5zL3VQSGo5RzNiMThiVjJzN2lZbUovQWVYcTZzckhqMTZWR1ZMcDZTa3BOTGZpVDBHMEZvY0t0ak5talhUKzgvUHpNemtQNjB2WHJ5SUxsMjZBREQ4QS9uMTExOE50bFZVVklRZVBYcFV1YzlYWDMzVjRIbmRkKy9lUlo4K2ZRelcxWjNQV04zNVhyekRodzhiek51eVpRdFVLaFVBNEpsbm5rR0xGaTBxM1lhcnE2dmV0TzZwUko4K2ZlRHM3R3lCU28xYnZueDV0ZFovK3ZRcEZpeFlZS1ZxYk1PaGdnMlVCMGJiOUMwb0tPRG42NTVEUDM3OG1IOWRWYk92S3NhYTB4cU54dWc1dTZuNVZhbHVjN3E2ZlFCK2ZuNEc4elp1M0FpMXV2emJnTUxDd3RDdFd6ZXp0NmRXcTNIczJERitldENnUVNnc0xFVGp4bzJyVlplNXF2dnpGaFlXV3FVT1czSzRZR3Q3UlN2cTM3OC8vMXAzZVUyYWQxVzlaOW15WmRpNmRXdXQ5aUUwM1JhRnRnUEtYR2ZPbkVGdWJpNkE4bjZGVHAwNmdlTTQzTGh4bzBhMXZQUE9PNURMNVNhWDkrN2R1MGJidFdjT0YyeHJxMG1QdURudmlZMk5OYnREeU5yVWFqVTBHZzAvWGQxbWRIeDh2TjYwOWxSbDNicDFOYXBuNU1pUmxRYmJFVGwwc0tkT25ZclZxMWRES3BYaW80OCt3dUxGaXdFQWMrZk94ZWVmZnk1d2RYVkhhbW9xaGc0ZGFuSjVWVDMwaXhjdnhzQ0I1Vit6OXVEQkE1dzhlZEtpOVZXbHVpMmlnb0lDdXovS08zU3dlL2JzaWRXclY4UER3d1BSMGRGOHNBY1BIcXdYN09vY2hmZnYzMS9sT3V2V3JjUHUzYnVyOVI0dkx5K1R5eDQ5ZW9Ta3BDVHpDaFNBazlQZlg3bTliZHMydmFPOUxtdWRrdFNGNzlLeU5ZY085c09IRHdIVXZvTk1sM1l3UTNYK21DcHJZcTlac3daZHUzYXQ5UDJuVHAzQ3FWT256TjZmclVtbDVYOW1lWGw1MkxsenA4bjEvdjN2ZjlkbysxV2RZenNpaHc3MjlldlhBWlJmUDlhOUpGWFRUaHl4S0NzcjQxL0xaREkwYnR4WTc0UGo0c1dMbURsekpqOGRIeDhQWDE5ZmZycWdvRUR2dzByYnVYYnExQ2tVRlJXWjNLKzF6ckdQSHo5ZXJlMFZGaFppMEtCQk5hcWxybkRvWU8vYnR3OEFFQjRlRG9sRUFoOGZIK1RtNW1MTW1ERW0zM1B1M0xscUh4MldMMTllclNPNDBPZDN1cGQ3bkoyZHdYR2MzblhvOVBSMC9yVmNMa2R3Y0xEZUIyTkpTWW5lOXJTL3I3Q3dNR3VWWENselRuVjBWYXpmSGpsMHNMWGpnN1VEVFdiTm1vVlZxMVloT3p1YnYwWnJDYnBITjJ1dzlIWHNSNDhlOGErTm5kdGZ2SGlSZjkyaVJRdURBVGdWNzU3UzlwbzNiOTRjRW9rRUF3WU13TUdEQncyMmE2MXo3S1ZMbDFwbHUzV1pRd2M3SmlZRzd1N3VhTldxRlFCZzRNQ0JHRGh3SU5hdlg0OXZ2dm5HckcwVUZSVVpqS3FxNk9XWFh6WjY5NUlwTlcyU1dvcnVlUG9HRFJyb0xjdk96c2FGQ3hmNGFZVkNZZkQraWtjOEZ4Y1hBT1VCYjlHaUJhWlBuMjQwMksrOTlscU42djN5eXkvUnJGbXpHcjFYckJ3NjJOcFA4azgvL2JURzI1ZzBhUkxrY2psNjllcUZJVU9HNk4zY1lhK3VYcjNLdjY0NEdpd3VMbzRmU2dyb0QrelJxbmdlN2VibXhyK09qWTJGdjcrLzBmM1c5QWFkaWg4azkrL2Z4Ny8vL1c4b0ZBcElKQks5YzJ5RlFvSGs1R1I4K2VXWHVIbnpKbng4ZkxCdTNUbzBiZHBVYnh0WldWbllzMmVQeWJ2RTZqcUhEcllsUEhyMENBOGVQSUJTcVVUUG5qMk5CbHQ3TG04UEhqNThpSnMzYi9MVExWdTI1Ri8vK2VlZjJMNTl1OTZ5OFBCd2cyM29Ec2tGOU1lSjIrTEl1bUhEQmh3K2ZCZytQajZZTldzVzVzK2Z6eS83ejMvK2d4WXRXdkFmUHJtNXVaZzBhUksrL2ZaYk5HclVDQnpIb2FTa0JDTkdqT0Ivam1lZmZSYTlldld5ZXQyVzVOREJuamh4SWdZTUdHQXcvNmVmZnRJYjhtbUtScVBoTDVsSkpCS1REd0V3NTVLVnJ1cGVkMVdwVkpYMk5sZkhnUU1IOUlhTGR1alFBVUI1RTN6T25EbDZSK3VKRXljYTNVWmFXcHJldEtlblo3WHIrUDc3NzlHK2ZYdVR5MDM5am9xS2luRGl4QWtBNWFGdDBxU0p3VHJlM3Q1WXNXSUZ4b3daZzlMU1VwU1ZsZUhXclZ2NCtlZWZBUURqeG8zRHVISGpzR0xGQ2dEbFE0QzdkZXRtMVJ0VkxNMmhnKzNyNjJ2eVA5NGM2ZW5wZkNkYllHQ2d5VEhUa3lkUHJuR041dGk3ZHkvMjd0MWI2KzJVbFpWaDI3WnQvSFNEQmczUXVuVnIzTHQzRDlPbVRVTkdSZ2EvckdmUG51amR1emRTVWxMZzYrc0xkM2QzU0tWUzNMNTlHenQyN09EWDgvVDA1SzlqMjhMKy9mdjVwbm5idG0zUnVuVnJvK3UxYk5rU00yZk94TGx6NXpCdjNqejQrZmxoN2RxMVNFbEp3YTVkdXpCMTZsU0VoSVFnUFQwZDkrN2R3NFlOR3pCcDBpU2IvUnkxNWREQi92enp6ODBhT3NweEhIOFV1M3IxS2hRS0JZcUxpL1dhcGMyYk56ZjVmbnZwUE51OWU3ZmVrMFJlZU9FRkhEOStISjk5OXBsZTh6b3dNSkR2aGYvNDQ0OXgrL1p0azl2VWJjcFh4OXk1YzZ0OVdWR2owV0RqeG8zODlMQmh3d0NVdDZhMG85MU9uRGlCTm0zYXdOblpHY09HRGNPd1ljT1FuNStQVFpzMklTVWxCUUR3NU1rVHlPVnlqQnMzRHYvODV6OEJsTi9OTm5Ma3lCcTFQb1RnME1FMlYvMzY5ZmttOTd2dnZtdDBuWGJ0Mm1IMzd0MklqWTAxV0ZhYmMyemRvNzIxN3dMcjI3Y3YxcTlmait6c2JFZ2tFZ3dhTkFqejVzM1RDN1dQancrKy92cHJma0JLKy9idEt3MzI4T0hEYTFUTC9mdjNxLzJldi83NkM5bloyUURLV3dyYThlbWhvYUY4eDF4Y1hCemk0dUlxM1k2Zm54OWVmUEZGT0RrNTRkLy8vamNhTjI2TXFWT24yazJvQVFjUGRyOSsvZmh6U0Yzbno1L1hlMnhQcjE2OThOTlBQNW5janJPek0xNSsrV1djTzNmT0tuVlc1WmxubnNISWtTUE5YdC9VODh4OGZYMnhlUEZpVEpvMENkSFIwV2pSb2dWV3IxNk5zV1BISWlzckN5RWhJVmk5ZWpWQ1EwUDU5Mmd2RlZiazZ1cUtLVk9tNFBubm42L2VEMU1MclZxMXd2NzkrN0Y5KzNZNE96dno1OFR2dmZjZUZpeFlZTmJESzJReUdSWXVYTWkvZCtQR2pVYnZSNi9ySERyWW5UdDM1cHRydW9xS2l2U0NQWDM2ZEVna0V2NCtZdTBmaUV3bVE5T21UVEY1OG1RRUJBU2dYNzkraUl5TXRFbnR1Z05Id3NMQzhPeXp6OWJvdlJXdndYZnExQWxUcDA3bHJ5a0hCQVJnK2ZMbCtQSEhIekZyMWl5OVMxY0E4T0tMTDZKcDA2WlFxOVhnT0E3T3pzN3c5dlpHU0VoSXRlL1QxbFhUempNdkx5Kzg5OTU3ZXZNR0RoeUk1czJiNDlpeFk4ak16RFQ2K09GNjllb2hPRGdZTDc3NG90N0RDKzB4MUFEQVZiMUszYVZRS0JoUS9TYXE5ajlXS3BWQ0lqRjh0SHBKU1FtZVBuMEt3TEkzaUpDL2FlOUc0emlPYnpYcDNxSFdzbVhMU2dmK1ZHZGRXOU4rNkNRbUpncVdMNGM4WWxmVkthUGJqQ1BXWWF4bFU1M1dqcTFhUnZhS3ZnbUVFQkdpWUJNaVFoUnNRa1NJZ2sySUNGR3dDUkVoQ2pZaElrVEJKa1NFS05pRWlCQUZteEFSb21BVElrSVViRUpFaUlKTmlBaFJzQWtSSVFvMklTSkV3U1pFaENqWWhJaVFLQjYwOE54enp3bGRBaUYxaWwwSG16SDJPOGR4bmJTUE1TS2tybUNNL1NIay91MzZtV2NBSk0yYk4zY1h1Z2d4OFBUMHpBT0EvUHg4dzYvWEpOV1drcEx5QklEbHZyS1ZrSnBRS0JSTSszQklZditvODR3UUVhSmdFeUpDRkd4Q1JJaUNUWWdJVWJBSkVTRUtOaUVpUk1FbVJJUW8ySVNJRUFXYkVCR2lZQk1pUWhSc1FrU0lnazJJQ0ZHd0NSRWhDalloSWtUQkprU0VLTmlFaUJBRm14QVJvbUFUSWtJVWJFSkVpSUpOaUFoUnNBa1JJWHQvL0RDcG9jakl5QWtjeHkzU1RuTWNGd3dBakxFTW5kWFdLcFhLejJ4ZEc2azl1LzdDQUZKektwWHFqRnd1RDY0NFh4dHdBR0NNSGJSdFZjUlM2SWp0d0JRS3hYVUFiWXd0WTR5bEtwWEtNQnVYUkN5RXpyRWQyMlpUQ3ppTzIyL0xRb2hsVWJBZDJ4NVRDOVJxOVZaYkZrSXNpNXJpRGs2aFVOd0UwRlIzSG1Nc3Q5c2tYUUFBRFhOSlJFRlVRNmxVaGdoVUVyRUFPbUk3T01hWXNlYjRBWnNYUWl5S2drMStNVEp2bTgycklCWkZUWEhDUlVWRnBYRWNGd0lBakxFc3BWTFpFQUI5ODZZZG95TTJZUktKUkxjNWZoQVVhcnRId1NaUXE5VjhjNXd4dGwzSVdnZ2hsaU9KaW9wNkVCVVY5UWlBazlERmtOcWpJYVVFQURRY3gyMWxqRFVFb0JhNkdGSjdGR3dDQUdDTTdXYU0rUWhkQjdFTTZoVzNzWTRkTzdveXhnWXl4bnB4SE5jZFFEQUFQd0F5SWV0aWpJSGo2c1NmZzRveGxnUGdIc2R4WndHY2VQTGt5WUhrNU9RQ29RdXpKM1hpZjlJUnRHL2Yza2NtazgwQ01CV0FwOUQxMkJQRzJCUEcyRHFOUnJQazh1WExXVUxYWXc4bzJEYlFzV1BIMXpVYXpiODVqdlBoT0E2UmtaSG8zcjA3RkFvRmdvT0Q0ZTN0RGFtVXpvb0FRS1ZTSVM4dkQvZnYzMGRpWWlMT25qMkwzMy8vSFl3eEFNZ0hNRDB4TWZGN1lhdXMreWpZMXVXa1VDaVdBNWdPQUwxNjljTDA2ZFBSdUhGamdjdXlML2Z1M2NPcVZhdHc1TWdSN2F6dkVoTVRKd0pRQ1ZoV25VYkJ0aDZwUXFINEZzQllEdzhQZlBMSkoramJ0Ni9RTmRtMTgrZlBZOEdDQmNqTnpRV0EzUnpIdlpHUWtGQW1kRjExRVYyenRKS29xS2lsSE1kTmJ0Q2dBZGF2WHcrRlFpRjBTWFl2SkNRRS9mdjN4NGtUSjFCUVVOQWFRTWo5Ky9mamhhNnJMcUlqdGhWRVJrYU9sRWdrbTcyOXZmSDk5OThqTkRSVTZKSkVKVE16RTJQR2pNSERodzhCSUNZeE1YRzEwRFhWTlJSc0M0dUtpZ3JpT080UEp5Y256NisvL2hwZHUzWVZ1aVJSdW5yMUtzYVBINCt5c3JJbktwVXE0c3FWSzdlRXJxa3VvYkhpRnNaeDNQOEQ0RGw4K0hBS3RSVzFhOWNPa3laTkFzZHhibEtwZEozUTlkUTFkTVMyb0lpSWlLNVNxZlI4WUdBZ2R1M2FCYmxjTG5SSm9sWldWb2JodzRjak5UVVZhclg2aFV1WExoMFd1cWE2Z283WUZ1VGs1UFFQQUhqMzNYY3AxRFlnazhrd2JkbzBBSC8vN2trNUNyYUZkT2pRSVp6anVCZUNnNE14ZVBCZ29jdHhHRDE3OWtUVHBrMEJvRnZIamgzcDNPZC9LTmdXNHVUa05BRUFoZ3daVWxmR1hEc0VqdVB3MWx0dkFRQTBHczBIQXBkVFoxQ3dMU0E4UEZ6T0dIdGJLcFhpdGRkZUU3b2NoOU9uVHgvSVpESndIUGRpa3laTlhJU3VweTZnWUZ1QVhDN3Z5WEdjYjFSVUZMeTl2VzIyMzhlUEg1dTFYbkZ4TWU3ZXZjdi9xNjNTMGxMK24wYWpxZlgyYXN2ZDNSMjlldlVDQUM5Zlg5OW9vZXVwQytqT0F3dGdqUFhuT0E3ZHUzZTM1VDR4ZHV4WXVMaTRZTWlRSVhqcHBaZmc2V244cHJIRXhFVEV4TVR3MHdrSkNUWGViMmxwS1o1NTVobCtlczJhTlhYaXN0N3p6eitQbzBlUGdqSDJNZ0NIZjd3VEhiRXRnT080VjREeWpoeGJPWFBtRE83ZXZZdS8vdm9MWDM3NUpaS1RrMjIyNzdxb1E0Y08ycGM5aEt5anJxQWpkaTJGaDRmN2Noelh4dGZYMTZaM2JXM2UvUGVEUlo5NzdqbDA3dHk1MXR1Y09uVXF6cDA3VjYzM1RKNDgyYXoxYXROS01FZGdZQ0FDQWdLUW1ablpKQ0lpd3QvUjc5dW1ZTmVTVENhTEFJRG16WnZiYko5WHJsekJ4WXNYQVFBU2lRUWZmUEIzWjNESGpoMnJmTCt4ZFRwMDZBQlhWMWZMRlNtQWlJZ0lIRGx5QkZLcDlEa0F1NFN1UjBqVUZLOGxqdU5hQTBCWW1PMitjWGJkdXI5SFVBNGJOZ3hoWVdFb0s2TzdGOXUwNGI4UnVPcFBONUdqSTNZdGFZTnRxMmI0MmJObmNmYnNXUUNBbjU4ZnBreVpncUtpSXJ6eHhodFFLQlJ3YzNORC9mcjE5ZDVUWEZ5TXpNeE1mdHBZcllHQmdaZzVjeWFLaTRzcjNYOVpXWm5lSmIzUFB2dE05L3hXVU1IQndRQUF4bGd6Z1VzUkhBVzdsaGhqTFRtT1E2TkdqYXkrcjZkUG4yTHAwcVg4OUljZmZnaDNkM2NzWDc0YzkrL2Z4NzU5KytEcDZZbTR1RGk0dTd2ejY1MDllMWF2VjN6WHJwcTNVa3RMUy9XbWZYMTlFUlFVVk9QdFdWSkFRSUQycGZYL00rbzRDbmJ0QlFJd09FcGF3L2J0Mi9ucjBCS0pCTnUyYmNOMzMzMkgyN2R2OCt2TW5EbFRMOVExWWM1NXVsWlZuV2U3ZCsrMjJmM29YbDVlMnBkK050bGhIVWJCcmlXTzR4b0NnSStQOVIvSjNiWnRXLzYxUnFQQmxTdFg5SmIzNk5FRGdZR0JCcVBmS2phdmpZMk8yN1JwazkxM25tbXY0M01jUjhFV3VnQVJjQU5nazFCMDZ0UUozdDdlS0NvcWdvK1BEL0x5OHZqUWVudDc0NU5QUHNIMTY5ZHg1ODZkU3JkamJMbGFiZndMUUlLRGd3MmVvS3I3L29DQUFMaTR1SmhjYmtzNmRkUVRwSUE2aElKZGUvVUEyT1EyVFlsRWdqMTc5c0RWMVJVcEtTa1lQWG8wdjJ6ZXZIbnc4N1A4Z1dybHlwVm8xdXp2dnFpS0k4OFdMbHlvTi9Lc3FLZ0lQWG9JTTBaRUp1Ty9jOEhoNzVtbFlGdUlyZTdvY25WMVJXbHBLVDc1NUJQK0VsZDBkRFQvQk5RZVBYcFlmVENJSFhENDIrc28yTFhFR0N2bU9NNjlwS1RFWnVlb1gzNzVKVzdjdUFHZy9OTFY3Tm16dGJWWS9BTm14b3dabFg2WndULys4UStEcHJoUWRLN2xsd2haUjExQXdhNjlKd0Rjbno1OWFwTmdiOW15UmU5eVZiMTY5VEI1OG1Sa1ptYkMxOWNYYTlhczRlOVBybzc0ZU9OUDhjM0l5S2owZmJyWHg0VldVbEtlWjhaWTVSZmpIUUFGdTVZNGpzc0VFSkNibTJ1VmMxeGRqeDQ5d29vVksvVG0vZm5ubi96cjBOQlFhRFFhcEtlblc3V091aW8vUDEvNzhwR1FkZFFGRk96YXV3OGdJanM3MityanhmMzgvTkN5WlV1amQzSkpKQkxkQVJxMVV2RWN2Ymk0R0hQbXpNR1pNMmRNdmljb0tBaXJWNjhXOU91TDh2THlBQUFjeDFHd2hTN0EzakhHYm5BYzk4TGR1M2ZSclZzM3ErL3ZsVmRlZ2F1cksxcTFhb1dtVFpzaUpDUUVJU0VoQ0FnSWdGUXFOWGo0d3ZIangrSGg0V0d3bmJ0MzcyTElrQ0ZWN3UvaHc0ZVlNMmNPTGwrK0RLRDhBMFQzNFFxaG9hRzRlL2N1N3QyN2gzZmVlUWRMbHk1RnAwNmRhdmxUMW96T2FVSHRueVpoNStnbWtGcGlqUDBKQUttcHFUYlozNGdSSTdCKy9Yck1uajBiUTRjT1JkZXVYVkd2WGoxY3UzWU52L3p5QzNKeWNpeTJyK1BIaitQTk45L1VDL1hDaFF2MTFwazFheFkvVWkwdkx3L3Z2LzgrdnY3NmE0T2hwN1p3Nzk0OUFBQmo3S2JOZDE3SDBCRzdsamlPU3dac0UreDc5KzdoNHNXTFNFOVBSM3A2T2pJeU1wQ1dsb2JDd2tKK25lKysrNjdXKzdsejV3NVdyRmlCMDZkUDgvTmtNaGtXTFZxRVBuMzY2SVZiSnBOaHhZb1ZtRFp0R2k1ZHVnU05Sb1B2di84ZVI0NGNRVXhNRFByMzcxL3Jlc3lsN1cvUWFEUkttKzIwanFKZzE1SkVJcm5FR0VOS1NvclY5M1h0MmpYRXhzWld1azdGUzArOWUvYzJlL3RYcjE3RjVzMmJjZXpZTWIyUmFINStmbGkyYkJraUlpS01Ib25kM2QyeGR1MWF6SjgvSDcvKytpdUE4dDcwanovK0dOOSsreTNlZlBOTkRCbzBDTTdPem1iWFVoT1hMbDBDQUVna2t0TlZyQ3A2MUJTdnBZU0VoR3pHMkYvWjJkbFc3NDJ1N0o1dmlVU0NvS0NnV2wxVDNyVnJGdzRmUHF3WDZqNTkrbURidG0ySWlJaW85TDF5dVJ4TGx5NUZURXlNM25Ydm16ZHZZdlBtelZaLzZHRldWaGJ1Mzc4UEFIZVZTdVU5cSs3TUR0QVIyekwyQVBqdzFLbFRHREZpaE5WMjBxaFJJM2g2ZWlJME5CUmhZV0VJQ3d0RGt5Wk5FQm9haXREUVVNamxjb1BPcytEZ1lLT0RWbFFxRlI0OGVLQTM3OE1QUDhTcFU2ZVFrNU9Eb0tBZ1RKOCtIZjM2OVRPN1BvN2pNSGJzV0hUcDBnV2ZmZllaa3BPVDRlVGtoUC83di8vZjN2MkV0SkdHWVFCL3ZsaGxhN05kRUN3T3ZYaHFSRkZ3U285Q1FNK2VoTzJodVZwa0tWc0VzYWN0dE9CaFlTOUtEMEl0V09OQlhIWlhCRUdrYWxnRVFlS1loQlVFcFhnUVVod3Npa2xGWnViZGc2UlVXa3RUSnZsRzgveHVjOGprT2VUbG0zeC8zaG5DOWV1bDNiNWRHSzFGcE9KSGE0Q0Y3UXVsMUFLQS9wV1ZsWklXZGsxTkRaYVdsb3I2ek9UazVEZlBpb2ZEWVF3T0RtSi9meDg5UFQyZjdyMHVTbk56TStMeE9HWm1acERMNWREVTFQUmQ5eWxHSXBFQUFDaWw1a3IrWlpkQXhlK3A5VU5qWStNUGRYVjE3NnFycTI4dUxDeDhzWkRLeFhWZGJHNXVmcnh1YVdsQktQVDVQNjdUMDlOejYrR3RyYTNmZEg4Uk9YZDZxNkdoUWZ1VzBudytqNjZ1THB5Y25PUkNvZEN0WkRLWjF4cUlyZzdUTkYrWXBpa1RFeE5DNVRVM055ZW1hVXA3ZS91ZnVuOEhRY0hKTTUrNHJ2c1NPSnVBRWhIZGNTcUdpQ0FlanhjdVIzUm1DUklXdGs5U3FaUWxJb25kM1YzTXo4L3JqbE14VmxkWEMrdlg2NVpsSlhUbkNRb1d0cjkrQTREUjBWRzJBeTREeDNFd01uSTJTSHVlOTB4em5FQ3AwaDNnS3NsbXM3dUdZZHc3UER5OEl5Syt2SjJETGpZMU5ZWFoyVm1JeU1yR3hzYWc3anhCd2hIYlo0N2pQQUtRR3g4Zi82elpJUGxuZTNzYnc4UERBUERCODd5SHV2TUVEUXZiWitsMCtxM25lWThkeDhIQXdFQ2dHaEZjRlFjSEIranY3eSs4eHZkNUtwWDZUM2Vtb09HamVBbGtzOWwxd3pCdTUvUDV1OHZMeTRoR28xclh0cThTMjdiUjE5ZFhXRXVmdGl6clY5Mlpnb2dqZG9rb3BYNEI4TS9lM2g1aXNSalcxdFowUjdyME1wa01ZckVZZG5aMkFPRE4wZEZSOFQyZ0tnUjNucFhXTmRNMFh3R0lBVUIzZHpkNmUzdGhHSWJtV0plTGJkc1lHeHZEOVBSMFlZL0EzMHFwbjVQSkpKY2VMc0RDTGdQVE5COEMrQjNBVGFVVU9qbzYwTm5aaVVna2d2cjZlb1RENGE5MkFxMGtydXZpK1BnWXRtMWphMnNMaVVRQ2k0dUxoZE5oT1JGNWFsbldIN3B6QmgwTHUwemEydHB1VlZWVkRRRzRyNVM2b1R2UEpmTUJ3RitPNHp4SnA5T1YyYW14U0N6c01vdEVJai9XMXRZK1VFcEZBYlFCcUFmd0UzalNyc0FWa1VPY2RScE5pOGkvcnV1K3ptUXk3M1VISXlJaUlpSWlJaUlpSWlJaUlpSWlJaUlpSWlJaUlpSWlJaUlpSWlJaUlpSWlJaUlpSWlJaUlpSWlJaUlpSWlJaUlpSWlJaUlpSWlJaW91L3hQd3JmaUZvcHFhUkRBQUFBQUVsRlRrU3VRbUNDIiwKCSJUaGVtZSIgOiAiIiwKCSJUeXBlIiA6ICJmbG93IiwKCSJWZXJzaW9uIiA6ICI4Igp9Cg=="/>
    </extobj>
  </extobjs>
</s:customData>
</file>

<file path=customXml/itemProps17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演示</Application>
  <PresentationFormat>宽屏</PresentationFormat>
  <Paragraphs>156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你猜</cp:lastModifiedBy>
  <cp:revision>514</cp:revision>
  <dcterms:created xsi:type="dcterms:W3CDTF">2019-06-19T02:08:00Z</dcterms:created>
  <dcterms:modified xsi:type="dcterms:W3CDTF">2023-09-20T03:31:46Z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2052-12.1.0.15398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